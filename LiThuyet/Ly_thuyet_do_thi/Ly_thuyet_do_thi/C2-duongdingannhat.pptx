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84"/>
  </p:notesMasterIdLst>
  <p:sldIdLst>
    <p:sldId id="256" r:id="rId3"/>
    <p:sldId id="258" r:id="rId4"/>
    <p:sldId id="284" r:id="rId5"/>
    <p:sldId id="317" r:id="rId6"/>
    <p:sldId id="318" r:id="rId7"/>
    <p:sldId id="285" r:id="rId8"/>
    <p:sldId id="319" r:id="rId9"/>
    <p:sldId id="286" r:id="rId10"/>
    <p:sldId id="287" r:id="rId11"/>
    <p:sldId id="288" r:id="rId12"/>
    <p:sldId id="289" r:id="rId13"/>
    <p:sldId id="290" r:id="rId14"/>
    <p:sldId id="292" r:id="rId15"/>
    <p:sldId id="291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11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2" r:id="rId36"/>
    <p:sldId id="313" r:id="rId37"/>
    <p:sldId id="314" r:id="rId38"/>
    <p:sldId id="315" r:id="rId39"/>
    <p:sldId id="316" r:id="rId40"/>
    <p:sldId id="321" r:id="rId41"/>
    <p:sldId id="322" r:id="rId42"/>
    <p:sldId id="323" r:id="rId43"/>
    <p:sldId id="324" r:id="rId44"/>
    <p:sldId id="325" r:id="rId45"/>
    <p:sldId id="326" r:id="rId46"/>
    <p:sldId id="327" r:id="rId47"/>
    <p:sldId id="328" r:id="rId48"/>
    <p:sldId id="329" r:id="rId49"/>
    <p:sldId id="330" r:id="rId50"/>
    <p:sldId id="331" r:id="rId51"/>
    <p:sldId id="335" r:id="rId52"/>
    <p:sldId id="336" r:id="rId53"/>
    <p:sldId id="337" r:id="rId54"/>
    <p:sldId id="338" r:id="rId55"/>
    <p:sldId id="332" r:id="rId56"/>
    <p:sldId id="333" r:id="rId57"/>
    <p:sldId id="334" r:id="rId58"/>
    <p:sldId id="339" r:id="rId59"/>
    <p:sldId id="340" r:id="rId60"/>
    <p:sldId id="342" r:id="rId61"/>
    <p:sldId id="341" r:id="rId62"/>
    <p:sldId id="343" r:id="rId63"/>
    <p:sldId id="344" r:id="rId64"/>
    <p:sldId id="345" r:id="rId65"/>
    <p:sldId id="346" r:id="rId66"/>
    <p:sldId id="347" r:id="rId67"/>
    <p:sldId id="348" r:id="rId68"/>
    <p:sldId id="349" r:id="rId69"/>
    <p:sldId id="350" r:id="rId70"/>
    <p:sldId id="351" r:id="rId71"/>
    <p:sldId id="352" r:id="rId72"/>
    <p:sldId id="353" r:id="rId73"/>
    <p:sldId id="354" r:id="rId74"/>
    <p:sldId id="355" r:id="rId75"/>
    <p:sldId id="356" r:id="rId76"/>
    <p:sldId id="357" r:id="rId77"/>
    <p:sldId id="358" r:id="rId78"/>
    <p:sldId id="359" r:id="rId79"/>
    <p:sldId id="360" r:id="rId80"/>
    <p:sldId id="361" r:id="rId81"/>
    <p:sldId id="362" r:id="rId82"/>
    <p:sldId id="363" r:id="rId8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BDBFB9"/>
    <a:srgbClr val="8FD1B5"/>
    <a:srgbClr val="99BACC"/>
    <a:srgbClr val="F8FAF4"/>
    <a:srgbClr val="F4F7F3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5" autoAdjust="0"/>
    <p:restoredTop sz="94660" autoAdjust="0"/>
  </p:normalViewPr>
  <p:slideViewPr>
    <p:cSldViewPr>
      <p:cViewPr varScale="1">
        <p:scale>
          <a:sx n="82" d="100"/>
          <a:sy n="82" d="100"/>
        </p:scale>
        <p:origin x="148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theme" Target="theme/theme1.xml"/><Relationship Id="rId61" Type="http://schemas.openxmlformats.org/officeDocument/2006/relationships/slide" Target="slides/slide59.xml"/><Relationship Id="rId82" Type="http://schemas.openxmlformats.org/officeDocument/2006/relationships/slide" Target="slides/slide8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097118-15F5-48EA-A0E2-57BC6B98A032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53DFF-3757-4976-8DE8-32B4CB7325D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5342C2-34E0-412F-BBCD-B526432BDB10}" type="slidenum">
              <a:rPr lang="en-US"/>
              <a:pPr/>
              <a:t>67</a:t>
            </a:fld>
            <a:endParaRPr lang="en-US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3" name="Group 131"/>
          <p:cNvGrpSpPr>
            <a:grpSpLocks/>
          </p:cNvGrpSpPr>
          <p:nvPr/>
        </p:nvGrpSpPr>
        <p:grpSpPr bwMode="auto">
          <a:xfrm flipH="1">
            <a:off x="12700" y="692150"/>
            <a:ext cx="9093200" cy="6165850"/>
            <a:chOff x="0" y="436"/>
            <a:chExt cx="5760" cy="3884"/>
          </a:xfrm>
        </p:grpSpPr>
        <p:sp>
          <p:nvSpPr>
            <p:cNvPr id="3204" name="Line 132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2946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05" name="Line 133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3471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06" name="Line 134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067" cy="3872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07" name="Line 135"/>
            <p:cNvSpPr>
              <a:spLocks noChangeShapeType="1"/>
            </p:cNvSpPr>
            <p:nvPr userDrawn="1"/>
          </p:nvSpPr>
          <p:spPr bwMode="gray">
            <a:xfrm>
              <a:off x="1472" y="448"/>
              <a:ext cx="3407" cy="3872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08" name="Line 136"/>
            <p:cNvSpPr>
              <a:spLocks noChangeShapeType="1"/>
            </p:cNvSpPr>
            <p:nvPr userDrawn="1"/>
          </p:nvSpPr>
          <p:spPr bwMode="gray">
            <a:xfrm>
              <a:off x="1472" y="448"/>
              <a:ext cx="2787" cy="3872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09" name="Line 137"/>
            <p:cNvSpPr>
              <a:spLocks noChangeShapeType="1"/>
            </p:cNvSpPr>
            <p:nvPr userDrawn="1"/>
          </p:nvSpPr>
          <p:spPr bwMode="gray">
            <a:xfrm>
              <a:off x="1472" y="448"/>
              <a:ext cx="2162" cy="3872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0" name="Line 138"/>
            <p:cNvSpPr>
              <a:spLocks noChangeShapeType="1"/>
            </p:cNvSpPr>
            <p:nvPr userDrawn="1"/>
          </p:nvSpPr>
          <p:spPr bwMode="gray">
            <a:xfrm>
              <a:off x="1472" y="448"/>
              <a:ext cx="1612" cy="3872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1" name="Line 139"/>
            <p:cNvSpPr>
              <a:spLocks noChangeShapeType="1"/>
            </p:cNvSpPr>
            <p:nvPr userDrawn="1"/>
          </p:nvSpPr>
          <p:spPr bwMode="gray">
            <a:xfrm>
              <a:off x="1472" y="448"/>
              <a:ext cx="1065" cy="3872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2" name="Line 140"/>
            <p:cNvSpPr>
              <a:spLocks noChangeShapeType="1"/>
            </p:cNvSpPr>
            <p:nvPr userDrawn="1"/>
          </p:nvSpPr>
          <p:spPr bwMode="gray">
            <a:xfrm>
              <a:off x="1472" y="448"/>
              <a:ext cx="514" cy="3872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3" name="Line 141"/>
            <p:cNvSpPr>
              <a:spLocks noChangeShapeType="1"/>
            </p:cNvSpPr>
            <p:nvPr userDrawn="1"/>
          </p:nvSpPr>
          <p:spPr bwMode="gray">
            <a:xfrm>
              <a:off x="1472" y="448"/>
              <a:ext cx="0" cy="3872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4" name="Line 142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2549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5" name="Line 143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2195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6" name="Line 144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1891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7" name="Line 145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1584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8" name="Line 146"/>
            <p:cNvSpPr>
              <a:spLocks noChangeShapeType="1"/>
            </p:cNvSpPr>
            <p:nvPr userDrawn="1"/>
          </p:nvSpPr>
          <p:spPr bwMode="gray">
            <a:xfrm>
              <a:off x="1515" y="462"/>
              <a:ext cx="4245" cy="1307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9" name="Line 147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1057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0" name="Line 148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833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1" name="Line 149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613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2" name="Line 150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438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3" name="Line 151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259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4" name="Line 152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13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5" name="Line 153"/>
            <p:cNvSpPr>
              <a:spLocks noChangeShapeType="1"/>
            </p:cNvSpPr>
            <p:nvPr userDrawn="1"/>
          </p:nvSpPr>
          <p:spPr bwMode="gray">
            <a:xfrm flipH="1">
              <a:off x="0" y="449"/>
              <a:ext cx="1474" cy="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6" name="Line 154"/>
            <p:cNvSpPr>
              <a:spLocks noChangeShapeType="1"/>
            </p:cNvSpPr>
            <p:nvPr userDrawn="1"/>
          </p:nvSpPr>
          <p:spPr bwMode="gray">
            <a:xfrm flipH="1">
              <a:off x="0" y="436"/>
              <a:ext cx="1474" cy="2514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7" name="Line 155"/>
            <p:cNvSpPr>
              <a:spLocks noChangeShapeType="1"/>
            </p:cNvSpPr>
            <p:nvPr userDrawn="1"/>
          </p:nvSpPr>
          <p:spPr bwMode="gray">
            <a:xfrm flipH="1">
              <a:off x="0" y="462"/>
              <a:ext cx="1461" cy="3461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8" name="Line 156"/>
            <p:cNvSpPr>
              <a:spLocks noChangeShapeType="1"/>
            </p:cNvSpPr>
            <p:nvPr userDrawn="1"/>
          </p:nvSpPr>
          <p:spPr bwMode="gray">
            <a:xfrm flipH="1">
              <a:off x="249" y="463"/>
              <a:ext cx="1215" cy="3857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9" name="Line 157"/>
            <p:cNvSpPr>
              <a:spLocks noChangeShapeType="1"/>
            </p:cNvSpPr>
            <p:nvPr userDrawn="1"/>
          </p:nvSpPr>
          <p:spPr bwMode="gray">
            <a:xfrm flipH="1">
              <a:off x="657" y="472"/>
              <a:ext cx="808" cy="3848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0" name="Line 158"/>
            <p:cNvSpPr>
              <a:spLocks noChangeShapeType="1"/>
            </p:cNvSpPr>
            <p:nvPr userDrawn="1"/>
          </p:nvSpPr>
          <p:spPr bwMode="gray">
            <a:xfrm flipH="1">
              <a:off x="1066" y="463"/>
              <a:ext cx="404" cy="3857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1" name="Line 159"/>
            <p:cNvSpPr>
              <a:spLocks noChangeShapeType="1"/>
            </p:cNvSpPr>
            <p:nvPr userDrawn="1"/>
          </p:nvSpPr>
          <p:spPr bwMode="gray">
            <a:xfrm flipH="1">
              <a:off x="0" y="436"/>
              <a:ext cx="1474" cy="1875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2" name="Line 160"/>
            <p:cNvSpPr>
              <a:spLocks noChangeShapeType="1"/>
            </p:cNvSpPr>
            <p:nvPr userDrawn="1"/>
          </p:nvSpPr>
          <p:spPr bwMode="gray">
            <a:xfrm flipH="1">
              <a:off x="0" y="466"/>
              <a:ext cx="1447" cy="1327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3" name="Line 161"/>
            <p:cNvSpPr>
              <a:spLocks noChangeShapeType="1"/>
            </p:cNvSpPr>
            <p:nvPr userDrawn="1"/>
          </p:nvSpPr>
          <p:spPr bwMode="gray">
            <a:xfrm flipH="1">
              <a:off x="0" y="449"/>
              <a:ext cx="1474" cy="896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4" name="Line 162"/>
            <p:cNvSpPr>
              <a:spLocks noChangeShapeType="1"/>
            </p:cNvSpPr>
            <p:nvPr userDrawn="1"/>
          </p:nvSpPr>
          <p:spPr bwMode="gray">
            <a:xfrm flipH="1">
              <a:off x="0" y="471"/>
              <a:ext cx="1435" cy="50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5" name="Line 163"/>
            <p:cNvSpPr>
              <a:spLocks noChangeShapeType="1"/>
            </p:cNvSpPr>
            <p:nvPr userDrawn="1"/>
          </p:nvSpPr>
          <p:spPr bwMode="gray">
            <a:xfrm flipH="1">
              <a:off x="0" y="463"/>
              <a:ext cx="1464" cy="206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6" name="Line 164"/>
            <p:cNvSpPr>
              <a:spLocks noChangeShapeType="1"/>
            </p:cNvSpPr>
            <p:nvPr userDrawn="1"/>
          </p:nvSpPr>
          <p:spPr bwMode="gray">
            <a:xfrm flipH="1">
              <a:off x="0" y="436"/>
              <a:ext cx="1474" cy="124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237" name="Group 165"/>
            <p:cNvGrpSpPr>
              <a:grpSpLocks/>
            </p:cNvGrpSpPr>
            <p:nvPr userDrawn="1"/>
          </p:nvGrpSpPr>
          <p:grpSpPr bwMode="auto">
            <a:xfrm>
              <a:off x="0" y="2063"/>
              <a:ext cx="5760" cy="1220"/>
              <a:chOff x="235" y="2750"/>
              <a:chExt cx="5241" cy="699"/>
            </a:xfrm>
          </p:grpSpPr>
          <p:sp>
            <p:nvSpPr>
              <p:cNvPr id="3238" name="Line 166"/>
              <p:cNvSpPr>
                <a:spLocks noChangeShapeType="1"/>
              </p:cNvSpPr>
              <p:nvPr/>
            </p:nvSpPr>
            <p:spPr bwMode="gray">
              <a:xfrm>
                <a:off x="235" y="3449"/>
                <a:ext cx="5241" cy="0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39" name="Line 167"/>
              <p:cNvSpPr>
                <a:spLocks noChangeShapeType="1"/>
              </p:cNvSpPr>
              <p:nvPr/>
            </p:nvSpPr>
            <p:spPr bwMode="gray">
              <a:xfrm>
                <a:off x="235" y="3191"/>
                <a:ext cx="5241" cy="0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40" name="Line 168"/>
              <p:cNvSpPr>
                <a:spLocks noChangeShapeType="1"/>
              </p:cNvSpPr>
              <p:nvPr/>
            </p:nvSpPr>
            <p:spPr bwMode="gray">
              <a:xfrm>
                <a:off x="235" y="2958"/>
                <a:ext cx="5239" cy="0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41" name="Line 169"/>
              <p:cNvSpPr>
                <a:spLocks noChangeShapeType="1"/>
              </p:cNvSpPr>
              <p:nvPr/>
            </p:nvSpPr>
            <p:spPr bwMode="gray">
              <a:xfrm>
                <a:off x="235" y="2750"/>
                <a:ext cx="5239" cy="0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242" name="Line 170"/>
            <p:cNvSpPr>
              <a:spLocks noChangeShapeType="1"/>
            </p:cNvSpPr>
            <p:nvPr userDrawn="1"/>
          </p:nvSpPr>
          <p:spPr bwMode="gray">
            <a:xfrm>
              <a:off x="0" y="1753"/>
              <a:ext cx="5760" cy="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3" name="Line 171"/>
            <p:cNvSpPr>
              <a:spLocks noChangeShapeType="1"/>
            </p:cNvSpPr>
            <p:nvPr userDrawn="1"/>
          </p:nvSpPr>
          <p:spPr bwMode="gray">
            <a:xfrm flipV="1">
              <a:off x="0" y="1455"/>
              <a:ext cx="5760" cy="1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4" name="Line 172"/>
            <p:cNvSpPr>
              <a:spLocks noChangeShapeType="1"/>
            </p:cNvSpPr>
            <p:nvPr userDrawn="1"/>
          </p:nvSpPr>
          <p:spPr bwMode="gray">
            <a:xfrm>
              <a:off x="0" y="1182"/>
              <a:ext cx="5760" cy="9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5" name="Line 173"/>
            <p:cNvSpPr>
              <a:spLocks noChangeShapeType="1"/>
            </p:cNvSpPr>
            <p:nvPr userDrawn="1"/>
          </p:nvSpPr>
          <p:spPr bwMode="gray">
            <a:xfrm>
              <a:off x="0" y="965"/>
              <a:ext cx="5734" cy="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6" name="Line 174"/>
            <p:cNvSpPr>
              <a:spLocks noChangeShapeType="1"/>
            </p:cNvSpPr>
            <p:nvPr userDrawn="1"/>
          </p:nvSpPr>
          <p:spPr bwMode="gray">
            <a:xfrm flipV="1">
              <a:off x="0" y="780"/>
              <a:ext cx="5760" cy="11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7" name="Line 175"/>
            <p:cNvSpPr>
              <a:spLocks noChangeShapeType="1"/>
            </p:cNvSpPr>
            <p:nvPr userDrawn="1"/>
          </p:nvSpPr>
          <p:spPr bwMode="gray">
            <a:xfrm>
              <a:off x="0" y="661"/>
              <a:ext cx="5760" cy="7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8" name="Line 176"/>
            <p:cNvSpPr>
              <a:spLocks noChangeShapeType="1"/>
            </p:cNvSpPr>
            <p:nvPr userDrawn="1"/>
          </p:nvSpPr>
          <p:spPr bwMode="gray">
            <a:xfrm flipV="1">
              <a:off x="0" y="558"/>
              <a:ext cx="5760" cy="17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9" name="Line 177"/>
            <p:cNvSpPr>
              <a:spLocks noChangeShapeType="1"/>
            </p:cNvSpPr>
            <p:nvPr userDrawn="1"/>
          </p:nvSpPr>
          <p:spPr bwMode="gray">
            <a:xfrm>
              <a:off x="25" y="521"/>
              <a:ext cx="5735" cy="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50" name="Line 178"/>
            <p:cNvSpPr>
              <a:spLocks noChangeShapeType="1"/>
            </p:cNvSpPr>
            <p:nvPr userDrawn="1"/>
          </p:nvSpPr>
          <p:spPr bwMode="gray">
            <a:xfrm>
              <a:off x="0" y="482"/>
              <a:ext cx="5760" cy="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457200" y="5334000"/>
            <a:ext cx="7086600" cy="381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77000"/>
            <a:ext cx="2895600" cy="244475"/>
          </a:xfr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fld id="{02E1257B-5D6A-4EC3-B34F-AF308C505C30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3251" name="Group 179"/>
          <p:cNvGrpSpPr>
            <a:grpSpLocks/>
          </p:cNvGrpSpPr>
          <p:nvPr/>
        </p:nvGrpSpPr>
        <p:grpSpPr bwMode="auto">
          <a:xfrm flipH="1">
            <a:off x="0" y="0"/>
            <a:ext cx="9144000" cy="2159000"/>
            <a:chOff x="-1" y="0"/>
            <a:chExt cx="5769" cy="1360"/>
          </a:xfrm>
        </p:grpSpPr>
        <p:sp>
          <p:nvSpPr>
            <p:cNvPr id="3252" name="Freeform 180"/>
            <p:cNvSpPr>
              <a:spLocks/>
            </p:cNvSpPr>
            <p:nvPr/>
          </p:nvSpPr>
          <p:spPr bwMode="gray">
            <a:xfrm>
              <a:off x="0" y="0"/>
              <a:ext cx="576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16"/>
                </a:cxn>
                <a:cxn ang="0">
                  <a:pos x="1496" y="460"/>
                </a:cxn>
                <a:cxn ang="0">
                  <a:pos x="5768" y="1360"/>
                </a:cxn>
                <a:cxn ang="0">
                  <a:pos x="5768" y="0"/>
                </a:cxn>
                <a:cxn ang="0">
                  <a:pos x="0" y="0"/>
                </a:cxn>
              </a:cxnLst>
              <a:rect l="0" t="0" r="r" b="b"/>
              <a:pathLst>
                <a:path w="5768" h="1360">
                  <a:moveTo>
                    <a:pt x="0" y="0"/>
                  </a:moveTo>
                  <a:lnTo>
                    <a:pt x="0" y="616"/>
                  </a:lnTo>
                  <a:cubicBezTo>
                    <a:pt x="72" y="608"/>
                    <a:pt x="264" y="510"/>
                    <a:pt x="1496" y="460"/>
                  </a:cubicBezTo>
                  <a:cubicBezTo>
                    <a:pt x="2728" y="411"/>
                    <a:pt x="4632" y="672"/>
                    <a:pt x="5768" y="1360"/>
                  </a:cubicBezTo>
                  <a:lnTo>
                    <a:pt x="5768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63529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53" name="Freeform 181"/>
            <p:cNvSpPr>
              <a:spLocks/>
            </p:cNvSpPr>
            <p:nvPr/>
          </p:nvSpPr>
          <p:spPr bwMode="gray">
            <a:xfrm>
              <a:off x="-1" y="0"/>
              <a:ext cx="5761" cy="11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32"/>
                </a:cxn>
                <a:cxn ang="0">
                  <a:pos x="1521" y="448"/>
                </a:cxn>
                <a:cxn ang="0">
                  <a:pos x="5761" y="1104"/>
                </a:cxn>
                <a:cxn ang="0">
                  <a:pos x="5760" y="8"/>
                </a:cxn>
                <a:cxn ang="0">
                  <a:pos x="0" y="0"/>
                </a:cxn>
              </a:cxnLst>
              <a:rect l="0" t="0" r="r" b="b"/>
              <a:pathLst>
                <a:path w="5761" h="1104">
                  <a:moveTo>
                    <a:pt x="0" y="0"/>
                  </a:moveTo>
                  <a:lnTo>
                    <a:pt x="0" y="632"/>
                  </a:lnTo>
                  <a:cubicBezTo>
                    <a:pt x="72" y="625"/>
                    <a:pt x="401" y="504"/>
                    <a:pt x="1521" y="448"/>
                  </a:cubicBezTo>
                  <a:cubicBezTo>
                    <a:pt x="2641" y="392"/>
                    <a:pt x="4505" y="504"/>
                    <a:pt x="5761" y="1104"/>
                  </a:cubicBezTo>
                  <a:lnTo>
                    <a:pt x="5760" y="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hlink">
                    <a:gamma/>
                    <a:shade val="63529"/>
                    <a:invGamma/>
                  </a:schemeClr>
                </a:gs>
                <a:gs pos="100000">
                  <a:schemeClr val="hlink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254" name="Picture 182" descr="figure07_b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5638800" y="3124200"/>
            <a:ext cx="2447925" cy="2044700"/>
          </a:xfrm>
          <a:prstGeom prst="rect">
            <a:avLst/>
          </a:prstGeom>
          <a:noFill/>
        </p:spPr>
      </p:pic>
      <p:pic>
        <p:nvPicPr>
          <p:cNvPr id="3255" name="Picture 183" descr="figure07_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gray">
          <a:xfrm>
            <a:off x="7019925" y="4005263"/>
            <a:ext cx="2124075" cy="1774825"/>
          </a:xfrm>
          <a:prstGeom prst="rect">
            <a:avLst/>
          </a:prstGeom>
          <a:noFill/>
        </p:spPr>
      </p:pic>
      <p:pic>
        <p:nvPicPr>
          <p:cNvPr id="3256" name="Picture 184" descr="figure07_o copy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gray">
          <a:xfrm>
            <a:off x="6227763" y="4868863"/>
            <a:ext cx="1619250" cy="1352550"/>
          </a:xfrm>
          <a:prstGeom prst="rect">
            <a:avLst/>
          </a:prstGeom>
          <a:noFill/>
        </p:spPr>
      </p:pic>
      <p:sp>
        <p:nvSpPr>
          <p:cNvPr id="3258" name="Rectangle 186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457200" y="4191000"/>
            <a:ext cx="5410200" cy="1219200"/>
          </a:xfrm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3086" name="Text Box 14"/>
          <p:cNvSpPr txBox="1">
            <a:spLocks noChangeArrowheads="1"/>
          </p:cNvSpPr>
          <p:nvPr/>
        </p:nvSpPr>
        <p:spPr bwMode="white">
          <a:xfrm>
            <a:off x="228600" y="304800"/>
            <a:ext cx="1524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Verdana" pitchFamily="34" charset="0"/>
              </a:rPr>
              <a:t>LOGO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3DA971-D645-4D2F-AEF9-033E03E220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DAF8EE-ABF6-45BE-9DA0-15A61DF622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6288" y="1347788"/>
            <a:ext cx="3802062" cy="4914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0750" y="1347788"/>
            <a:ext cx="3803650" cy="4914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674878-3852-4A3E-B8CB-7C04BC93E0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B8F328-2CFE-49F6-81E5-E345F59741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F1754-FB47-4E40-BFC9-5595E52F6A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096F58-C59B-439A-AA59-837814C2375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85D428-321F-4829-9CBD-136BC0AF791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CA07AC-5B38-48ED-8D0C-85D9753324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33AA67-D92C-433D-B381-E65B9E54CF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3238" y="209550"/>
            <a:ext cx="2024062" cy="60531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6288" y="209550"/>
            <a:ext cx="5924550" cy="60531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3024D2-D7A3-491E-87FB-C80CADA55D2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209550"/>
            <a:ext cx="73914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76288" y="1347788"/>
            <a:ext cx="7758112" cy="49149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293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29375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293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25CBDA9D-5369-42D2-A61A-7A4E82778D2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Nhom 4: Phan Hoa`i Sang (Phstiger)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516A8496-87A8-4671-84F4-64467991C51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257B-5D6A-4EC3-B34F-AF308C505C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A971-D645-4D2F-AEF9-033E03E220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AF8EE-ABF6-45BE-9DA0-15A61DF622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4878-3852-4A3E-B8CB-7C04BC93E0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F328-2CFE-49F6-81E5-E345F59741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F1754-FB47-4E40-BFC9-5595E52F6A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96F58-C59B-439A-AA59-837814C237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D428-321F-4829-9CBD-136BC0AF79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07AC-5B38-48ED-8D0C-85D9753324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AA67-D92C-433D-B381-E65B9E54CF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24D2-D7A3-491E-87FB-C80CADA55D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Nhom 4: Phan Hoa`i Sang (Phstiger)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516A8496-87A8-4671-84F4-64467991C51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Nhom 4: Phan Hoa`i Sang (Phstiger)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E482ADF-01C0-4D94-A2D4-663EF9E7757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0"/>
                <a:invGamma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9" name="Group 15"/>
          <p:cNvGrpSpPr>
            <a:grpSpLocks/>
          </p:cNvGrpSpPr>
          <p:nvPr/>
        </p:nvGrpSpPr>
        <p:grpSpPr bwMode="auto">
          <a:xfrm>
            <a:off x="-12700" y="692150"/>
            <a:ext cx="9144000" cy="6165850"/>
            <a:chOff x="0" y="436"/>
            <a:chExt cx="5760" cy="3884"/>
          </a:xfrm>
        </p:grpSpPr>
        <p:sp>
          <p:nvSpPr>
            <p:cNvPr id="1040" name="Line 16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2946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1" name="Line 17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3471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2" name="Line 18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067" cy="3872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3" name="Line 19"/>
            <p:cNvSpPr>
              <a:spLocks noChangeShapeType="1"/>
            </p:cNvSpPr>
            <p:nvPr userDrawn="1"/>
          </p:nvSpPr>
          <p:spPr bwMode="gray">
            <a:xfrm>
              <a:off x="1472" y="448"/>
              <a:ext cx="3407" cy="3872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" name="Line 20"/>
            <p:cNvSpPr>
              <a:spLocks noChangeShapeType="1"/>
            </p:cNvSpPr>
            <p:nvPr userDrawn="1"/>
          </p:nvSpPr>
          <p:spPr bwMode="gray">
            <a:xfrm>
              <a:off x="1472" y="448"/>
              <a:ext cx="2787" cy="3872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5" name="Line 21"/>
            <p:cNvSpPr>
              <a:spLocks noChangeShapeType="1"/>
            </p:cNvSpPr>
            <p:nvPr userDrawn="1"/>
          </p:nvSpPr>
          <p:spPr bwMode="gray">
            <a:xfrm>
              <a:off x="1472" y="448"/>
              <a:ext cx="2162" cy="3872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6" name="Line 22"/>
            <p:cNvSpPr>
              <a:spLocks noChangeShapeType="1"/>
            </p:cNvSpPr>
            <p:nvPr userDrawn="1"/>
          </p:nvSpPr>
          <p:spPr bwMode="gray">
            <a:xfrm>
              <a:off x="1472" y="448"/>
              <a:ext cx="1612" cy="3872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7" name="Line 23"/>
            <p:cNvSpPr>
              <a:spLocks noChangeShapeType="1"/>
            </p:cNvSpPr>
            <p:nvPr userDrawn="1"/>
          </p:nvSpPr>
          <p:spPr bwMode="gray">
            <a:xfrm>
              <a:off x="1472" y="448"/>
              <a:ext cx="1065" cy="3872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" name="Line 24"/>
            <p:cNvSpPr>
              <a:spLocks noChangeShapeType="1"/>
            </p:cNvSpPr>
            <p:nvPr userDrawn="1"/>
          </p:nvSpPr>
          <p:spPr bwMode="gray">
            <a:xfrm>
              <a:off x="1472" y="448"/>
              <a:ext cx="514" cy="3872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9" name="Line 25"/>
            <p:cNvSpPr>
              <a:spLocks noChangeShapeType="1"/>
            </p:cNvSpPr>
            <p:nvPr userDrawn="1"/>
          </p:nvSpPr>
          <p:spPr bwMode="gray">
            <a:xfrm>
              <a:off x="1472" y="448"/>
              <a:ext cx="0" cy="3872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0" name="Line 26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2549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1" name="Line 27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2195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2" name="Line 28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1891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3" name="Line 29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1584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" name="Line 30"/>
            <p:cNvSpPr>
              <a:spLocks noChangeShapeType="1"/>
            </p:cNvSpPr>
            <p:nvPr userDrawn="1"/>
          </p:nvSpPr>
          <p:spPr bwMode="gray">
            <a:xfrm>
              <a:off x="1515" y="462"/>
              <a:ext cx="4245" cy="1307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" name="Line 31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1057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6" name="Line 32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833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7" name="Line 33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613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8" name="Line 34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438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9" name="Line 35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259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0" name="Line 36"/>
            <p:cNvSpPr>
              <a:spLocks noChangeShapeType="1"/>
            </p:cNvSpPr>
            <p:nvPr userDrawn="1"/>
          </p:nvSpPr>
          <p:spPr bwMode="gray">
            <a:xfrm>
              <a:off x="1472" y="448"/>
              <a:ext cx="4288" cy="13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1" name="Line 37"/>
            <p:cNvSpPr>
              <a:spLocks noChangeShapeType="1"/>
            </p:cNvSpPr>
            <p:nvPr userDrawn="1"/>
          </p:nvSpPr>
          <p:spPr bwMode="gray">
            <a:xfrm flipH="1">
              <a:off x="0" y="449"/>
              <a:ext cx="1474" cy="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2" name="Line 38"/>
            <p:cNvSpPr>
              <a:spLocks noChangeShapeType="1"/>
            </p:cNvSpPr>
            <p:nvPr userDrawn="1"/>
          </p:nvSpPr>
          <p:spPr bwMode="gray">
            <a:xfrm flipH="1">
              <a:off x="0" y="436"/>
              <a:ext cx="1474" cy="2514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3" name="Line 39"/>
            <p:cNvSpPr>
              <a:spLocks noChangeShapeType="1"/>
            </p:cNvSpPr>
            <p:nvPr userDrawn="1"/>
          </p:nvSpPr>
          <p:spPr bwMode="gray">
            <a:xfrm flipH="1">
              <a:off x="0" y="462"/>
              <a:ext cx="1461" cy="3461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4" name="Line 40"/>
            <p:cNvSpPr>
              <a:spLocks noChangeShapeType="1"/>
            </p:cNvSpPr>
            <p:nvPr userDrawn="1"/>
          </p:nvSpPr>
          <p:spPr bwMode="gray">
            <a:xfrm flipH="1">
              <a:off x="249" y="463"/>
              <a:ext cx="1215" cy="3857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" name="Line 41"/>
            <p:cNvSpPr>
              <a:spLocks noChangeShapeType="1"/>
            </p:cNvSpPr>
            <p:nvPr userDrawn="1"/>
          </p:nvSpPr>
          <p:spPr bwMode="gray">
            <a:xfrm flipH="1">
              <a:off x="657" y="472"/>
              <a:ext cx="808" cy="3848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6" name="Line 42"/>
            <p:cNvSpPr>
              <a:spLocks noChangeShapeType="1"/>
            </p:cNvSpPr>
            <p:nvPr userDrawn="1"/>
          </p:nvSpPr>
          <p:spPr bwMode="gray">
            <a:xfrm flipH="1">
              <a:off x="1066" y="463"/>
              <a:ext cx="404" cy="3857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7" name="Line 43"/>
            <p:cNvSpPr>
              <a:spLocks noChangeShapeType="1"/>
            </p:cNvSpPr>
            <p:nvPr userDrawn="1"/>
          </p:nvSpPr>
          <p:spPr bwMode="gray">
            <a:xfrm flipH="1">
              <a:off x="0" y="436"/>
              <a:ext cx="1474" cy="1875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8" name="Line 44"/>
            <p:cNvSpPr>
              <a:spLocks noChangeShapeType="1"/>
            </p:cNvSpPr>
            <p:nvPr userDrawn="1"/>
          </p:nvSpPr>
          <p:spPr bwMode="gray">
            <a:xfrm flipH="1">
              <a:off x="0" y="466"/>
              <a:ext cx="1447" cy="1327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9" name="Line 45"/>
            <p:cNvSpPr>
              <a:spLocks noChangeShapeType="1"/>
            </p:cNvSpPr>
            <p:nvPr userDrawn="1"/>
          </p:nvSpPr>
          <p:spPr bwMode="gray">
            <a:xfrm flipH="1">
              <a:off x="0" y="449"/>
              <a:ext cx="1474" cy="896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0" name="Line 46"/>
            <p:cNvSpPr>
              <a:spLocks noChangeShapeType="1"/>
            </p:cNvSpPr>
            <p:nvPr userDrawn="1"/>
          </p:nvSpPr>
          <p:spPr bwMode="gray">
            <a:xfrm flipH="1">
              <a:off x="0" y="471"/>
              <a:ext cx="1435" cy="50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1" name="Line 47"/>
            <p:cNvSpPr>
              <a:spLocks noChangeShapeType="1"/>
            </p:cNvSpPr>
            <p:nvPr userDrawn="1"/>
          </p:nvSpPr>
          <p:spPr bwMode="gray">
            <a:xfrm flipH="1">
              <a:off x="0" y="463"/>
              <a:ext cx="1464" cy="206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2" name="Line 48"/>
            <p:cNvSpPr>
              <a:spLocks noChangeShapeType="1"/>
            </p:cNvSpPr>
            <p:nvPr userDrawn="1"/>
          </p:nvSpPr>
          <p:spPr bwMode="gray">
            <a:xfrm flipH="1">
              <a:off x="0" y="436"/>
              <a:ext cx="1474" cy="124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73" name="Group 49"/>
            <p:cNvGrpSpPr>
              <a:grpSpLocks/>
            </p:cNvGrpSpPr>
            <p:nvPr userDrawn="1"/>
          </p:nvGrpSpPr>
          <p:grpSpPr bwMode="auto">
            <a:xfrm>
              <a:off x="0" y="2063"/>
              <a:ext cx="5760" cy="1220"/>
              <a:chOff x="235" y="2750"/>
              <a:chExt cx="5241" cy="699"/>
            </a:xfrm>
          </p:grpSpPr>
          <p:sp>
            <p:nvSpPr>
              <p:cNvPr id="1074" name="Line 50"/>
              <p:cNvSpPr>
                <a:spLocks noChangeShapeType="1"/>
              </p:cNvSpPr>
              <p:nvPr/>
            </p:nvSpPr>
            <p:spPr bwMode="gray">
              <a:xfrm>
                <a:off x="235" y="3449"/>
                <a:ext cx="5241" cy="0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5" name="Line 51"/>
              <p:cNvSpPr>
                <a:spLocks noChangeShapeType="1"/>
              </p:cNvSpPr>
              <p:nvPr/>
            </p:nvSpPr>
            <p:spPr bwMode="gray">
              <a:xfrm>
                <a:off x="235" y="3191"/>
                <a:ext cx="5241" cy="0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6" name="Line 52"/>
              <p:cNvSpPr>
                <a:spLocks noChangeShapeType="1"/>
              </p:cNvSpPr>
              <p:nvPr/>
            </p:nvSpPr>
            <p:spPr bwMode="gray">
              <a:xfrm>
                <a:off x="235" y="2958"/>
                <a:ext cx="5239" cy="0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7" name="Line 53"/>
              <p:cNvSpPr>
                <a:spLocks noChangeShapeType="1"/>
              </p:cNvSpPr>
              <p:nvPr/>
            </p:nvSpPr>
            <p:spPr bwMode="gray">
              <a:xfrm>
                <a:off x="235" y="2750"/>
                <a:ext cx="5239" cy="0"/>
              </a:xfrm>
              <a:prstGeom prst="line">
                <a:avLst/>
              </a:prstGeom>
              <a:noFill/>
              <a:ln w="3175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78" name="Line 54"/>
            <p:cNvSpPr>
              <a:spLocks noChangeShapeType="1"/>
            </p:cNvSpPr>
            <p:nvPr userDrawn="1"/>
          </p:nvSpPr>
          <p:spPr bwMode="gray">
            <a:xfrm>
              <a:off x="0" y="1753"/>
              <a:ext cx="5760" cy="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9" name="Line 55"/>
            <p:cNvSpPr>
              <a:spLocks noChangeShapeType="1"/>
            </p:cNvSpPr>
            <p:nvPr userDrawn="1"/>
          </p:nvSpPr>
          <p:spPr bwMode="gray">
            <a:xfrm flipV="1">
              <a:off x="0" y="1455"/>
              <a:ext cx="5760" cy="1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0" name="Line 56"/>
            <p:cNvSpPr>
              <a:spLocks noChangeShapeType="1"/>
            </p:cNvSpPr>
            <p:nvPr userDrawn="1"/>
          </p:nvSpPr>
          <p:spPr bwMode="gray">
            <a:xfrm>
              <a:off x="0" y="1182"/>
              <a:ext cx="5760" cy="9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1" name="Line 57"/>
            <p:cNvSpPr>
              <a:spLocks noChangeShapeType="1"/>
            </p:cNvSpPr>
            <p:nvPr userDrawn="1"/>
          </p:nvSpPr>
          <p:spPr bwMode="gray">
            <a:xfrm>
              <a:off x="0" y="965"/>
              <a:ext cx="5734" cy="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2" name="Line 58"/>
            <p:cNvSpPr>
              <a:spLocks noChangeShapeType="1"/>
            </p:cNvSpPr>
            <p:nvPr userDrawn="1"/>
          </p:nvSpPr>
          <p:spPr bwMode="gray">
            <a:xfrm flipV="1">
              <a:off x="0" y="780"/>
              <a:ext cx="5760" cy="11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3" name="Line 59"/>
            <p:cNvSpPr>
              <a:spLocks noChangeShapeType="1"/>
            </p:cNvSpPr>
            <p:nvPr userDrawn="1"/>
          </p:nvSpPr>
          <p:spPr bwMode="gray">
            <a:xfrm>
              <a:off x="0" y="661"/>
              <a:ext cx="5760" cy="7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4" name="Line 60"/>
            <p:cNvSpPr>
              <a:spLocks noChangeShapeType="1"/>
            </p:cNvSpPr>
            <p:nvPr userDrawn="1"/>
          </p:nvSpPr>
          <p:spPr bwMode="gray">
            <a:xfrm flipV="1">
              <a:off x="0" y="558"/>
              <a:ext cx="5760" cy="17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5" name="Line 61"/>
            <p:cNvSpPr>
              <a:spLocks noChangeShapeType="1"/>
            </p:cNvSpPr>
            <p:nvPr userDrawn="1"/>
          </p:nvSpPr>
          <p:spPr bwMode="gray">
            <a:xfrm>
              <a:off x="25" y="521"/>
              <a:ext cx="5735" cy="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6" name="Line 62"/>
            <p:cNvSpPr>
              <a:spLocks noChangeShapeType="1"/>
            </p:cNvSpPr>
            <p:nvPr userDrawn="1"/>
          </p:nvSpPr>
          <p:spPr bwMode="gray">
            <a:xfrm>
              <a:off x="0" y="482"/>
              <a:ext cx="5760" cy="0"/>
            </a:xfrm>
            <a:prstGeom prst="line">
              <a:avLst/>
            </a:prstGeom>
            <a:noFill/>
            <a:ln w="3175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87" name="Line 63"/>
          <p:cNvSpPr>
            <a:spLocks noChangeShapeType="1"/>
          </p:cNvSpPr>
          <p:nvPr/>
        </p:nvSpPr>
        <p:spPr bwMode="gray">
          <a:xfrm flipH="1">
            <a:off x="-12700" y="712788"/>
            <a:ext cx="2339975" cy="0"/>
          </a:xfrm>
          <a:prstGeom prst="line">
            <a:avLst/>
          </a:prstGeom>
          <a:noFill/>
          <a:ln w="3175">
            <a:solidFill>
              <a:srgbClr val="FFFF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" name="Line 64"/>
          <p:cNvSpPr>
            <a:spLocks noChangeShapeType="1"/>
          </p:cNvSpPr>
          <p:nvPr/>
        </p:nvSpPr>
        <p:spPr bwMode="gray">
          <a:xfrm flipH="1">
            <a:off x="-12700" y="712788"/>
            <a:ext cx="2339975" cy="349250"/>
          </a:xfrm>
          <a:prstGeom prst="line">
            <a:avLst/>
          </a:prstGeom>
          <a:noFill/>
          <a:ln w="3175">
            <a:solidFill>
              <a:srgbClr val="FFFF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9" name="Line 65"/>
          <p:cNvSpPr>
            <a:spLocks noChangeShapeType="1"/>
          </p:cNvSpPr>
          <p:nvPr/>
        </p:nvSpPr>
        <p:spPr bwMode="gray">
          <a:xfrm flipH="1">
            <a:off x="-12700" y="692150"/>
            <a:ext cx="2339975" cy="196850"/>
          </a:xfrm>
          <a:prstGeom prst="line">
            <a:avLst/>
          </a:prstGeom>
          <a:noFill/>
          <a:ln w="3175">
            <a:solidFill>
              <a:srgbClr val="FFFF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" name="Line 66"/>
          <p:cNvSpPr>
            <a:spLocks noChangeShapeType="1"/>
          </p:cNvSpPr>
          <p:nvPr/>
        </p:nvSpPr>
        <p:spPr bwMode="gray">
          <a:xfrm>
            <a:off x="-12700" y="765175"/>
            <a:ext cx="9144000" cy="0"/>
          </a:xfrm>
          <a:prstGeom prst="line">
            <a:avLst/>
          </a:prstGeom>
          <a:noFill/>
          <a:ln w="3175">
            <a:solidFill>
              <a:srgbClr val="FFFF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1" name="Freeform 67"/>
          <p:cNvSpPr>
            <a:spLocks/>
          </p:cNvSpPr>
          <p:nvPr/>
        </p:nvSpPr>
        <p:spPr bwMode="gray">
          <a:xfrm>
            <a:off x="-12700" y="0"/>
            <a:ext cx="9156700" cy="1600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688"/>
              </a:cxn>
              <a:cxn ang="0">
                <a:pos x="2008" y="492"/>
              </a:cxn>
              <a:cxn ang="0">
                <a:pos x="5768" y="1008"/>
              </a:cxn>
              <a:cxn ang="0">
                <a:pos x="5768" y="0"/>
              </a:cxn>
              <a:cxn ang="0">
                <a:pos x="0" y="0"/>
              </a:cxn>
            </a:cxnLst>
            <a:rect l="0" t="0" r="r" b="b"/>
            <a:pathLst>
              <a:path w="5768" h="1008">
                <a:moveTo>
                  <a:pt x="0" y="0"/>
                </a:moveTo>
                <a:lnTo>
                  <a:pt x="0" y="688"/>
                </a:lnTo>
                <a:cubicBezTo>
                  <a:pt x="72" y="682"/>
                  <a:pt x="776" y="535"/>
                  <a:pt x="2008" y="492"/>
                </a:cubicBezTo>
                <a:cubicBezTo>
                  <a:pt x="3240" y="449"/>
                  <a:pt x="4792" y="608"/>
                  <a:pt x="5768" y="1008"/>
                </a:cubicBezTo>
                <a:lnTo>
                  <a:pt x="5768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63529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92" name="Freeform 68"/>
          <p:cNvSpPr>
            <a:spLocks/>
          </p:cNvSpPr>
          <p:nvPr/>
        </p:nvSpPr>
        <p:spPr bwMode="gray">
          <a:xfrm>
            <a:off x="-12700" y="-12700"/>
            <a:ext cx="9156700" cy="13541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67"/>
              </a:cxn>
              <a:cxn ang="0">
                <a:pos x="2104" y="448"/>
              </a:cxn>
              <a:cxn ang="0">
                <a:pos x="5768" y="848"/>
              </a:cxn>
              <a:cxn ang="0">
                <a:pos x="5760" y="8"/>
              </a:cxn>
              <a:cxn ang="0">
                <a:pos x="0" y="0"/>
              </a:cxn>
            </a:cxnLst>
            <a:rect l="0" t="0" r="r" b="b"/>
            <a:pathLst>
              <a:path w="5768" h="848">
                <a:moveTo>
                  <a:pt x="0" y="0"/>
                </a:moveTo>
                <a:lnTo>
                  <a:pt x="0" y="767"/>
                </a:lnTo>
                <a:cubicBezTo>
                  <a:pt x="72" y="760"/>
                  <a:pt x="879" y="496"/>
                  <a:pt x="2104" y="448"/>
                </a:cubicBezTo>
                <a:cubicBezTo>
                  <a:pt x="3330" y="401"/>
                  <a:pt x="4792" y="472"/>
                  <a:pt x="5768" y="848"/>
                </a:cubicBezTo>
                <a:lnTo>
                  <a:pt x="5760" y="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hlink">
                  <a:gamma/>
                  <a:shade val="63529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1093" name="Picture 69" descr="figure07_o copy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gray">
          <a:xfrm>
            <a:off x="600075" y="115888"/>
            <a:ext cx="1079500" cy="792162"/>
          </a:xfrm>
          <a:prstGeom prst="rect">
            <a:avLst/>
          </a:prstGeom>
          <a:noFill/>
        </p:spPr>
      </p:pic>
      <p:pic>
        <p:nvPicPr>
          <p:cNvPr id="1094" name="Picture 70" descr="figure07_b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gray">
          <a:xfrm>
            <a:off x="-12700" y="333375"/>
            <a:ext cx="1439863" cy="1203325"/>
          </a:xfrm>
          <a:prstGeom prst="rect">
            <a:avLst/>
          </a:prstGeom>
          <a:noFill/>
        </p:spPr>
      </p:pic>
      <p:pic>
        <p:nvPicPr>
          <p:cNvPr id="1095" name="Picture 71" descr="figure07_g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gray">
          <a:xfrm>
            <a:off x="1174750" y="404813"/>
            <a:ext cx="649288" cy="542925"/>
          </a:xfrm>
          <a:prstGeom prst="rect">
            <a:avLst/>
          </a:prstGeom>
          <a:noFill/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6288" y="1347788"/>
            <a:ext cx="7758112" cy="491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29375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2937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29375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5D2F326-D4DD-4CAE-8A77-360C9DE4EC8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1485900" y="209550"/>
            <a:ext cx="73914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2F326-D4DD-4CAE-8A77-360C9DE4EC8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8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22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24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32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34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5720" y="4181475"/>
            <a:ext cx="5857916" cy="1012825"/>
          </a:xfrm>
        </p:spPr>
        <p:txBody>
          <a:bodyPr/>
          <a:lstStyle/>
          <a:p>
            <a:r>
              <a:rPr lang="en-US"/>
              <a:t>Bài toán </a:t>
            </a:r>
            <a:br>
              <a:rPr lang="en-US"/>
            </a:br>
            <a:r>
              <a:rPr lang="en-US"/>
              <a:t>đường đi ngắn nhất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5334000"/>
            <a:ext cx="7086600" cy="38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Phạm Thi Vương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  <a:endParaRPr lang="en-US">
              <a:solidFill>
                <a:schemeClr val="accent1"/>
              </a:solidFill>
            </a:endParaRPr>
          </a:p>
        </p:txBody>
      </p:sp>
      <p:grpSp>
        <p:nvGrpSpPr>
          <p:cNvPr id="89091" name="Group 3"/>
          <p:cNvGrpSpPr>
            <a:grpSpLocks/>
          </p:cNvGrpSpPr>
          <p:nvPr/>
        </p:nvGrpSpPr>
        <p:grpSpPr bwMode="auto">
          <a:xfrm>
            <a:off x="1828800" y="2024063"/>
            <a:ext cx="762000" cy="665162"/>
            <a:chOff x="1110" y="2656"/>
            <a:chExt cx="1549" cy="1351"/>
          </a:xfrm>
        </p:grpSpPr>
        <p:sp>
          <p:nvSpPr>
            <p:cNvPr id="89092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3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4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9095" name="Group 7"/>
          <p:cNvGrpSpPr>
            <a:grpSpLocks/>
          </p:cNvGrpSpPr>
          <p:nvPr/>
        </p:nvGrpSpPr>
        <p:grpSpPr bwMode="auto">
          <a:xfrm>
            <a:off x="1828800" y="2938463"/>
            <a:ext cx="762000" cy="665162"/>
            <a:chOff x="3174" y="2656"/>
            <a:chExt cx="1549" cy="1351"/>
          </a:xfrm>
        </p:grpSpPr>
        <p:sp>
          <p:nvSpPr>
            <p:cNvPr id="89096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7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8" name="AutoShape 10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9099" name="Line 11"/>
          <p:cNvSpPr>
            <a:spLocks noChangeShapeType="1"/>
          </p:cNvSpPr>
          <p:nvPr/>
        </p:nvSpPr>
        <p:spPr bwMode="auto">
          <a:xfrm>
            <a:off x="2438400" y="2633663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100" name="Text Box 12"/>
          <p:cNvSpPr txBox="1">
            <a:spLocks noChangeArrowheads="1"/>
          </p:cNvSpPr>
          <p:nvPr/>
        </p:nvSpPr>
        <p:spPr bwMode="auto">
          <a:xfrm>
            <a:off x="3429000" y="2100263"/>
            <a:ext cx="266771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solidFill>
                  <a:schemeClr val="tx2"/>
                </a:solidFill>
              </a:rPr>
              <a:t>Phát biểu bài toán</a:t>
            </a:r>
          </a:p>
        </p:txBody>
      </p:sp>
      <p:sp>
        <p:nvSpPr>
          <p:cNvPr id="89101" name="Text Box 13"/>
          <p:cNvSpPr txBox="1">
            <a:spLocks noChangeArrowheads="1"/>
          </p:cNvSpPr>
          <p:nvPr/>
        </p:nvSpPr>
        <p:spPr bwMode="gray">
          <a:xfrm>
            <a:off x="2025650" y="21224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9102" name="Line 14"/>
          <p:cNvSpPr>
            <a:spLocks noChangeShapeType="1"/>
          </p:cNvSpPr>
          <p:nvPr/>
        </p:nvSpPr>
        <p:spPr bwMode="auto">
          <a:xfrm>
            <a:off x="2438400" y="3548063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103" name="Text Box 15"/>
          <p:cNvSpPr txBox="1">
            <a:spLocks noChangeArrowheads="1"/>
          </p:cNvSpPr>
          <p:nvPr/>
        </p:nvSpPr>
        <p:spPr bwMode="auto">
          <a:xfrm>
            <a:off x="3429000" y="3014663"/>
            <a:ext cx="276870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solidFill>
                  <a:schemeClr val="tx2"/>
                </a:solidFill>
              </a:rPr>
              <a:t>Thuật toán Dijkstra</a:t>
            </a:r>
          </a:p>
        </p:txBody>
      </p:sp>
      <p:sp>
        <p:nvSpPr>
          <p:cNvPr id="89104" name="Text Box 16"/>
          <p:cNvSpPr txBox="1">
            <a:spLocks noChangeArrowheads="1"/>
          </p:cNvSpPr>
          <p:nvPr/>
        </p:nvSpPr>
        <p:spPr bwMode="gray">
          <a:xfrm>
            <a:off x="2025650" y="30368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FFFF"/>
                </a:solidFill>
              </a:rPr>
              <a:t>2</a:t>
            </a:r>
          </a:p>
        </p:txBody>
      </p:sp>
      <p:grpSp>
        <p:nvGrpSpPr>
          <p:cNvPr id="89105" name="Group 17"/>
          <p:cNvGrpSpPr>
            <a:grpSpLocks/>
          </p:cNvGrpSpPr>
          <p:nvPr/>
        </p:nvGrpSpPr>
        <p:grpSpPr bwMode="auto">
          <a:xfrm>
            <a:off x="1828800" y="3830638"/>
            <a:ext cx="762000" cy="665162"/>
            <a:chOff x="1110" y="2656"/>
            <a:chExt cx="1549" cy="1351"/>
          </a:xfrm>
        </p:grpSpPr>
        <p:sp>
          <p:nvSpPr>
            <p:cNvPr id="89106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07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08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9109" name="Group 21"/>
          <p:cNvGrpSpPr>
            <a:grpSpLocks/>
          </p:cNvGrpSpPr>
          <p:nvPr/>
        </p:nvGrpSpPr>
        <p:grpSpPr bwMode="auto">
          <a:xfrm>
            <a:off x="1828800" y="4745038"/>
            <a:ext cx="762000" cy="665162"/>
            <a:chOff x="3174" y="2656"/>
            <a:chExt cx="1549" cy="1351"/>
          </a:xfrm>
        </p:grpSpPr>
        <p:sp>
          <p:nvSpPr>
            <p:cNvPr id="89110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11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12" name="AutoShape 24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9113" name="Line 25"/>
          <p:cNvSpPr>
            <a:spLocks noChangeShapeType="1"/>
          </p:cNvSpPr>
          <p:nvPr/>
        </p:nvSpPr>
        <p:spPr bwMode="auto">
          <a:xfrm>
            <a:off x="2438400" y="4440238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114" name="Text Box 26"/>
          <p:cNvSpPr txBox="1">
            <a:spLocks noChangeArrowheads="1"/>
          </p:cNvSpPr>
          <p:nvPr/>
        </p:nvSpPr>
        <p:spPr bwMode="auto">
          <a:xfrm>
            <a:off x="3429000" y="3906838"/>
            <a:ext cx="2855269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solidFill>
                  <a:schemeClr val="tx2"/>
                </a:solidFill>
              </a:rPr>
              <a:t>Thuật toán Bellman</a:t>
            </a:r>
          </a:p>
        </p:txBody>
      </p:sp>
      <p:sp>
        <p:nvSpPr>
          <p:cNvPr id="89115" name="Text Box 27"/>
          <p:cNvSpPr txBox="1">
            <a:spLocks noChangeArrowheads="1"/>
          </p:cNvSpPr>
          <p:nvPr/>
        </p:nvSpPr>
        <p:spPr bwMode="gray">
          <a:xfrm>
            <a:off x="2025650" y="392906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9116" name="Line 28"/>
          <p:cNvSpPr>
            <a:spLocks noChangeShapeType="1"/>
          </p:cNvSpPr>
          <p:nvPr/>
        </p:nvSpPr>
        <p:spPr bwMode="auto">
          <a:xfrm>
            <a:off x="2438400" y="5354638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117" name="Text Box 29"/>
          <p:cNvSpPr txBox="1">
            <a:spLocks noChangeArrowheads="1"/>
          </p:cNvSpPr>
          <p:nvPr/>
        </p:nvSpPr>
        <p:spPr bwMode="auto">
          <a:xfrm>
            <a:off x="3429000" y="4821238"/>
            <a:ext cx="2323072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solidFill>
                  <a:schemeClr val="tx2"/>
                </a:solidFill>
              </a:rPr>
              <a:t>Thuật toán Floy</a:t>
            </a:r>
          </a:p>
        </p:txBody>
      </p:sp>
      <p:sp>
        <p:nvSpPr>
          <p:cNvPr id="89118" name="Text Box 30"/>
          <p:cNvSpPr txBox="1">
            <a:spLocks noChangeArrowheads="1"/>
          </p:cNvSpPr>
          <p:nvPr/>
        </p:nvSpPr>
        <p:spPr bwMode="gray">
          <a:xfrm>
            <a:off x="2025650" y="484346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9119" name="Text Box 31"/>
          <p:cNvSpPr txBox="1">
            <a:spLocks noChangeArrowheads="1"/>
          </p:cNvSpPr>
          <p:nvPr/>
        </p:nvSpPr>
        <p:spPr bwMode="auto">
          <a:xfrm>
            <a:off x="1660525" y="7223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 trận khoảng cách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/>
          <a:lstStyle/>
          <a:p>
            <a:r>
              <a:rPr lang="en-US"/>
              <a:t>Trong trường hợp đồ thị có trọng số, thay vì ma trận kề, để biểu diễn đồ thị sử dụng ma trận trọng số C</a:t>
            </a:r>
            <a:r>
              <a:rPr lang="en-US" baseline="-25000"/>
              <a:t>nxn</a:t>
            </a:r>
            <a:r>
              <a:rPr lang="en-US"/>
              <a:t> với  </a:t>
            </a:r>
          </a:p>
          <a:p>
            <a:pPr>
              <a:buNone/>
            </a:pPr>
            <a:r>
              <a:rPr lang="en-US"/>
              <a:t>		</a:t>
            </a:r>
          </a:p>
          <a:p>
            <a:endParaRPr lang="en-US"/>
          </a:p>
          <a:p>
            <a:pPr lvl="1">
              <a:buNone/>
            </a:pPr>
            <a:endParaRPr lang="en-US">
              <a:sym typeface="Mathematica1"/>
            </a:endParaRPr>
          </a:p>
          <a:p>
            <a:pPr lvl="1">
              <a:buNone/>
            </a:pPr>
            <a:r>
              <a:rPr lang="en-US">
                <a:sym typeface="Symbol"/>
              </a:rPr>
              <a:t> = 0, -,  tuỳ trường hợp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12" y="3429000"/>
            <a:ext cx="4984285" cy="1214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5847" name="Object 7"/>
          <p:cNvGraphicFramePr>
            <a:graphicFrameLocks noChangeAspect="1"/>
          </p:cNvGraphicFramePr>
          <p:nvPr/>
        </p:nvGraphicFramePr>
        <p:xfrm>
          <a:off x="285750" y="1428750"/>
          <a:ext cx="7522394" cy="385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46" name="SmartDraw" r:id="rId2" imgW="4578412" imgH="2378172" progId="SmartDraw.2">
                  <p:embed/>
                </p:oleObj>
              </mc:Choice>
              <mc:Fallback>
                <p:oleObj name="SmartDraw" r:id="rId2" imgW="4578412" imgH="2378172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1428750"/>
                        <a:ext cx="7522394" cy="3857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4509F2-D80E-4290-A2DF-D3B742739C79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2</a:t>
            </a:r>
          </a:p>
        </p:txBody>
      </p:sp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2225" name="Object 1"/>
          <p:cNvGraphicFramePr>
            <a:graphicFrameLocks noChangeAspect="1"/>
          </p:cNvGraphicFramePr>
          <p:nvPr/>
        </p:nvGraphicFramePr>
        <p:xfrm>
          <a:off x="785786" y="1785926"/>
          <a:ext cx="7759610" cy="364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770" name="SmartDraw" r:id="rId2" imgW="5557023" imgH="2060692" progId="SmartDraw.2">
                  <p:embed/>
                </p:oleObj>
              </mc:Choice>
              <mc:Fallback>
                <p:oleObj name="SmartDraw" r:id="rId2" imgW="5557023" imgH="2060692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86" y="1785926"/>
                        <a:ext cx="7759610" cy="3643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461504-B7C6-437B-BD70-9066195B68BA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toán đường đi ngắn nhất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Cho p=(..,e</a:t>
            </a:r>
            <a:r>
              <a:rPr lang="en-US" baseline="-25000"/>
              <a:t>i</a:t>
            </a:r>
            <a:r>
              <a:rPr lang="en-US"/>
              <a:t>, e</a:t>
            </a:r>
            <a:r>
              <a:rPr lang="en-US" baseline="-25000"/>
              <a:t>j, …</a:t>
            </a:r>
            <a:r>
              <a:rPr lang="en-US"/>
              <a:t>) là một đường đi(mạch) thì độ dài của p được định nghĩa như sau: </a:t>
            </a:r>
          </a:p>
          <a:p>
            <a:endParaRPr lang="en-US"/>
          </a:p>
          <a:p>
            <a:endParaRPr lang="en-US"/>
          </a:p>
          <a:p>
            <a:pPr lvl="0"/>
            <a:r>
              <a:rPr lang="en-US"/>
              <a:t>Cho G=(V,E)  có trọng lượng và i, j </a:t>
            </a:r>
            <a:r>
              <a:rPr lang="en-US">
                <a:sym typeface="Mathematica1"/>
              </a:rPr>
              <a:t></a:t>
            </a:r>
            <a:r>
              <a:rPr lang="en-US"/>
              <a:t> V. Gọi P là tập hợp tất cả các đường đi từ i đến j. Xét bài toán :</a:t>
            </a:r>
          </a:p>
          <a:p>
            <a:pPr lvl="1"/>
            <a:r>
              <a:rPr lang="en-US"/>
              <a:t>Tìm p</a:t>
            </a:r>
            <a:r>
              <a:rPr lang="en-US" baseline="-25000"/>
              <a:t>o</a:t>
            </a:r>
            <a:r>
              <a:rPr lang="en-US"/>
              <a:t> </a:t>
            </a:r>
            <a:r>
              <a:rPr lang="en-US">
                <a:sym typeface="Symbol"/>
              </a:rPr>
              <a:t></a:t>
            </a:r>
            <a:r>
              <a:rPr lang="en-US"/>
              <a:t>P sao cho </a:t>
            </a:r>
          </a:p>
          <a:p>
            <a:pPr lvl="1"/>
            <a:endParaRPr lang="en-US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49" name="Object 1"/>
          <p:cNvGraphicFramePr>
            <a:graphicFrameLocks noChangeAspect="1"/>
          </p:cNvGraphicFramePr>
          <p:nvPr/>
        </p:nvGraphicFramePr>
        <p:xfrm>
          <a:off x="2928926" y="2928934"/>
          <a:ext cx="1685551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0" name="Equation" r:id="rId2" imgW="926698" imgH="355446" progId="Equation.DSMT4">
                  <p:embed/>
                </p:oleObj>
              </mc:Choice>
              <mc:Fallback>
                <p:oleObj name="Equation" r:id="rId2" imgW="926698" imgH="355446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26" y="2928934"/>
                        <a:ext cx="1685551" cy="642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4643438" y="5429264"/>
          <a:ext cx="3725359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1" name="Equation" r:id="rId4" imgW="1675673" imgH="253890" progId="Equation.DSMT4">
                  <p:embed/>
                </p:oleObj>
              </mc:Choice>
              <mc:Fallback>
                <p:oleObj name="Equation" r:id="rId4" imgW="1675673" imgH="25389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429264"/>
                        <a:ext cx="3725359" cy="5715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5847" name="Object 7"/>
          <p:cNvGraphicFramePr>
            <a:graphicFrameLocks noChangeAspect="1"/>
          </p:cNvGraphicFramePr>
          <p:nvPr/>
        </p:nvGraphicFramePr>
        <p:xfrm>
          <a:off x="285750" y="1428750"/>
          <a:ext cx="7522394" cy="385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94" name="SmartDraw" r:id="rId2" imgW="4578412" imgH="2378172" progId="SmartDraw.2">
                  <p:embed/>
                </p:oleObj>
              </mc:Choice>
              <mc:Fallback>
                <p:oleObj name="SmartDraw" r:id="rId2" imgW="4578412" imgH="2378172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1428750"/>
                        <a:ext cx="7522394" cy="3857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4509F2-D80E-4290-A2DF-D3B742739C79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bài toán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Tìm đường đi ngắn nhất từ một đỉnh đến một đỉnh khác.</a:t>
            </a:r>
          </a:p>
          <a:p>
            <a:r>
              <a:rPr lang="en-US"/>
              <a:t>Tìm đường đi ngắn nhất từ một đỉnh đến các đỉnh còn lại</a:t>
            </a:r>
          </a:p>
          <a:p>
            <a:r>
              <a:rPr lang="en-US"/>
              <a:t>Tìm đường đi ngắn nhất giữa các cặp đỉnh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F2C3E1-65E9-4A9C-B334-0AFF3ED9F517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Cách giải quyết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Tx/>
              <a:buChar char="•"/>
            </a:pPr>
            <a:r>
              <a:rPr lang="en-US"/>
              <a:t>Vét cạn</a:t>
            </a:r>
          </a:p>
          <a:p>
            <a:pPr marL="342900" lvl="1" indent="-342900">
              <a:buFontTx/>
              <a:buChar char="•"/>
            </a:pPr>
            <a:r>
              <a:rPr lang="en-US"/>
              <a:t>Dijkstra</a:t>
            </a:r>
          </a:p>
          <a:p>
            <a:pPr marL="342900" lvl="1" indent="-342900">
              <a:buFontTx/>
              <a:buChar char="•"/>
            </a:pPr>
            <a:r>
              <a:rPr lang="en-US"/>
              <a:t>Ford – Bellman </a:t>
            </a:r>
          </a:p>
          <a:p>
            <a:pPr marL="342900" lvl="1" indent="-342900">
              <a:buFontTx/>
              <a:buChar char="•"/>
            </a:pPr>
            <a:r>
              <a:rPr lang="en-US"/>
              <a:t>Floy</a:t>
            </a:r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2A7B3E4-5177-4B28-B896-F41E861A53A2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Nguyên lý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Nếu u…w…v là đường đi ngắn nhất từ u đến v, thì v…w, w…u cũng là đường đi ngắn nhất</a:t>
            </a:r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574766-C9EC-4786-958F-2AAC3BB05CE7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Dijkstra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Ý tưởng: Thực hiện một quá trình duyệt đồ thị xuất phát từ S</a:t>
            </a:r>
            <a:r>
              <a:rPr lang="en-US" sz="2800" baseline="-25000"/>
              <a:t>0</a:t>
            </a:r>
            <a:r>
              <a:rPr lang="en-US" sz="2800"/>
              <a:t> trong đó với mỗi đỉnh S được xem xét ta tính số đo lộ trình từ S đến S</a:t>
            </a:r>
            <a:r>
              <a:rPr lang="en-US" sz="2800" baseline="-25000"/>
              <a:t>0</a:t>
            </a:r>
            <a:r>
              <a:rPr lang="en-US" sz="2800"/>
              <a:t>: L(S)</a:t>
            </a:r>
          </a:p>
          <a:p>
            <a:r>
              <a:rPr lang="en-US" sz="2800"/>
              <a:t>Các đỉnh đã được xem xét có thể được lưu ở 2 danh sách:</a:t>
            </a:r>
          </a:p>
          <a:p>
            <a:pPr>
              <a:buNone/>
            </a:pPr>
            <a:r>
              <a:rPr lang="en-US" sz="2800"/>
              <a:t>		C = các đỉnh không xem xét lại</a:t>
            </a:r>
          </a:p>
          <a:p>
            <a:pPr>
              <a:buNone/>
            </a:pPr>
            <a:r>
              <a:rPr lang="en-US" sz="2800"/>
              <a:t>		O = các đỉnh có thể được xem xét lại</a:t>
            </a:r>
          </a:p>
          <a:p>
            <a:r>
              <a:rPr lang="en-US" sz="2800"/>
              <a:t>Trong quá trình lặp để tìm đường đi ngắn nhất ta chọn đỉnh N thuộc O có L(N) nhỏ nhất để tính các đỉnh kế tiếp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BB46D3-A52B-4542-BD85-F39C2AE1D9B6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Dijkstra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Bước </a:t>
            </a:r>
            <a:r>
              <a:rPr lang="en-US" sz="2800" b="1"/>
              <a:t>1:</a:t>
            </a:r>
          </a:p>
          <a:p>
            <a:pPr>
              <a:buNone/>
            </a:pPr>
            <a:r>
              <a:rPr lang="en-US" sz="2800" b="1"/>
              <a:t>			</a:t>
            </a:r>
            <a:r>
              <a:rPr lang="en-US" sz="2800"/>
              <a:t>C=[];</a:t>
            </a:r>
          </a:p>
          <a:p>
            <a:pPr>
              <a:buNone/>
            </a:pPr>
            <a:r>
              <a:rPr lang="en-US" sz="2800"/>
              <a:t>			O=[S</a:t>
            </a:r>
            <a:r>
              <a:rPr lang="en-US" sz="2800" baseline="-25000"/>
              <a:t>0</a:t>
            </a:r>
            <a:r>
              <a:rPr lang="en-US" sz="2800"/>
              <a:t>];</a:t>
            </a:r>
          </a:p>
          <a:p>
            <a:pPr>
              <a:buNone/>
            </a:pPr>
            <a:r>
              <a:rPr lang="en-US" sz="2800"/>
              <a:t>			L(S</a:t>
            </a:r>
            <a:r>
              <a:rPr lang="en-US" sz="2800" baseline="-25000"/>
              <a:t>0</a:t>
            </a:r>
            <a:r>
              <a:rPr lang="en-US" sz="2800"/>
              <a:t>)=0</a:t>
            </a:r>
          </a:p>
          <a:p>
            <a:r>
              <a:rPr lang="en-US" sz="2800"/>
              <a:t>Bước </a:t>
            </a:r>
            <a:r>
              <a:rPr lang="en-US" sz="2800" b="1"/>
              <a:t>2</a:t>
            </a:r>
            <a:r>
              <a:rPr lang="en-US" sz="2800"/>
              <a:t>: </a:t>
            </a:r>
          </a:p>
          <a:p>
            <a:pPr>
              <a:buNone/>
            </a:pPr>
            <a:r>
              <a:rPr lang="en-US" sz="2800"/>
              <a:t>		while (O</a:t>
            </a:r>
            <a:r>
              <a:rPr lang="en-US" sz="2800">
                <a:sym typeface="Symbol"/>
              </a:rPr>
              <a:t></a:t>
            </a:r>
            <a:r>
              <a:rPr lang="en-US" sz="2800"/>
              <a:t>[]){…}</a:t>
            </a:r>
          </a:p>
          <a:p>
            <a:r>
              <a:rPr lang="en-US" sz="2800"/>
              <a:t>Bước </a:t>
            </a:r>
            <a:r>
              <a:rPr lang="en-US" sz="2800" b="1"/>
              <a:t>3</a:t>
            </a:r>
            <a:r>
              <a:rPr lang="en-US" sz="2800"/>
              <a:t>: </a:t>
            </a:r>
          </a:p>
          <a:p>
            <a:pPr lvl="1">
              <a:buNone/>
            </a:pPr>
            <a:r>
              <a:rPr lang="en-US"/>
              <a:t>	kết thúc do bế tắc </a:t>
            </a:r>
          </a:p>
          <a:p>
            <a:pPr lvl="1">
              <a:buNone/>
            </a:pPr>
            <a:r>
              <a:rPr lang="en-US"/>
              <a:t>			=&gt; Kết luận không có đường đi</a:t>
            </a:r>
          </a:p>
          <a:p>
            <a:pPr lvl="1">
              <a:buNone/>
            </a:pPr>
            <a:endParaRPr lang="en-US"/>
          </a:p>
          <a:p>
            <a:pPr>
              <a:buNone/>
            </a:pPr>
            <a:r>
              <a:rPr lang="en-US"/>
              <a:t>	</a:t>
            </a:r>
          </a:p>
          <a:p>
            <a:pPr lvl="1"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648EF9-6415-4062-B878-B7174467D644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571612"/>
            <a:ext cx="7715304" cy="4572032"/>
          </a:xfrm>
        </p:spPr>
        <p:txBody>
          <a:bodyPr/>
          <a:lstStyle/>
          <a:p>
            <a:pPr>
              <a:buNone/>
            </a:pPr>
            <a:r>
              <a:rPr lang="en-US" sz="2300"/>
              <a:t>while (O</a:t>
            </a:r>
            <a:r>
              <a:rPr lang="en-US" sz="2300">
                <a:sym typeface="Symbol"/>
              </a:rPr>
              <a:t></a:t>
            </a:r>
            <a:r>
              <a:rPr lang="en-US" sz="2300"/>
              <a:t>[])</a:t>
            </a:r>
          </a:p>
          <a:p>
            <a:pPr>
              <a:buNone/>
            </a:pPr>
            <a:r>
              <a:rPr lang="en-US" sz="2300"/>
              <a:t>{</a:t>
            </a:r>
          </a:p>
          <a:p>
            <a:pPr>
              <a:buNone/>
            </a:pPr>
            <a:r>
              <a:rPr lang="en-US" sz="2300"/>
              <a:t>	2.1 chọn N thuộc O sao cho L(N) nhỏ nhất</a:t>
            </a:r>
          </a:p>
          <a:p>
            <a:pPr>
              <a:buNone/>
            </a:pPr>
            <a:r>
              <a:rPr lang="en-US" sz="2300"/>
              <a:t>	2.2 Loại N khỏi O và thêm vào C</a:t>
            </a:r>
          </a:p>
          <a:p>
            <a:pPr>
              <a:buNone/>
            </a:pPr>
            <a:r>
              <a:rPr lang="en-US" sz="2300"/>
              <a:t>	2.3 Nếu (N==G) </a:t>
            </a:r>
          </a:p>
          <a:p>
            <a:pPr>
              <a:buNone/>
            </a:pPr>
            <a:r>
              <a:rPr lang="en-US" sz="2300"/>
              <a:t>				Dừng và kết luận tìm thấy</a:t>
            </a:r>
          </a:p>
          <a:p>
            <a:pPr>
              <a:buNone/>
            </a:pPr>
            <a:r>
              <a:rPr lang="en-US" sz="2300"/>
              <a:t>	2.4 Xét các S </a:t>
            </a:r>
            <a:r>
              <a:rPr lang="en-US" sz="2300">
                <a:sym typeface="Symbol"/>
              </a:rPr>
              <a:t></a:t>
            </a:r>
            <a:r>
              <a:rPr lang="en-US" sz="2300"/>
              <a:t>C kế N và xử lý tuỳ trường hợp</a:t>
            </a:r>
          </a:p>
          <a:p>
            <a:pPr>
              <a:buNone/>
            </a:pPr>
            <a:r>
              <a:rPr lang="en-US" sz="2300"/>
              <a:t>		{</a:t>
            </a:r>
          </a:p>
          <a:p>
            <a:pPr>
              <a:buNone/>
            </a:pPr>
            <a:r>
              <a:rPr lang="en-US" sz="2300"/>
              <a:t>		………………..</a:t>
            </a:r>
          </a:p>
          <a:p>
            <a:pPr>
              <a:buNone/>
            </a:pPr>
            <a:r>
              <a:rPr lang="en-US" sz="2300"/>
              <a:t>		}	</a:t>
            </a:r>
          </a:p>
          <a:p>
            <a:pPr>
              <a:buNone/>
            </a:pPr>
            <a:r>
              <a:rPr lang="en-US" sz="2300"/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D64A95-0F06-485C-8CEA-4643B4A84E1A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485900" y="209550"/>
            <a:ext cx="7391400" cy="563563"/>
          </a:xfrm>
        </p:spPr>
        <p:txBody>
          <a:bodyPr/>
          <a:lstStyle/>
          <a:p>
            <a:r>
              <a:rPr lang="en-US"/>
              <a:t>Dijkstra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57222" y="1357298"/>
            <a:ext cx="9572660" cy="4929222"/>
          </a:xfrm>
        </p:spPr>
        <p:txBody>
          <a:bodyPr/>
          <a:lstStyle/>
          <a:p>
            <a:pPr>
              <a:buNone/>
            </a:pPr>
            <a:r>
              <a:rPr lang="en-US" sz="2200"/>
              <a:t>	2.4 Xét các S </a:t>
            </a:r>
            <a:r>
              <a:rPr lang="en-US" sz="2200">
                <a:sym typeface="Symbol"/>
              </a:rPr>
              <a:t></a:t>
            </a:r>
            <a:r>
              <a:rPr lang="en-US" sz="2600">
                <a:sym typeface="Symbol"/>
              </a:rPr>
              <a:t></a:t>
            </a:r>
            <a:r>
              <a:rPr lang="en-US" sz="2200"/>
              <a:t>C kế N và xử lý tuỳ trường hợp</a:t>
            </a:r>
          </a:p>
          <a:p>
            <a:pPr>
              <a:buNone/>
            </a:pPr>
            <a:r>
              <a:rPr lang="en-US" sz="2200"/>
              <a:t>		Th1: S là đỉnh mới (S </a:t>
            </a:r>
            <a:r>
              <a:rPr lang="en-US" sz="2200">
                <a:sym typeface="Symbol"/>
              </a:rPr>
              <a:t></a:t>
            </a:r>
            <a:r>
              <a:rPr lang="en-US" sz="2600">
                <a:sym typeface="Symbol"/>
              </a:rPr>
              <a:t> O</a:t>
            </a:r>
            <a:r>
              <a:rPr lang="en-US" sz="2200"/>
              <a:t>)</a:t>
            </a:r>
          </a:p>
          <a:p>
            <a:pPr>
              <a:buNone/>
            </a:pPr>
            <a:r>
              <a:rPr lang="en-US" sz="2200"/>
              <a:t>			O=O</a:t>
            </a:r>
            <a:r>
              <a:rPr lang="en-US" sz="2200">
                <a:sym typeface="Symbol"/>
              </a:rPr>
              <a:t></a:t>
            </a:r>
            <a:r>
              <a:rPr lang="en-US" sz="2200"/>
              <a:t>{S}</a:t>
            </a:r>
          </a:p>
          <a:p>
            <a:pPr>
              <a:buNone/>
            </a:pPr>
            <a:r>
              <a:rPr lang="en-US" sz="2200"/>
              <a:t>			L(S)=L(N) + </a:t>
            </a:r>
            <a:r>
              <a:rPr lang="en-US" sz="2200">
                <a:sym typeface="Symbol"/>
              </a:rPr>
              <a:t></a:t>
            </a:r>
            <a:r>
              <a:rPr lang="en-US" sz="2200"/>
              <a:t>(N,S)</a:t>
            </a:r>
          </a:p>
          <a:p>
            <a:pPr>
              <a:buNone/>
            </a:pPr>
            <a:r>
              <a:rPr lang="en-US" sz="2200"/>
              <a:t>			Ghi nhớ N là đỉnh trước S trên đường đi (prev(S)=N;)</a:t>
            </a:r>
          </a:p>
          <a:p>
            <a:pPr>
              <a:buNone/>
            </a:pPr>
            <a:r>
              <a:rPr lang="en-US" sz="2200"/>
              <a:t>		Th2: S </a:t>
            </a:r>
            <a:r>
              <a:rPr lang="en-US" sz="2200">
                <a:sym typeface="Symbol"/>
              </a:rPr>
              <a:t></a:t>
            </a:r>
            <a:r>
              <a:rPr lang="en-US" sz="2200"/>
              <a:t> O</a:t>
            </a:r>
          </a:p>
          <a:p>
            <a:pPr>
              <a:buNone/>
            </a:pPr>
            <a:r>
              <a:rPr lang="en-US" sz="2200"/>
              <a:t>			if(L(S)&gt;L(N) + </a:t>
            </a:r>
            <a:r>
              <a:rPr lang="en-US" sz="2200">
                <a:sym typeface="Symbol"/>
              </a:rPr>
              <a:t></a:t>
            </a:r>
            <a:r>
              <a:rPr lang="en-US" sz="2200"/>
              <a:t>(N,S)) </a:t>
            </a:r>
          </a:p>
          <a:p>
            <a:pPr>
              <a:buNone/>
            </a:pPr>
            <a:r>
              <a:rPr lang="en-US" sz="2200"/>
              <a:t>			{	</a:t>
            </a:r>
          </a:p>
          <a:p>
            <a:pPr>
              <a:buNone/>
            </a:pPr>
            <a:r>
              <a:rPr lang="en-US" sz="2200"/>
              <a:t>			     L(S)=L(N) + </a:t>
            </a:r>
            <a:r>
              <a:rPr lang="en-US" sz="2200">
                <a:sym typeface="Symbol"/>
              </a:rPr>
              <a:t></a:t>
            </a:r>
            <a:r>
              <a:rPr lang="en-US" sz="2200"/>
              <a:t>(N,S)</a:t>
            </a:r>
          </a:p>
          <a:p>
            <a:pPr>
              <a:buNone/>
            </a:pPr>
            <a:r>
              <a:rPr lang="en-US" sz="2200"/>
              <a:t>			    Ghi nhớ N là đỉnh trước S trên đường đi 							(prev(S)=N;)</a:t>
            </a:r>
          </a:p>
          <a:p>
            <a:pPr>
              <a:buNone/>
            </a:pPr>
            <a:r>
              <a:rPr lang="en-US" sz="2200"/>
              <a:t>			}</a:t>
            </a:r>
          </a:p>
          <a:p>
            <a:pPr>
              <a:buNone/>
            </a:pPr>
            <a:endParaRPr lang="en-US"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5847" name="Object 7"/>
          <p:cNvGraphicFramePr>
            <a:graphicFrameLocks noChangeAspect="1"/>
          </p:cNvGraphicFramePr>
          <p:nvPr/>
        </p:nvGraphicFramePr>
        <p:xfrm>
          <a:off x="285750" y="1428750"/>
          <a:ext cx="7522394" cy="385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34" name="SmartDraw" r:id="rId2" imgW="4578412" imgH="2378172" progId="SmartDraw.2">
                  <p:embed/>
                </p:oleObj>
              </mc:Choice>
              <mc:Fallback>
                <p:oleObj name="SmartDraw" r:id="rId2" imgW="4578412" imgH="2378172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1428750"/>
                        <a:ext cx="7522394" cy="3857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4509F2-D80E-4290-A2DF-D3B742739C79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285720" y="1428736"/>
          <a:ext cx="6687373" cy="3429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58" name="SmartDraw" r:id="rId2" imgW="4578412" imgH="2378172" progId="SmartDraw.2">
                  <p:embed/>
                </p:oleObj>
              </mc:Choice>
              <mc:Fallback>
                <p:oleObj name="SmartDraw" r:id="rId2" imgW="4578412" imgH="2378172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1428736"/>
                        <a:ext cx="6687373" cy="34290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2643206" y="4857760"/>
            <a:ext cx="4572000" cy="169277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600"/>
              <a:t>Bước 0: </a:t>
            </a:r>
          </a:p>
          <a:p>
            <a:r>
              <a:rPr lang="en-US" sz="2600"/>
              <a:t>	O = [S</a:t>
            </a:r>
            <a:r>
              <a:rPr lang="en-US" sz="2600" baseline="-25000"/>
              <a:t>0</a:t>
            </a:r>
            <a:r>
              <a:rPr lang="en-US" sz="2600"/>
              <a:t>(0,S</a:t>
            </a:r>
            <a:r>
              <a:rPr lang="en-US" sz="2600" baseline="-25000"/>
              <a:t>0</a:t>
            </a:r>
            <a:r>
              <a:rPr lang="en-US" sz="2600"/>
              <a:t>)];</a:t>
            </a:r>
          </a:p>
          <a:p>
            <a:r>
              <a:rPr lang="en-US" sz="2600"/>
              <a:t>	C = [];</a:t>
            </a:r>
          </a:p>
          <a:p>
            <a:r>
              <a:rPr lang="en-US" sz="2600"/>
              <a:t>	L(S</a:t>
            </a:r>
            <a:r>
              <a:rPr lang="en-US" sz="2600" baseline="-25000"/>
              <a:t>0</a:t>
            </a:r>
            <a:r>
              <a:rPr lang="en-US" sz="2600"/>
              <a:t>) = 0;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05E38D-FC75-419C-B025-549B05A0B0A9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285720" y="1428736"/>
          <a:ext cx="6687373" cy="3429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2" name="SmartDraw" r:id="rId2" imgW="4578412" imgH="2378172" progId="SmartDraw.2">
                  <p:embed/>
                </p:oleObj>
              </mc:Choice>
              <mc:Fallback>
                <p:oleObj name="SmartDraw" r:id="rId2" imgW="4578412" imgH="2378172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1428736"/>
                        <a:ext cx="6687373" cy="34290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1285852" y="5072074"/>
            <a:ext cx="610615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/>
              <a:t>Lần 1: Chọn S</a:t>
            </a:r>
            <a:r>
              <a:rPr lang="en-US" sz="2400" baseline="-25000"/>
              <a:t>0</a:t>
            </a:r>
            <a:endParaRPr lang="en-US" sz="2400"/>
          </a:p>
          <a:p>
            <a:r>
              <a:rPr lang="en-US" sz="2400"/>
              <a:t>		C=[ S</a:t>
            </a:r>
            <a:r>
              <a:rPr lang="en-US" sz="2400" baseline="-25000"/>
              <a:t>0</a:t>
            </a:r>
            <a:r>
              <a:rPr lang="en-US" sz="2400"/>
              <a:t>(0,S</a:t>
            </a:r>
            <a:r>
              <a:rPr lang="en-US" sz="2400" baseline="-25000"/>
              <a:t>0</a:t>
            </a:r>
            <a:r>
              <a:rPr lang="en-US" sz="2400"/>
              <a:t>)], </a:t>
            </a:r>
          </a:p>
          <a:p>
            <a:r>
              <a:rPr lang="en-US" sz="2400"/>
              <a:t>		O=[A(6,S</a:t>
            </a:r>
            <a:r>
              <a:rPr lang="en-US" sz="2400" baseline="-25000"/>
              <a:t>0</a:t>
            </a:r>
            <a:r>
              <a:rPr lang="en-US" sz="2400"/>
              <a:t>), B(10,S</a:t>
            </a:r>
            <a:r>
              <a:rPr lang="en-US" sz="2400" baseline="-25000"/>
              <a:t>0</a:t>
            </a:r>
            <a:r>
              <a:rPr lang="en-US" sz="2400"/>
              <a:t>), C(1,S</a:t>
            </a:r>
            <a:r>
              <a:rPr lang="en-US" sz="2400" baseline="-25000"/>
              <a:t>0</a:t>
            </a:r>
            <a:r>
              <a:rPr lang="en-US" sz="2400"/>
              <a:t>)]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194044-19A2-4F2B-A941-C1F5ED564863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285720" y="1428736"/>
          <a:ext cx="6687373" cy="3429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06" name="SmartDraw" r:id="rId2" imgW="4578412" imgH="2378172" progId="SmartDraw.2">
                  <p:embed/>
                </p:oleObj>
              </mc:Choice>
              <mc:Fallback>
                <p:oleObj name="SmartDraw" r:id="rId2" imgW="4578412" imgH="2378172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1428736"/>
                        <a:ext cx="6687373" cy="34290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1285852" y="5072074"/>
            <a:ext cx="744626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/>
              <a:t>Lần 2: Chọn C</a:t>
            </a:r>
          </a:p>
          <a:p>
            <a:r>
              <a:rPr lang="en-US" sz="2400"/>
              <a:t>		C=[ S</a:t>
            </a:r>
            <a:r>
              <a:rPr lang="en-US" sz="2400" baseline="-25000"/>
              <a:t>0</a:t>
            </a:r>
            <a:r>
              <a:rPr lang="en-US" sz="2400"/>
              <a:t>, C(1,S</a:t>
            </a:r>
            <a:r>
              <a:rPr lang="en-US" sz="2400" baseline="-25000"/>
              <a:t>0</a:t>
            </a:r>
            <a:r>
              <a:rPr lang="en-US" sz="2400"/>
              <a:t>)]</a:t>
            </a:r>
          </a:p>
          <a:p>
            <a:r>
              <a:rPr lang="en-US" sz="2400"/>
              <a:t>		O=[A(6,S</a:t>
            </a:r>
            <a:r>
              <a:rPr lang="en-US" sz="2400" baseline="-25000"/>
              <a:t>0</a:t>
            </a:r>
            <a:r>
              <a:rPr lang="en-US" sz="2400"/>
              <a:t>), B(10,S</a:t>
            </a:r>
            <a:r>
              <a:rPr lang="en-US" sz="2400" baseline="-25000"/>
              <a:t>0</a:t>
            </a:r>
            <a:r>
              <a:rPr lang="en-US" sz="2400"/>
              <a:t>), G(14,C), D(21,C)]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F465EC-B08D-4405-9586-D64AF555FB97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285720" y="1428736"/>
          <a:ext cx="6687373" cy="3429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30" name="SmartDraw" r:id="rId2" imgW="4578412" imgH="2378172" progId="SmartDraw.2">
                  <p:embed/>
                </p:oleObj>
              </mc:Choice>
              <mc:Fallback>
                <p:oleObj name="SmartDraw" r:id="rId2" imgW="4578412" imgH="2378172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1428736"/>
                        <a:ext cx="6687373" cy="34290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1285852" y="5072074"/>
            <a:ext cx="713368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/>
              <a:t>Lần 3: Chọn A</a:t>
            </a:r>
          </a:p>
          <a:p>
            <a:r>
              <a:rPr lang="en-US" sz="2400"/>
              <a:t>		C=[ S</a:t>
            </a:r>
            <a:r>
              <a:rPr lang="en-US" sz="2400" baseline="-25000"/>
              <a:t>0</a:t>
            </a:r>
            <a:r>
              <a:rPr lang="en-US" sz="2400"/>
              <a:t>, C(1,S</a:t>
            </a:r>
            <a:r>
              <a:rPr lang="en-US" sz="2400" baseline="-25000"/>
              <a:t>0</a:t>
            </a:r>
            <a:r>
              <a:rPr lang="en-US" sz="2400"/>
              <a:t>), A(6,S</a:t>
            </a:r>
            <a:r>
              <a:rPr lang="en-US" sz="2400" baseline="-25000"/>
              <a:t>0</a:t>
            </a:r>
            <a:r>
              <a:rPr lang="en-US" sz="2400"/>
              <a:t>)]</a:t>
            </a:r>
          </a:p>
          <a:p>
            <a:r>
              <a:rPr lang="en-US" sz="2400"/>
              <a:t>		O=[B(8,A), G(14,C), D(21,C),E(13,A)]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AD119F-4A4C-4E0F-B0D4-65BD0D5CA2B8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285720" y="1428736"/>
          <a:ext cx="6687373" cy="3429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54" name="SmartDraw" r:id="rId2" imgW="4578412" imgH="2378172" progId="SmartDraw.2">
                  <p:embed/>
                </p:oleObj>
              </mc:Choice>
              <mc:Fallback>
                <p:oleObj name="SmartDraw" r:id="rId2" imgW="4578412" imgH="2378172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1428736"/>
                        <a:ext cx="6687373" cy="34290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1285852" y="5000636"/>
            <a:ext cx="636167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/>
              <a:t>Lần 4: Chọn B</a:t>
            </a:r>
          </a:p>
          <a:p>
            <a:r>
              <a:rPr lang="en-US" sz="2400"/>
              <a:t>		C=[ S</a:t>
            </a:r>
            <a:r>
              <a:rPr lang="en-US" sz="2400" baseline="-25000"/>
              <a:t>0</a:t>
            </a:r>
            <a:r>
              <a:rPr lang="en-US" sz="2400"/>
              <a:t>, C(1,S</a:t>
            </a:r>
            <a:r>
              <a:rPr lang="en-US" sz="2400" baseline="-25000"/>
              <a:t>0</a:t>
            </a:r>
            <a:r>
              <a:rPr lang="en-US" sz="2400"/>
              <a:t>), A(6,S</a:t>
            </a:r>
            <a:r>
              <a:rPr lang="en-US" sz="2400" baseline="-25000"/>
              <a:t>0</a:t>
            </a:r>
            <a:r>
              <a:rPr lang="en-US" sz="2400"/>
              <a:t>), B(8,A)]</a:t>
            </a:r>
          </a:p>
          <a:p>
            <a:r>
              <a:rPr lang="en-US" sz="2400"/>
              <a:t>		O=[G(13,B), D(21,C),E(13,A)]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295333-AA49-4634-BB24-E3FC61456240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285720" y="1428736"/>
          <a:ext cx="6687373" cy="3429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78" name="SmartDraw" r:id="rId2" imgW="4578412" imgH="2378172" progId="SmartDraw.2">
                  <p:embed/>
                </p:oleObj>
              </mc:Choice>
              <mc:Fallback>
                <p:oleObj name="SmartDraw" r:id="rId2" imgW="4578412" imgH="2378172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1428736"/>
                        <a:ext cx="6687373" cy="34290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1285852" y="5286388"/>
            <a:ext cx="760881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/>
              <a:t>Lần 5: Chọn G</a:t>
            </a:r>
          </a:p>
          <a:p>
            <a:r>
              <a:rPr lang="en-US" sz="2400"/>
              <a:t>		C=[ S</a:t>
            </a:r>
            <a:r>
              <a:rPr lang="en-US" sz="2400" baseline="-25000"/>
              <a:t>0</a:t>
            </a:r>
            <a:r>
              <a:rPr lang="en-US" sz="2400"/>
              <a:t>, C(1,S</a:t>
            </a:r>
            <a:r>
              <a:rPr lang="en-US" sz="2400" baseline="-25000"/>
              <a:t>0</a:t>
            </a:r>
            <a:r>
              <a:rPr lang="en-US" sz="2400"/>
              <a:t>), A(6,S</a:t>
            </a:r>
            <a:r>
              <a:rPr lang="en-US" sz="2400" baseline="-25000"/>
              <a:t>0</a:t>
            </a:r>
            <a:r>
              <a:rPr lang="en-US" sz="2400"/>
              <a:t>), B(8,A), G(13,B)]</a:t>
            </a:r>
          </a:p>
          <a:p>
            <a:r>
              <a:rPr lang="en-US" sz="2400"/>
              <a:t>		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6316FD-74A0-4DD7-9EFB-65491165CEFF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2</a:t>
            </a:r>
          </a:p>
        </p:txBody>
      </p:sp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2225" name="Object 1"/>
          <p:cNvGraphicFramePr>
            <a:graphicFrameLocks noChangeAspect="1"/>
          </p:cNvGraphicFramePr>
          <p:nvPr/>
        </p:nvGraphicFramePr>
        <p:xfrm>
          <a:off x="785786" y="1785926"/>
          <a:ext cx="7759610" cy="364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02" name="SmartDraw" r:id="rId2" imgW="5557023" imgH="2060692" progId="SmartDraw.2">
                  <p:embed/>
                </p:oleObj>
              </mc:Choice>
              <mc:Fallback>
                <p:oleObj name="SmartDraw" r:id="rId2" imgW="5557023" imgH="2060692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86" y="1785926"/>
                        <a:ext cx="7759610" cy="3643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461504-B7C6-437B-BD70-9066195B68BA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2</a:t>
            </a:r>
          </a:p>
        </p:txBody>
      </p:sp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2225" name="Object 1"/>
          <p:cNvGraphicFramePr>
            <a:graphicFrameLocks noChangeAspect="1"/>
          </p:cNvGraphicFramePr>
          <p:nvPr/>
        </p:nvGraphicFramePr>
        <p:xfrm>
          <a:off x="285720" y="1000109"/>
          <a:ext cx="4412328" cy="2071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26" name="SmartDraw" r:id="rId2" imgW="5557023" imgH="2060692" progId="SmartDraw.2">
                  <p:embed/>
                </p:oleObj>
              </mc:Choice>
              <mc:Fallback>
                <p:oleObj name="SmartDraw" r:id="rId2" imgW="5557023" imgH="2060692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1000109"/>
                        <a:ext cx="4412328" cy="20717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71670" y="3071810"/>
          <a:ext cx="6715169" cy="3357564"/>
        </p:xfrm>
        <a:graphic>
          <a:graphicData uri="http://schemas.openxmlformats.org/drawingml/2006/table">
            <a:tbl>
              <a:tblPr/>
              <a:tblGrid>
                <a:gridCol w="958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8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95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95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95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95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96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>
                          <a:latin typeface="Times New Roman"/>
                          <a:ea typeface="Times New Roman"/>
                        </a:rPr>
                        <a:t>1</a:t>
                      </a: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>
                          <a:latin typeface="Times New Roman"/>
                          <a:ea typeface="Times New Roman"/>
                        </a:rPr>
                        <a:t>2</a:t>
                      </a: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>
                          <a:latin typeface="Times New Roman"/>
                          <a:ea typeface="Times New Roman"/>
                        </a:rPr>
                        <a:t>3</a:t>
                      </a: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>
                          <a:latin typeface="Times New Roman"/>
                          <a:ea typeface="Times New Roman"/>
                        </a:rPr>
                        <a:t>4</a:t>
                      </a: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>
                          <a:latin typeface="Times New Roman"/>
                          <a:ea typeface="Times New Roman"/>
                        </a:rPr>
                        <a:t>5</a:t>
                      </a: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>
                          <a:latin typeface="Times New Roman"/>
                          <a:ea typeface="Times New Roman"/>
                        </a:rPr>
                        <a:t>6</a:t>
                      </a: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200">
                          <a:latin typeface="Mathematica1"/>
                          <a:ea typeface="Times New Roman"/>
                          <a:sym typeface="Mathematica1"/>
                        </a:rPr>
                        <a:t>0</a:t>
                      </a:r>
                      <a:r>
                        <a:rPr lang="en-US" sz="2200">
                          <a:latin typeface="Times New Roman"/>
                          <a:ea typeface="Times New Roman"/>
                        </a:rPr>
                        <a:t>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(7,1)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(1,1)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200">
                          <a:latin typeface="Mathematica1"/>
                          <a:ea typeface="Times New Roman"/>
                          <a:sym typeface="Symbol"/>
                        </a:rPr>
                        <a:t></a:t>
                      </a:r>
                      <a:r>
                        <a:rPr lang="en-US" sz="2200">
                          <a:latin typeface="Times New Roman"/>
                          <a:ea typeface="Times New Roman"/>
                        </a:rPr>
                        <a:t>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200">
                          <a:latin typeface="Mathematica1"/>
                          <a:ea typeface="Times New Roman"/>
                          <a:sym typeface="Symbol"/>
                        </a:rPr>
                        <a:t></a:t>
                      </a:r>
                      <a:r>
                        <a:rPr lang="en-US" sz="2200">
                          <a:latin typeface="Times New Roman"/>
                          <a:ea typeface="Times New Roman"/>
                        </a:rPr>
                        <a:t>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200">
                          <a:latin typeface="Mathematica1"/>
                          <a:ea typeface="Times New Roman"/>
                          <a:sym typeface="Symbol"/>
                        </a:rPr>
                        <a:t></a:t>
                      </a:r>
                      <a:r>
                        <a:rPr lang="en-US" sz="2200">
                          <a:latin typeface="Times New Roman"/>
                          <a:ea typeface="Times New Roman"/>
                        </a:rPr>
                        <a:t>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CEF353-6BB1-407A-BCC8-66F92F4E966D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2</a:t>
            </a:r>
          </a:p>
        </p:txBody>
      </p:sp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2225" name="Object 1"/>
          <p:cNvGraphicFramePr>
            <a:graphicFrameLocks noChangeAspect="1"/>
          </p:cNvGraphicFramePr>
          <p:nvPr/>
        </p:nvGraphicFramePr>
        <p:xfrm>
          <a:off x="285720" y="1000109"/>
          <a:ext cx="4412328" cy="2071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50" name="SmartDraw" r:id="rId2" imgW="5557023" imgH="2060692" progId="SmartDraw.2">
                  <p:embed/>
                </p:oleObj>
              </mc:Choice>
              <mc:Fallback>
                <p:oleObj name="SmartDraw" r:id="rId2" imgW="5557023" imgH="2060692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1000109"/>
                        <a:ext cx="4412328" cy="20717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71670" y="3071810"/>
          <a:ext cx="6715169" cy="3357564"/>
        </p:xfrm>
        <a:graphic>
          <a:graphicData uri="http://schemas.openxmlformats.org/drawingml/2006/table">
            <a:tbl>
              <a:tblPr/>
              <a:tblGrid>
                <a:gridCol w="958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8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95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95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95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95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96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>
                          <a:latin typeface="Times New Roman"/>
                          <a:ea typeface="Times New Roman"/>
                        </a:rPr>
                        <a:t>1</a:t>
                      </a: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>
                          <a:latin typeface="Times New Roman"/>
                          <a:ea typeface="Times New Roman"/>
                        </a:rPr>
                        <a:t>2</a:t>
                      </a: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>
                          <a:latin typeface="Times New Roman"/>
                          <a:ea typeface="Times New Roman"/>
                        </a:rPr>
                        <a:t>3</a:t>
                      </a: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>
                          <a:latin typeface="Times New Roman"/>
                          <a:ea typeface="Times New Roman"/>
                        </a:rPr>
                        <a:t>4</a:t>
                      </a: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>
                          <a:latin typeface="Times New Roman"/>
                          <a:ea typeface="Times New Roman"/>
                        </a:rPr>
                        <a:t>5</a:t>
                      </a: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b="1">
                          <a:latin typeface="Times New Roman"/>
                          <a:ea typeface="Times New Roman"/>
                        </a:rPr>
                        <a:t>6</a:t>
                      </a:r>
                      <a:endParaRPr lang="en-US" sz="2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200">
                          <a:latin typeface="Mathematica1"/>
                          <a:ea typeface="Times New Roman"/>
                          <a:sym typeface="Mathematica1"/>
                        </a:rPr>
                        <a:t>0</a:t>
                      </a:r>
                      <a:r>
                        <a:rPr lang="en-US" sz="2200">
                          <a:latin typeface="Times New Roman"/>
                          <a:ea typeface="Times New Roman"/>
                        </a:rPr>
                        <a:t>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(7,1)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(1,1)*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200">
                          <a:latin typeface="Mathematica1"/>
                          <a:ea typeface="Times New Roman"/>
                          <a:sym typeface="Symbol"/>
                        </a:rPr>
                        <a:t></a:t>
                      </a:r>
                      <a:r>
                        <a:rPr lang="en-US" sz="2200">
                          <a:latin typeface="Times New Roman"/>
                          <a:ea typeface="Times New Roman"/>
                        </a:rPr>
                        <a:t>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200">
                          <a:latin typeface="Mathematica1"/>
                          <a:ea typeface="Times New Roman"/>
                          <a:sym typeface="Symbol"/>
                        </a:rPr>
                        <a:t></a:t>
                      </a:r>
                      <a:r>
                        <a:rPr lang="en-US" sz="2200">
                          <a:latin typeface="Times New Roman"/>
                          <a:ea typeface="Times New Roman"/>
                        </a:rPr>
                        <a:t>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200">
                          <a:latin typeface="Mathematica1"/>
                          <a:ea typeface="Times New Roman"/>
                          <a:sym typeface="Symbol"/>
                        </a:rPr>
                        <a:t></a:t>
                      </a:r>
                      <a:r>
                        <a:rPr lang="en-US" sz="2200">
                          <a:latin typeface="Times New Roman"/>
                          <a:ea typeface="Times New Roman"/>
                        </a:rPr>
                        <a:t>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200">
                          <a:latin typeface="Mathematica1"/>
                          <a:ea typeface="Times New Roman"/>
                          <a:sym typeface="Mathematica1"/>
                        </a:rPr>
                        <a:t>0</a:t>
                      </a:r>
                      <a:r>
                        <a:rPr lang="en-US" sz="2200">
                          <a:latin typeface="Times New Roman"/>
                          <a:ea typeface="Times New Roman"/>
                        </a:rPr>
                        <a:t>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(6,3)*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(1,1)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200">
                          <a:latin typeface="Mathematica1"/>
                          <a:ea typeface="Times New Roman"/>
                          <a:sym typeface="Symbol"/>
                        </a:rPr>
                        <a:t></a:t>
                      </a:r>
                      <a:r>
                        <a:rPr lang="en-US" sz="2200">
                          <a:latin typeface="Times New Roman"/>
                          <a:ea typeface="Times New Roman"/>
                        </a:rPr>
                        <a:t>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(6,3)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(8,3)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200">
                          <a:latin typeface="Mathematica1"/>
                          <a:ea typeface="Times New Roman"/>
                          <a:sym typeface="Mathematica1"/>
                        </a:rPr>
                        <a:t>0</a:t>
                      </a:r>
                      <a:r>
                        <a:rPr lang="en-US" sz="2200">
                          <a:latin typeface="Times New Roman"/>
                          <a:ea typeface="Times New Roman"/>
                        </a:rPr>
                        <a:t>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(6,3)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(1,1)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(10,2)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(6,3)*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(7,2)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200">
                          <a:latin typeface="Mathematica1"/>
                          <a:ea typeface="Times New Roman"/>
                          <a:sym typeface="Mathematica1"/>
                        </a:rPr>
                        <a:t>0</a:t>
                      </a:r>
                      <a:r>
                        <a:rPr lang="en-US" sz="2200">
                          <a:latin typeface="Times New Roman"/>
                          <a:ea typeface="Times New Roman"/>
                        </a:rPr>
                        <a:t>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(6,3)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(1,1)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(10,2)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(6,3)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(7,2)*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200">
                          <a:latin typeface="Mathematica1"/>
                          <a:ea typeface="Times New Roman"/>
                          <a:sym typeface="Mathematica1"/>
                        </a:rPr>
                        <a:t>0</a:t>
                      </a:r>
                      <a:r>
                        <a:rPr lang="en-US" sz="2200">
                          <a:latin typeface="Times New Roman"/>
                          <a:ea typeface="Times New Roman"/>
                        </a:rPr>
                        <a:t>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(6,3)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(1,1)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(10,2)*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(6,3)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(7,2)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6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200">
                          <a:latin typeface="Mathematica1"/>
                          <a:ea typeface="Times New Roman"/>
                          <a:sym typeface="Mathematica1"/>
                        </a:rPr>
                        <a:t>0</a:t>
                      </a:r>
                      <a:r>
                        <a:rPr lang="en-US" sz="2200">
                          <a:latin typeface="Times New Roman"/>
                          <a:ea typeface="Times New Roman"/>
                        </a:rPr>
                        <a:t>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(6,3)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(1,1)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(10,2)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(6,3)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</a:rPr>
                        <a:t>(7,2)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3634E0-FF54-47A5-A6B8-73DBDCCA3C35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71604" y="1571612"/>
          <a:ext cx="6072231" cy="4786344"/>
        </p:xfrm>
        <a:graphic>
          <a:graphicData uri="http://schemas.openxmlformats.org/drawingml/2006/table">
            <a:tbl>
              <a:tblPr/>
              <a:tblGrid>
                <a:gridCol w="674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4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49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4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49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49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18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0</a:t>
                      </a:r>
                      <a:endParaRPr lang="en-US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1</a:t>
                      </a:r>
                      <a:endParaRPr lang="en-US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2</a:t>
                      </a:r>
                      <a:endParaRPr lang="en-US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3</a:t>
                      </a:r>
                      <a:endParaRPr lang="en-US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4</a:t>
                      </a:r>
                      <a:endParaRPr lang="en-US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5</a:t>
                      </a:r>
                      <a:endParaRPr lang="en-US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6</a:t>
                      </a:r>
                      <a:endParaRPr lang="en-US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7</a:t>
                      </a:r>
                      <a:endParaRPr lang="en-US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8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0</a:t>
                      </a:r>
                      <a:endParaRPr lang="en-US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8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1</a:t>
                      </a:r>
                      <a:endParaRPr lang="en-US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8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2</a:t>
                      </a:r>
                      <a:endParaRPr lang="en-US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8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3</a:t>
                      </a:r>
                      <a:endParaRPr lang="en-US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8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4</a:t>
                      </a:r>
                      <a:endParaRPr lang="en-US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8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5</a:t>
                      </a:r>
                      <a:endParaRPr lang="en-US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8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6</a:t>
                      </a:r>
                      <a:endParaRPr lang="en-US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18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7</a:t>
                      </a:r>
                      <a:endParaRPr lang="en-US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3F2DBB-CB38-4D42-A5FD-C48344755DE1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4</a:t>
            </a:r>
          </a:p>
        </p:txBody>
      </p:sp>
      <p:sp>
        <p:nvSpPr>
          <p:cNvPr id="1402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0289" name="Object 1"/>
          <p:cNvGraphicFramePr>
            <a:graphicFrameLocks noChangeAspect="1"/>
          </p:cNvGraphicFramePr>
          <p:nvPr/>
        </p:nvGraphicFramePr>
        <p:xfrm>
          <a:off x="256253" y="1727192"/>
          <a:ext cx="8656274" cy="4630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289" name="SmartDraw" r:id="rId2" imgW="4014216" imgH="1784604" progId="SmartDraw.2">
                  <p:embed/>
                </p:oleObj>
              </mc:Choice>
              <mc:Fallback>
                <p:oleObj name="SmartDraw" r:id="rId2" imgW="4014216" imgH="1784604" progId="SmartDraw.2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53" y="1727192"/>
                        <a:ext cx="8656274" cy="46307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Dijkstra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Input:</a:t>
            </a:r>
            <a:endParaRPr lang="en-US"/>
          </a:p>
          <a:p>
            <a:pPr lvl="1"/>
            <a:r>
              <a:rPr lang="en-US"/>
              <a:t>Đồ thị G (n đỉnh) có trọng số dưới dạng ma trận trọng số</a:t>
            </a:r>
          </a:p>
          <a:p>
            <a:pPr lvl="1"/>
            <a:r>
              <a:rPr lang="en-US"/>
              <a:t>Đỉnh bắt đầu S, đỉnh kết thúc D</a:t>
            </a:r>
          </a:p>
          <a:p>
            <a:r>
              <a:rPr lang="en-US" b="1"/>
              <a:t>Output:</a:t>
            </a:r>
            <a:endParaRPr lang="en-US"/>
          </a:p>
          <a:p>
            <a:pPr lvl="1"/>
            <a:r>
              <a:rPr lang="en-US"/>
              <a:t>Đường đi ngắn nhất từ S </a:t>
            </a:r>
            <a:r>
              <a:rPr lang="en-US">
                <a:sym typeface="Wingdings"/>
              </a:rPr>
              <a:t></a:t>
            </a:r>
            <a:r>
              <a:rPr lang="en-US"/>
              <a:t> D</a:t>
            </a:r>
          </a:p>
          <a:p>
            <a:pPr lvl="1"/>
            <a:r>
              <a:rPr lang="en-US"/>
              <a:t>Độ dài đường đi này</a:t>
            </a:r>
          </a:p>
          <a:p>
            <a:pPr lvl="1"/>
            <a:endParaRPr lang="en-US" b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3E91E1-57E5-4511-A8A2-B62BE00C4181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Dijkstra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347788"/>
            <a:ext cx="8248680" cy="4914900"/>
          </a:xfrm>
        </p:spPr>
        <p:txBody>
          <a:bodyPr/>
          <a:lstStyle/>
          <a:p>
            <a:r>
              <a:rPr lang="en-US"/>
              <a:t>Dothi</a:t>
            </a:r>
            <a:r>
              <a:rPr lang="en-US" b="1"/>
              <a:t> G;</a:t>
            </a:r>
            <a:endParaRPr lang="en-US"/>
          </a:p>
          <a:p>
            <a:r>
              <a:rPr lang="en-US" b="1"/>
              <a:t>n=G.n;</a:t>
            </a:r>
            <a:endParaRPr lang="en-US"/>
          </a:p>
          <a:p>
            <a:r>
              <a:rPr lang="en-US"/>
              <a:t>int </a:t>
            </a:r>
            <a:r>
              <a:rPr lang="en-US" b="1"/>
              <a:t>L[n]; 		</a:t>
            </a:r>
            <a:r>
              <a:rPr lang="en-US"/>
              <a:t>L[i] là độ dài từ S đến i</a:t>
            </a:r>
          </a:p>
          <a:p>
            <a:r>
              <a:rPr lang="en-US"/>
              <a:t>int </a:t>
            </a:r>
            <a:r>
              <a:rPr lang="en-US" b="1"/>
              <a:t>prev[n]</a:t>
            </a:r>
            <a:r>
              <a:rPr lang="en-US"/>
              <a:t>;		prev[i] đỉnh ngay trước i 			trên đường đi từ S</a:t>
            </a:r>
            <a:r>
              <a:rPr lang="en-US">
                <a:sym typeface="Wingdings"/>
              </a:rPr>
              <a:t></a:t>
            </a:r>
            <a:r>
              <a:rPr lang="en-US"/>
              <a:t>I</a:t>
            </a:r>
          </a:p>
          <a:p>
            <a:r>
              <a:rPr lang="en-US"/>
              <a:t>int </a:t>
            </a:r>
            <a:r>
              <a:rPr lang="en-US" b="1"/>
              <a:t>test[n]</a:t>
            </a:r>
            <a:r>
              <a:rPr lang="en-US"/>
              <a:t>;		test[i]=1 khi đỉnh i đã 				được duyệt, ngược lại </a:t>
            </a:r>
          </a:p>
          <a:p>
            <a:pPr>
              <a:buNone/>
            </a:pPr>
            <a:r>
              <a:rPr lang="en-US"/>
              <a:t>					test[i]=0 </a:t>
            </a:r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2E4E9D-A1EC-4183-AB18-21AACC8164CF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Dijkstra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8668"/>
          </a:xfrm>
        </p:spPr>
        <p:txBody>
          <a:bodyPr/>
          <a:lstStyle/>
          <a:p>
            <a:r>
              <a:rPr lang="en-US" b="1"/>
              <a:t>Bước 0:</a:t>
            </a:r>
            <a:endParaRPr lang="en-US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1643042" y="2357430"/>
          <a:ext cx="5229262" cy="1285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74" name="Equation" r:id="rId2" imgW="2908300" imgH="711200" progId="Equation.DSMT4">
                  <p:embed/>
                </p:oleObj>
              </mc:Choice>
              <mc:Fallback>
                <p:oleObj name="Equation" r:id="rId2" imgW="2908300" imgH="7112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42" y="2357430"/>
                        <a:ext cx="5229262" cy="12858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6871" name="Object 7"/>
          <p:cNvGraphicFramePr>
            <a:graphicFrameLocks noChangeAspect="1"/>
          </p:cNvGraphicFramePr>
          <p:nvPr/>
        </p:nvGraphicFramePr>
        <p:xfrm>
          <a:off x="1285852" y="4214818"/>
          <a:ext cx="2041086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75" name="Equation" r:id="rId4" imgW="710891" imgH="203112" progId="Equation.DSMT4">
                  <p:embed/>
                </p:oleObj>
              </mc:Choice>
              <mc:Fallback>
                <p:oleObj name="Equation" r:id="rId4" imgW="710891" imgH="203112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52" y="4214818"/>
                        <a:ext cx="2041086" cy="5715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Rectangle 9"/>
          <p:cNvSpPr>
            <a:spLocks noChangeArrowheads="1"/>
          </p:cNvSpPr>
          <p:nvPr/>
        </p:nvSpPr>
        <p:spPr bwMode="auto">
          <a:xfrm>
            <a:off x="0" y="200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687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6874" name="Object 10"/>
          <p:cNvGraphicFramePr>
            <a:graphicFrameLocks noChangeAspect="1"/>
          </p:cNvGraphicFramePr>
          <p:nvPr/>
        </p:nvGraphicFramePr>
        <p:xfrm>
          <a:off x="1357290" y="4929198"/>
          <a:ext cx="4000528" cy="1143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76" name="Equation" r:id="rId6" imgW="1600200" imgH="457200" progId="Equation.DSMT4">
                  <p:embed/>
                </p:oleObj>
              </mc:Choice>
              <mc:Fallback>
                <p:oleObj name="Equation" r:id="rId6" imgW="1600200" imgH="457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290" y="4929198"/>
                        <a:ext cx="4000528" cy="11430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DB077E-0B12-4ACE-8C9A-0A06F59944FB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Dijkstra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600200"/>
            <a:ext cx="8786874" cy="4525963"/>
          </a:xfrm>
        </p:spPr>
        <p:txBody>
          <a:bodyPr/>
          <a:lstStyle/>
          <a:p>
            <a:r>
              <a:rPr lang="en-US" b="1"/>
              <a:t>Bước 1:</a:t>
            </a:r>
          </a:p>
          <a:p>
            <a:pPr>
              <a:buNone/>
            </a:pPr>
            <a:r>
              <a:rPr lang="en-US" b="1"/>
              <a:t>		</a:t>
            </a:r>
            <a:r>
              <a:rPr lang="en-US" sz="2800"/>
              <a:t>Nếu (test[D]=1) thì tới Bước 4</a:t>
            </a:r>
          </a:p>
          <a:p>
            <a:pPr>
              <a:buNone/>
            </a:pPr>
            <a:r>
              <a:rPr lang="en-US" sz="2800"/>
              <a:t>		Ngược lại</a:t>
            </a:r>
          </a:p>
          <a:p>
            <a:pPr>
              <a:buNone/>
            </a:pPr>
            <a:r>
              <a:rPr lang="en-US" sz="2800"/>
              <a:t>			Tìm v thỏa </a:t>
            </a:r>
            <a:r>
              <a:rPr lang="en-US" sz="2800" b="1"/>
              <a:t>test[v]=0 và (L[v] 			ngắn nhất với </a:t>
            </a:r>
            <a:r>
              <a:rPr lang="en-US" sz="2800" b="1">
                <a:sym typeface="Symbol"/>
              </a:rPr>
              <a:t></a:t>
            </a:r>
            <a:r>
              <a:rPr lang="en-US" sz="2800" b="1"/>
              <a:t>i thoả test(i)=0)</a:t>
            </a:r>
          </a:p>
          <a:p>
            <a:pPr>
              <a:buNone/>
            </a:pPr>
            <a:r>
              <a:rPr lang="en-US" sz="2800"/>
              <a:t>				Qua bước 2</a:t>
            </a:r>
          </a:p>
          <a:p>
            <a:pPr>
              <a:buNone/>
            </a:pPr>
            <a:r>
              <a:rPr lang="en-US" sz="2800"/>
              <a:t>		Cuối nếu</a:t>
            </a:r>
          </a:p>
          <a:p>
            <a:pPr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D0E117-B938-4E4A-8E09-DA5A8CC85C06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Dijkstra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Bước 2:</a:t>
            </a:r>
          </a:p>
          <a:p>
            <a:pPr>
              <a:buNone/>
            </a:pPr>
            <a:r>
              <a:rPr lang="en-US"/>
              <a:t>		</a:t>
            </a:r>
            <a:r>
              <a:rPr lang="en-US">
                <a:sym typeface="Symbol"/>
              </a:rPr>
              <a:t></a:t>
            </a:r>
            <a:r>
              <a:rPr lang="en-US"/>
              <a:t>i thoả test(i)==0</a:t>
            </a:r>
          </a:p>
          <a:p>
            <a:pPr>
              <a:buNone/>
            </a:pPr>
            <a:r>
              <a:rPr lang="en-US"/>
              <a:t>				Nếu </a:t>
            </a:r>
            <a:r>
              <a:rPr lang="en-US">
                <a:solidFill>
                  <a:srgbClr val="FF0000"/>
                </a:solidFill>
              </a:rPr>
              <a:t>L[i]&gt;L[v]+</a:t>
            </a:r>
            <a:r>
              <a:rPr lang="en-US">
                <a:solidFill>
                  <a:srgbClr val="FF0000"/>
                </a:solidFill>
                <a:sym typeface="Symbol"/>
              </a:rPr>
              <a:t></a:t>
            </a:r>
            <a:r>
              <a:rPr lang="en-US">
                <a:solidFill>
                  <a:srgbClr val="FF0000"/>
                </a:solidFill>
              </a:rPr>
              <a:t>(v,i)</a:t>
            </a:r>
            <a:r>
              <a:rPr lang="en-US"/>
              <a:t> thì</a:t>
            </a:r>
          </a:p>
          <a:p>
            <a:pPr>
              <a:buNone/>
            </a:pPr>
            <a:r>
              <a:rPr lang="en-US"/>
              <a:t>					L[i] = L[v]+</a:t>
            </a:r>
            <a:r>
              <a:rPr lang="en-US">
                <a:sym typeface="Symbol"/>
              </a:rPr>
              <a:t></a:t>
            </a:r>
            <a:r>
              <a:rPr lang="en-US"/>
              <a:t>(v,i);</a:t>
            </a:r>
          </a:p>
          <a:p>
            <a:pPr>
              <a:buNone/>
            </a:pPr>
            <a:r>
              <a:rPr lang="en-US"/>
              <a:t>					prev(i)=v;</a:t>
            </a:r>
          </a:p>
          <a:p>
            <a:pPr>
              <a:buNone/>
            </a:pPr>
            <a:r>
              <a:rPr lang="en-US"/>
              <a:t>				Cuối nếu</a:t>
            </a:r>
          </a:p>
          <a:p>
            <a:pPr>
              <a:buNone/>
            </a:pPr>
            <a:r>
              <a:rPr lang="en-US"/>
              <a:t>			Cuối </a:t>
            </a:r>
            <a:r>
              <a:rPr lang="en-US">
                <a:sym typeface="Symbol"/>
              </a:rPr>
              <a:t>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6EF92A-0791-41AD-8F56-8FCCBD4E56E4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Dijkstra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4525963"/>
          </a:xfrm>
        </p:spPr>
        <p:txBody>
          <a:bodyPr/>
          <a:lstStyle/>
          <a:p>
            <a:r>
              <a:rPr lang="en-US" b="1"/>
              <a:t>Bước 3:</a:t>
            </a:r>
            <a:endParaRPr lang="en-US"/>
          </a:p>
          <a:p>
            <a:pPr>
              <a:buNone/>
            </a:pPr>
            <a:r>
              <a:rPr lang="en-US"/>
              <a:t>			test[v]=1;</a:t>
            </a:r>
            <a:br>
              <a:rPr lang="vi-VN"/>
            </a:br>
            <a:r>
              <a:rPr lang="vi-VN"/>
              <a:t>		Trở về bước 1</a:t>
            </a:r>
            <a:endParaRPr lang="en-US"/>
          </a:p>
          <a:p>
            <a:r>
              <a:rPr lang="en-US" b="1"/>
              <a:t>Bước 4:</a:t>
            </a:r>
            <a:endParaRPr lang="en-US"/>
          </a:p>
          <a:p>
            <a:pPr>
              <a:buNone/>
            </a:pPr>
            <a:r>
              <a:rPr lang="en-US"/>
              <a:t>			In kết quả L[D] là độ dài ngắn nhất.</a:t>
            </a:r>
          </a:p>
          <a:p>
            <a:pPr>
              <a:buNone/>
            </a:pPr>
            <a:r>
              <a:rPr lang="en-US"/>
              <a:t>			Thoát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FF98BC-9409-4331-8785-9B2FEE2FBCFD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Dijkstra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Sau khi kết thúc thuật toán:</a:t>
            </a:r>
          </a:p>
          <a:p>
            <a:pPr lvl="1"/>
            <a:r>
              <a:rPr lang="en-US"/>
              <a:t>nếu L[i] hữu hạn thì có đường đi từ S đến i và có độ dài L[i], đây cũng là đường đi ngắn nhất từ S</a:t>
            </a:r>
            <a:r>
              <a:rPr lang="en-US">
                <a:sym typeface="Wingdings"/>
              </a:rPr>
              <a:t></a:t>
            </a:r>
            <a:r>
              <a:rPr lang="en-US"/>
              <a:t>I</a:t>
            </a:r>
          </a:p>
          <a:p>
            <a:r>
              <a:rPr lang="en-US"/>
              <a:t>Đường đi ngắn nhất từ S</a:t>
            </a:r>
            <a:r>
              <a:rPr lang="en-US">
                <a:sym typeface="Wingdings"/>
              </a:rPr>
              <a:t></a:t>
            </a:r>
            <a:r>
              <a:rPr lang="en-US"/>
              <a:t>i: nhờ prev[i] ta xác định được đỉnh trước i, ta tiếp tục tìm prev[prev[i]]… cho đến khi gặp S.</a:t>
            </a:r>
          </a:p>
          <a:p>
            <a:pPr lvl="0"/>
            <a:endParaRPr lang="en-US"/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E21AA2-3BD1-4263-BF65-67F899345C4A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Cài đặt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2976" y="1357298"/>
            <a:ext cx="428628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/>
              <a:t>#define MAX 100</a:t>
            </a:r>
          </a:p>
          <a:p>
            <a:r>
              <a:rPr lang="en-US" sz="2300"/>
              <a:t>#define maxint 32767</a:t>
            </a:r>
          </a:p>
          <a:p>
            <a:r>
              <a:rPr lang="en-US" sz="2300"/>
              <a:t> </a:t>
            </a:r>
          </a:p>
          <a:p>
            <a:r>
              <a:rPr lang="en-US" sz="2300" b="1"/>
              <a:t>typedef struct Dothi{</a:t>
            </a:r>
            <a:endParaRPr lang="en-US" sz="2300"/>
          </a:p>
          <a:p>
            <a:r>
              <a:rPr lang="en-US" sz="2300"/>
              <a:t>	int n;</a:t>
            </a:r>
          </a:p>
          <a:p>
            <a:r>
              <a:rPr lang="en-US" sz="2300"/>
              <a:t>	int a[MAX][MAX];</a:t>
            </a:r>
          </a:p>
          <a:p>
            <a:r>
              <a:rPr lang="en-US" sz="2300"/>
              <a:t>};</a:t>
            </a:r>
          </a:p>
          <a:p>
            <a:r>
              <a:rPr lang="en-US" sz="2300"/>
              <a:t> </a:t>
            </a:r>
          </a:p>
          <a:p>
            <a:r>
              <a:rPr lang="en-US" sz="2300"/>
              <a:t>Dothi G;</a:t>
            </a:r>
          </a:p>
          <a:p>
            <a:r>
              <a:rPr lang="en-US" sz="2300"/>
              <a:t>int dinhdau,dinhcuoi;</a:t>
            </a:r>
          </a:p>
          <a:p>
            <a:r>
              <a:rPr lang="en-US" sz="2300"/>
              <a:t>int L[MAX];</a:t>
            </a:r>
          </a:p>
          <a:p>
            <a:r>
              <a:rPr lang="en-US" sz="2300"/>
              <a:t>int prev[MAX];</a:t>
            </a:r>
          </a:p>
          <a:p>
            <a:r>
              <a:rPr lang="en-US" sz="2300"/>
              <a:t>int test[MAX];</a:t>
            </a:r>
          </a:p>
          <a:p>
            <a:endParaRPr lang="en-US" sz="23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00100" y="1643050"/>
            <a:ext cx="435771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void Docmatran();</a:t>
            </a:r>
          </a:p>
          <a:p>
            <a:r>
              <a:rPr lang="en-US" sz="2400"/>
              <a:t>void Xuatmatran();</a:t>
            </a:r>
          </a:p>
          <a:p>
            <a:r>
              <a:rPr lang="en-US" sz="2400"/>
              <a:t> </a:t>
            </a:r>
          </a:p>
          <a:p>
            <a:r>
              <a:rPr lang="en-US" sz="2400"/>
              <a:t>void Khoitao();</a:t>
            </a:r>
          </a:p>
          <a:p>
            <a:r>
              <a:rPr lang="en-US" sz="2400"/>
              <a:t>int findmin();</a:t>
            </a:r>
          </a:p>
          <a:p>
            <a:r>
              <a:rPr lang="en-US" sz="2400"/>
              <a:t>int testall();</a:t>
            </a:r>
          </a:p>
          <a:p>
            <a:r>
              <a:rPr lang="vi-VN" sz="2400"/>
              <a:t>void</a:t>
            </a:r>
            <a:r>
              <a:rPr lang="en-US" sz="2400"/>
              <a:t> Dijkstra();</a:t>
            </a:r>
          </a:p>
          <a:p>
            <a:r>
              <a:rPr lang="en-US" sz="2400"/>
              <a:t>void findpath(int dau, int cuoi);</a:t>
            </a:r>
          </a:p>
          <a:p>
            <a:r>
              <a:rPr lang="en-US" sz="2400"/>
              <a:t>void Xuatketqua();</a:t>
            </a:r>
          </a:p>
          <a:p>
            <a:endParaRPr lang="en-US"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00100" y="1643050"/>
            <a:ext cx="35719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void main()</a:t>
            </a:r>
            <a:endParaRPr lang="en-US" sz="2400"/>
          </a:p>
          <a:p>
            <a:r>
              <a:rPr lang="en-US" sz="2400"/>
              <a:t>{</a:t>
            </a:r>
          </a:p>
          <a:p>
            <a:r>
              <a:rPr lang="en-US" sz="2400"/>
              <a:t> </a:t>
            </a:r>
          </a:p>
          <a:p>
            <a:r>
              <a:rPr lang="en-US" sz="2400"/>
              <a:t>	clrscr();</a:t>
            </a:r>
          </a:p>
          <a:p>
            <a:r>
              <a:rPr lang="en-US" sz="2400"/>
              <a:t>	Docmatran();</a:t>
            </a:r>
          </a:p>
          <a:p>
            <a:r>
              <a:rPr lang="en-US" sz="2400"/>
              <a:t>	Xuatmatran();</a:t>
            </a:r>
          </a:p>
          <a:p>
            <a:r>
              <a:rPr lang="en-US" sz="2400"/>
              <a:t>	Khoitao();</a:t>
            </a:r>
          </a:p>
          <a:p>
            <a:r>
              <a:rPr lang="en-US" sz="2400"/>
              <a:t>	Dijkstra();</a:t>
            </a:r>
          </a:p>
          <a:p>
            <a:r>
              <a:rPr lang="en-US" sz="2400"/>
              <a:t>	Xuatketqua();</a:t>
            </a:r>
          </a:p>
          <a:p>
            <a:r>
              <a:rPr lang="en-US" sz="2400"/>
              <a:t>	getch();</a:t>
            </a:r>
          </a:p>
          <a:p>
            <a:r>
              <a:rPr lang="en-US" sz="2400"/>
              <a:t>}</a:t>
            </a:r>
          </a:p>
          <a:p>
            <a:endParaRPr lang="en-US" sz="2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-32" y="1571612"/>
            <a:ext cx="8616461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/>
              <a:t>void</a:t>
            </a:r>
            <a:r>
              <a:rPr lang="en-US" b="1"/>
              <a:t> Dijkstra()</a:t>
            </a:r>
            <a:endParaRPr lang="en-US"/>
          </a:p>
          <a:p>
            <a:r>
              <a:rPr lang="en-US"/>
              <a:t>{</a:t>
            </a:r>
          </a:p>
          <a:p>
            <a:r>
              <a:rPr lang="en-US"/>
              <a:t> </a:t>
            </a:r>
          </a:p>
          <a:p>
            <a:r>
              <a:rPr lang="en-US"/>
              <a:t>	</a:t>
            </a:r>
            <a:r>
              <a:rPr lang="en-US" sz="2000"/>
              <a:t>while(test[dinhcuoi]==0) //!testall()</a:t>
            </a:r>
          </a:p>
          <a:p>
            <a:r>
              <a:rPr lang="en-US" sz="2000"/>
              <a:t>	{</a:t>
            </a:r>
          </a:p>
          <a:p>
            <a:r>
              <a:rPr lang="en-US" sz="2000"/>
              <a:t>		int min=findmin();</a:t>
            </a:r>
          </a:p>
          <a:p>
            <a:r>
              <a:rPr lang="en-US" sz="2000"/>
              <a:t>		test[min]=1;</a:t>
            </a:r>
          </a:p>
          <a:p>
            <a:r>
              <a:rPr lang="en-US" sz="2000"/>
              <a:t>		for(int i=0;i&lt;G.n;i++)</a:t>
            </a:r>
          </a:p>
          <a:p>
            <a:r>
              <a:rPr lang="en-US" sz="2000"/>
              <a:t>		     if(test[i]==0 &amp;&amp; long(L[i])&gt;long(G.a[min][i])+long(L[min]))</a:t>
            </a:r>
          </a:p>
          <a:p>
            <a:r>
              <a:rPr lang="en-US" sz="2000"/>
              <a:t>				{</a:t>
            </a:r>
          </a:p>
          <a:p>
            <a:r>
              <a:rPr lang="en-US" sz="2000"/>
              <a:t>					L[i]=G.a[min][i]+L[min];</a:t>
            </a:r>
          </a:p>
          <a:p>
            <a:r>
              <a:rPr lang="en-US" sz="2000"/>
              <a:t>					prev[i]=min;</a:t>
            </a:r>
          </a:p>
          <a:p>
            <a:r>
              <a:rPr lang="en-US" sz="2000"/>
              <a:t>				}</a:t>
            </a:r>
            <a:br>
              <a:rPr lang="en-US" sz="2000"/>
            </a:br>
            <a:r>
              <a:rPr lang="en-US" sz="2000"/>
              <a:t>	}</a:t>
            </a:r>
          </a:p>
          <a:p>
            <a:r>
              <a:rPr lang="en-US" sz="2000"/>
              <a:t>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71604" y="928670"/>
            <a:ext cx="67151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void findpath(int dau, int cuoi)</a:t>
            </a:r>
            <a:endParaRPr lang="en-US" sz="2400"/>
          </a:p>
          <a:p>
            <a:r>
              <a:rPr lang="en-US" sz="2400"/>
              <a:t>{</a:t>
            </a:r>
          </a:p>
          <a:p>
            <a:r>
              <a:rPr lang="en-US" sz="2400"/>
              <a:t>	if(prev[cuoi]==dau) printf("%d\t",dau);</a:t>
            </a:r>
          </a:p>
          <a:p>
            <a:r>
              <a:rPr lang="en-US" sz="2400"/>
              <a:t>	else findpath(dau,prev[cuoi]);</a:t>
            </a:r>
          </a:p>
          <a:p>
            <a:r>
              <a:rPr lang="en-US" sz="2400"/>
              <a:t> 	printf("-&gt;%d\t",cuoi);</a:t>
            </a:r>
          </a:p>
          <a:p>
            <a:r>
              <a:rPr lang="en-US" sz="2400"/>
              <a:t>}</a:t>
            </a:r>
          </a:p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14282" y="3214686"/>
            <a:ext cx="792961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/>
              <a:t>void Xuatketqua()</a:t>
            </a:r>
            <a:endParaRPr lang="en-US" sz="2400"/>
          </a:p>
          <a:p>
            <a:r>
              <a:rPr lang="vi-VN" sz="2400"/>
              <a:t>{</a:t>
            </a:r>
            <a:endParaRPr lang="en-US" sz="2400"/>
          </a:p>
          <a:p>
            <a:r>
              <a:rPr lang="vi-VN" sz="2400"/>
              <a:t>	if(L[i]==maxint) printf(“Khong co duong di”);</a:t>
            </a:r>
            <a:endParaRPr lang="en-US" sz="2400"/>
          </a:p>
          <a:p>
            <a:r>
              <a:rPr lang="vi-VN" sz="2400"/>
              <a:t>	else </a:t>
            </a:r>
            <a:endParaRPr lang="en-US" sz="2400"/>
          </a:p>
          <a:p>
            <a:r>
              <a:rPr lang="vi-VN" sz="2400"/>
              <a:t>	{</a:t>
            </a:r>
            <a:endParaRPr lang="en-US" sz="2400"/>
          </a:p>
          <a:p>
            <a:r>
              <a:rPr lang="vi-VN" sz="2400"/>
              <a:t>		printf(“Duong di co do dai %d”, L[i]);</a:t>
            </a:r>
            <a:br>
              <a:rPr lang="vi-VN" sz="2400"/>
            </a:br>
            <a:r>
              <a:rPr lang="vi-VN" sz="2400"/>
              <a:t>		findpath(dinhdau,dinhcuoi);</a:t>
            </a:r>
            <a:endParaRPr lang="en-US" sz="2400"/>
          </a:p>
          <a:p>
            <a:r>
              <a:rPr lang="en-US" sz="2400"/>
              <a:t>	</a:t>
            </a:r>
            <a:r>
              <a:rPr lang="vi-VN" sz="2400"/>
              <a:t>}</a:t>
            </a:r>
            <a:endParaRPr lang="en-US" sz="2400"/>
          </a:p>
          <a:p>
            <a:r>
              <a:rPr lang="vi-VN" sz="2400"/>
              <a:t>}</a:t>
            </a:r>
            <a:br>
              <a:rPr lang="vi-VN" sz="2400"/>
            </a:br>
            <a:endParaRPr lang="en-US" sz="2400"/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Ford - Bellman</a:t>
            </a:r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5601" name="Object 1"/>
          <p:cNvGraphicFramePr>
            <a:graphicFrameLocks noChangeAspect="1"/>
          </p:cNvGraphicFramePr>
          <p:nvPr/>
        </p:nvGraphicFramePr>
        <p:xfrm>
          <a:off x="2214546" y="1445573"/>
          <a:ext cx="4786346" cy="392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42" name="SmartDraw" r:id="rId2" imgW="1892808" imgH="1554480" progId="SmartDraw.2">
                  <p:embed/>
                </p:oleObj>
              </mc:Choice>
              <mc:Fallback>
                <p:oleObj name="SmartDraw" r:id="rId2" imgW="1892808" imgH="1554480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46" y="1445573"/>
                        <a:ext cx="4786346" cy="3920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741324-E9C4-49AE-BA44-82DD6A64468B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Ford - Bellman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tìm đường đi ngắn nhất từ đỉnh 1 đến những đỉnh khác hoặc chỉ ra rằng đồ thị có mạch âm</a:t>
            </a:r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193959-8348-4847-B438-1188586C4D9A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Ford – Bellman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57230"/>
          </a:xfrm>
        </p:spPr>
        <p:txBody>
          <a:bodyPr/>
          <a:lstStyle/>
          <a:p>
            <a:r>
              <a:rPr lang="en-US" b="1"/>
              <a:t>Bước 0:</a:t>
            </a:r>
            <a:endParaRPr lang="en-US"/>
          </a:p>
        </p:txBody>
      </p:sp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357422" y="5286388"/>
            <a:ext cx="8579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/>
              <a:t>k=1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214545" y="2500306"/>
          <a:ext cx="4411297" cy="928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466" name="Equation" r:id="rId2" imgW="2171700" imgH="457200" progId="Equation.DSMT4">
                  <p:embed/>
                </p:oleObj>
              </mc:Choice>
              <mc:Fallback>
                <p:oleObj name="Equation" r:id="rId2" imgW="2171700" imgH="4572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45" y="2500306"/>
                        <a:ext cx="4411297" cy="9286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2214546" y="3857628"/>
          <a:ext cx="4427667" cy="1214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467" name="Equation" r:id="rId4" imgW="1663700" imgH="457200" progId="Equation.DSMT4">
                  <p:embed/>
                </p:oleObj>
              </mc:Choice>
              <mc:Fallback>
                <p:oleObj name="Equation" r:id="rId4" imgW="1663700" imgH="457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46" y="3857628"/>
                        <a:ext cx="4427667" cy="12144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6E0746-2793-40B8-8F0C-8ED4EEA1B6CE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Ford – Bellman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57230"/>
          </a:xfrm>
        </p:spPr>
        <p:txBody>
          <a:bodyPr/>
          <a:lstStyle/>
          <a:p>
            <a:r>
              <a:rPr lang="en-US" b="1"/>
              <a:t>Bước 1:</a:t>
            </a:r>
          </a:p>
          <a:p>
            <a:pPr>
              <a:buNone/>
            </a:pPr>
            <a:r>
              <a:rPr lang="en-US" b="1"/>
              <a:t>	</a:t>
            </a:r>
            <a:endParaRPr lang="en-US"/>
          </a:p>
        </p:txBody>
      </p:sp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9699" name="Object 3"/>
          <p:cNvGraphicFramePr>
            <a:graphicFrameLocks noChangeAspect="1"/>
          </p:cNvGraphicFramePr>
          <p:nvPr/>
        </p:nvGraphicFramePr>
        <p:xfrm>
          <a:off x="2071669" y="4071942"/>
          <a:ext cx="6005257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490" name="Equation" r:id="rId2" imgW="2057400" imgH="241300" progId="Equation.DSMT4">
                  <p:embed/>
                </p:oleObj>
              </mc:Choice>
              <mc:Fallback>
                <p:oleObj name="Equation" r:id="rId2" imgW="2057400" imgH="2413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69" y="4071942"/>
                        <a:ext cx="6005257" cy="71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928662" y="4143380"/>
            <a:ext cx="9364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/>
              <a:t>Nếu</a:t>
            </a:r>
          </a:p>
        </p:txBody>
      </p:sp>
      <p:sp>
        <p:nvSpPr>
          <p:cNvPr id="9" name="Rectangle 8"/>
          <p:cNvSpPr/>
          <p:nvPr/>
        </p:nvSpPr>
        <p:spPr>
          <a:xfrm>
            <a:off x="2214546" y="5072074"/>
            <a:ext cx="27860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/>
              <a:t>thì prev(i)=h</a:t>
            </a: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768185" y="2357430"/>
          <a:ext cx="8043505" cy="1214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491" name="Equation" r:id="rId4" imgW="3594100" imgH="533400" progId="Equation.DSMT4">
                  <p:embed/>
                </p:oleObj>
              </mc:Choice>
              <mc:Fallback>
                <p:oleObj name="Equation" r:id="rId4" imgW="3594100" imgH="5334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185" y="2357430"/>
                        <a:ext cx="8043505" cy="12144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37C78E-EEBF-408F-8425-B9DB61EB7688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Ford – Bellman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Bước 2:</a:t>
            </a:r>
          </a:p>
          <a:p>
            <a:pPr>
              <a:buNone/>
            </a:pPr>
            <a:r>
              <a:rPr lang="en-US" b="1"/>
              <a:t>		</a:t>
            </a:r>
            <a:r>
              <a:rPr lang="en-US"/>
              <a:t> Nếu L</a:t>
            </a:r>
            <a:r>
              <a:rPr lang="en-US" baseline="-25000"/>
              <a:t>k</a:t>
            </a:r>
            <a:r>
              <a:rPr lang="en-US"/>
              <a:t>[i] = L</a:t>
            </a:r>
            <a:r>
              <a:rPr lang="en-US" baseline="-25000"/>
              <a:t>k-1</a:t>
            </a:r>
            <a:r>
              <a:rPr lang="en-US"/>
              <a:t>[i] </a:t>
            </a:r>
            <a:r>
              <a:rPr lang="en-US">
                <a:sym typeface="Symbol"/>
              </a:rPr>
              <a:t></a:t>
            </a:r>
            <a:r>
              <a:rPr lang="en-US">
                <a:sym typeface="Mathematica1"/>
              </a:rPr>
              <a:t></a:t>
            </a:r>
            <a:r>
              <a:rPr lang="vi-VN"/>
              <a:t>i</a:t>
            </a:r>
            <a:r>
              <a:rPr lang="en-US"/>
              <a:t> thì dừng</a:t>
            </a:r>
          </a:p>
          <a:p>
            <a:pPr>
              <a:buNone/>
            </a:pPr>
            <a:r>
              <a:rPr lang="en-US"/>
              <a:t>		 Ngược lại sang bước 3</a:t>
            </a:r>
          </a:p>
          <a:p>
            <a:r>
              <a:rPr lang="en-US" b="1"/>
              <a:t>Bước 3:</a:t>
            </a:r>
          </a:p>
          <a:p>
            <a:pPr>
              <a:buNone/>
            </a:pPr>
            <a:r>
              <a:rPr lang="en-US"/>
              <a:t>		Nếu k=n thì dừng =&gt; có chu trình âm</a:t>
            </a:r>
          </a:p>
          <a:p>
            <a:pPr>
              <a:buNone/>
            </a:pPr>
            <a:r>
              <a:rPr lang="en-US"/>
              <a:t>		Nếu k&lt;=n-1 trở về bước 1 với k=k+1;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56F832-FC84-43D2-9B62-DEA95E240973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986097" y="1643050"/>
          <a:ext cx="7050165" cy="4357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514" name="SmartDraw" r:id="rId2" imgW="5678040" imgH="2774655" progId="SmartDraw.2">
                  <p:embed/>
                </p:oleObj>
              </mc:Choice>
              <mc:Fallback>
                <p:oleObj name="SmartDraw" r:id="rId2" imgW="5678040" imgH="2774655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6097" y="1643050"/>
                        <a:ext cx="7050165" cy="43577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2C47AE-C223-4ADB-A9A1-47A9E6A4AA62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357158" y="785794"/>
          <a:ext cx="4160753" cy="2571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538" name="SmartDraw" r:id="rId2" imgW="5678040" imgH="2774655" progId="SmartDraw.2">
                  <p:embed/>
                </p:oleObj>
              </mc:Choice>
              <mc:Fallback>
                <p:oleObj name="SmartDraw" r:id="rId2" imgW="5678040" imgH="2774655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8" y="785794"/>
                        <a:ext cx="4160753" cy="25717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00232" y="3566160"/>
          <a:ext cx="6500859" cy="2926080"/>
        </p:xfrm>
        <a:graphic>
          <a:graphicData uri="http://schemas.openxmlformats.org/drawingml/2006/table">
            <a:tbl>
              <a:tblPr/>
              <a:tblGrid>
                <a:gridCol w="92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91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1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91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5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(0,1)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9691CD-9CD3-4E97-86A0-A365DFE6FE01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357158" y="785794"/>
          <a:ext cx="4160753" cy="2571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62" name="SmartDraw" r:id="rId2" imgW="5678040" imgH="2774655" progId="SmartDraw.2">
                  <p:embed/>
                </p:oleObj>
              </mc:Choice>
              <mc:Fallback>
                <p:oleObj name="SmartDraw" r:id="rId2" imgW="5678040" imgH="2774655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8" y="785794"/>
                        <a:ext cx="4160753" cy="25717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57356" y="3643314"/>
          <a:ext cx="7072361" cy="2926080"/>
        </p:xfrm>
        <a:graphic>
          <a:graphicData uri="http://schemas.openxmlformats.org/drawingml/2006/table">
            <a:tbl>
              <a:tblPr/>
              <a:tblGrid>
                <a:gridCol w="1009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8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08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08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5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(0,1)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(0,1)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(7,1)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(8,1)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(0,1)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(7,1)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(11,2)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(8,1)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(9,2)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(8,2)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(0,1)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(7,1)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(10,6)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(2,6)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(9,2)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(8,2)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(0,1)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(4,4)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(10,6)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(2,6)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(4,4)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(8,2)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(0,1)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(4,4)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(8,2)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(2,6)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(4,4)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(5,2)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(0,1)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(4,4)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(7,6)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(-1,6)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(4,4)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(5,2)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2E134A-0217-4E71-A911-A1AC7A01DA2C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7585" name="Object 1"/>
          <p:cNvGraphicFramePr>
            <a:graphicFrameLocks noChangeAspect="1"/>
          </p:cNvGraphicFramePr>
          <p:nvPr/>
        </p:nvGraphicFramePr>
        <p:xfrm>
          <a:off x="1285852" y="1785926"/>
          <a:ext cx="7232982" cy="4458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86" name="SmartDraw" r:id="rId2" imgW="5659617" imgH="2756002" progId="SmartDraw.2">
                  <p:embed/>
                </p:oleObj>
              </mc:Choice>
              <mc:Fallback>
                <p:oleObj name="SmartDraw" r:id="rId2" imgW="5659617" imgH="2756002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52" y="1785926"/>
                        <a:ext cx="7232982" cy="44584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0C0246-4ACA-40C9-B374-2DB1CD0584C8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7585" name="Object 1"/>
          <p:cNvGraphicFramePr>
            <a:graphicFrameLocks noChangeAspect="1"/>
          </p:cNvGraphicFramePr>
          <p:nvPr/>
        </p:nvGraphicFramePr>
        <p:xfrm>
          <a:off x="142844" y="857232"/>
          <a:ext cx="4867550" cy="3000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10" name="SmartDraw" r:id="rId2" imgW="5659617" imgH="2756002" progId="SmartDraw.2">
                  <p:embed/>
                </p:oleObj>
              </mc:Choice>
              <mc:Fallback>
                <p:oleObj name="SmartDraw" r:id="rId2" imgW="5659617" imgH="2756002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44" y="857232"/>
                        <a:ext cx="4867550" cy="30003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28794" y="3929066"/>
          <a:ext cx="7000923" cy="2560320"/>
        </p:xfrm>
        <a:graphic>
          <a:graphicData uri="http://schemas.openxmlformats.org/drawingml/2006/table">
            <a:tbl>
              <a:tblPr/>
              <a:tblGrid>
                <a:gridCol w="999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9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9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6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6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67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7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(0,1)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7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(0,1)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(7,1)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(8,1)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2400">
                          <a:latin typeface="Mathematica1"/>
                          <a:ea typeface="Times New Roman"/>
                          <a:cs typeface="Times New Roman"/>
                          <a:sym typeface="Symbol"/>
                        </a:rPr>
                        <a:t>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,-1)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7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(0,1)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(7,1)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(11,2)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(8,1)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(9,2)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(8,2)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7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(0,1)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(7,1)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(10,6)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(6,6)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(9,2)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(8,2)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7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(0,1)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(7,1)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(10,6)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(6,6)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(8,4)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(8,2)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7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(0,1)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(7,1)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(10,6)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(6,6)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(8,4)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</a:rPr>
                        <a:t>(8,2)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4487C6-0FD2-451E-B33F-6EAC10E2667F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9633" name="Object 1"/>
          <p:cNvGraphicFramePr>
            <a:graphicFrameLocks noChangeAspect="1"/>
          </p:cNvGraphicFramePr>
          <p:nvPr/>
        </p:nvGraphicFramePr>
        <p:xfrm>
          <a:off x="642910" y="1571612"/>
          <a:ext cx="8064974" cy="4286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34" name="SmartDraw" r:id="rId2" imgW="5457681" imgH="2950952" progId="SmartDraw.2">
                  <p:embed/>
                </p:oleObj>
              </mc:Choice>
              <mc:Fallback>
                <p:oleObj name="SmartDraw" r:id="rId2" imgW="5457681" imgH="2950952" progId="SmartDraw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10" y="1571612"/>
                        <a:ext cx="8064974" cy="42862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A2ECBC-7BE0-4EE6-A916-30DCF8149E5B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Cài đặt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6288" y="1643050"/>
            <a:ext cx="7758112" cy="4619638"/>
          </a:xfrm>
        </p:spPr>
        <p:txBody>
          <a:bodyPr/>
          <a:lstStyle/>
          <a:p>
            <a:r>
              <a:rPr lang="vi-VN"/>
              <a:t>Dothi G;</a:t>
            </a:r>
            <a:endParaRPr lang="en-US"/>
          </a:p>
          <a:p>
            <a:r>
              <a:rPr lang="vi-VN"/>
              <a:t>int L[MAX];</a:t>
            </a:r>
            <a:endParaRPr lang="en-US"/>
          </a:p>
          <a:p>
            <a:r>
              <a:rPr lang="vi-VN"/>
              <a:t>int Lp[MAX];</a:t>
            </a:r>
            <a:endParaRPr lang="en-US"/>
          </a:p>
          <a:p>
            <a:r>
              <a:rPr lang="vi-VN"/>
              <a:t>int prev[MAX];</a:t>
            </a:r>
            <a:endParaRPr lang="en-US"/>
          </a:p>
          <a:p>
            <a:r>
              <a:rPr lang="vi-VN"/>
              <a:t>int test[MAX];</a:t>
            </a:r>
            <a:endParaRPr lang="en-US"/>
          </a:p>
          <a:p>
            <a:r>
              <a:rPr lang="vi-VN"/>
              <a:t>int k;</a:t>
            </a:r>
            <a:endParaRPr lang="en-US"/>
          </a:p>
          <a:p>
            <a:pPr>
              <a:buNone/>
            </a:pPr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void Khoitao();</a:t>
            </a:r>
            <a:endParaRPr lang="en-US"/>
          </a:p>
          <a:p>
            <a:r>
              <a:rPr lang="vi-VN"/>
              <a:t>int timmin(int i, int &amp;h);</a:t>
            </a:r>
            <a:endParaRPr lang="en-US"/>
          </a:p>
          <a:p>
            <a:r>
              <a:rPr lang="vi-VN"/>
              <a:t>void saochep();</a:t>
            </a:r>
            <a:endParaRPr lang="en-US"/>
          </a:p>
          <a:p>
            <a:r>
              <a:rPr lang="vi-VN"/>
              <a:t>int Bellman();</a:t>
            </a:r>
            <a:endParaRPr lang="en-US"/>
          </a:p>
          <a:p>
            <a:pPr>
              <a:buNone/>
            </a:pPr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500166" y="1643050"/>
            <a:ext cx="4143404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/>
              <a:t>void main()</a:t>
            </a:r>
            <a:endParaRPr lang="en-US" sz="2600"/>
          </a:p>
          <a:p>
            <a:r>
              <a:rPr lang="en-US" sz="2600"/>
              <a:t>{</a:t>
            </a:r>
          </a:p>
          <a:p>
            <a:r>
              <a:rPr lang="en-US" sz="2600"/>
              <a:t>	clrscr();</a:t>
            </a:r>
          </a:p>
          <a:p>
            <a:r>
              <a:rPr lang="en-US" sz="2600"/>
              <a:t>	Docmatran();</a:t>
            </a:r>
          </a:p>
          <a:p>
            <a:r>
              <a:rPr lang="en-US" sz="2600"/>
              <a:t>	Khoitao();</a:t>
            </a:r>
          </a:p>
          <a:p>
            <a:r>
              <a:rPr lang="en-US" sz="2600"/>
              <a:t>	t=Bellman();</a:t>
            </a:r>
          </a:p>
          <a:p>
            <a:r>
              <a:rPr lang="en-US" sz="2600"/>
              <a:t>	if(t) Xuatketqua();</a:t>
            </a:r>
          </a:p>
          <a:p>
            <a:r>
              <a:rPr lang="en-US" sz="2600"/>
              <a:t>	else {};</a:t>
            </a:r>
          </a:p>
          <a:p>
            <a:r>
              <a:rPr lang="en-US" sz="2600"/>
              <a:t>	getch();</a:t>
            </a:r>
          </a:p>
          <a:p>
            <a:r>
              <a:rPr lang="en-US" sz="2600"/>
              <a:t>}</a:t>
            </a:r>
          </a:p>
          <a:p>
            <a:endParaRPr lang="en-US" sz="26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71538" y="1071546"/>
            <a:ext cx="7962436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int Bellman()</a:t>
            </a:r>
            <a:endParaRPr lang="en-US" sz="2000"/>
          </a:p>
          <a:p>
            <a:r>
              <a:rPr lang="en-US" sz="2000"/>
              <a:t>{</a:t>
            </a:r>
          </a:p>
          <a:p>
            <a:r>
              <a:rPr lang="en-US" sz="2000"/>
              <a:t>int cothaydoi=1;</a:t>
            </a:r>
          </a:p>
          <a:p>
            <a:r>
              <a:rPr lang="en-US" sz="2000"/>
              <a:t>while(k&lt;=G.n &amp;&amp; cothaydoi==1)</a:t>
            </a:r>
          </a:p>
          <a:p>
            <a:r>
              <a:rPr lang="en-US" sz="2000"/>
              <a:t>{</a:t>
            </a:r>
          </a:p>
          <a:p>
            <a:r>
              <a:rPr lang="en-US" sz="2000"/>
              <a:t>		saochep();</a:t>
            </a:r>
          </a:p>
          <a:p>
            <a:r>
              <a:rPr lang="en-US" sz="2000"/>
              <a:t>		cothaydoi=0;</a:t>
            </a:r>
          </a:p>
          <a:p>
            <a:r>
              <a:rPr lang="en-US" sz="2000"/>
              <a:t>		int min, h;</a:t>
            </a:r>
          </a:p>
          <a:p>
            <a:r>
              <a:rPr lang="en-US" sz="2000"/>
              <a:t>		for(int i=1;i&lt;G.n;i++)</a:t>
            </a:r>
          </a:p>
          <a:p>
            <a:r>
              <a:rPr lang="en-US" sz="2000"/>
              <a:t>		{</a:t>
            </a:r>
          </a:p>
          <a:p>
            <a:r>
              <a:rPr lang="en-US" sz="2000"/>
              <a:t>			min=timmin(i, h);</a:t>
            </a:r>
          </a:p>
          <a:p>
            <a:r>
              <a:rPr lang="en-US" sz="2000"/>
              <a:t>			if(min!=L[i]) {L[i]=min;prev[i]=h;cothaydoi=1;}</a:t>
            </a:r>
          </a:p>
          <a:p>
            <a:r>
              <a:rPr lang="en-US" sz="2000"/>
              <a:t>		}</a:t>
            </a:r>
          </a:p>
          <a:p>
            <a:r>
              <a:rPr lang="en-US" sz="2000"/>
              <a:t>	k++;</a:t>
            </a:r>
          </a:p>
          <a:p>
            <a:r>
              <a:rPr lang="en-US" sz="2000"/>
              <a:t>}</a:t>
            </a:r>
          </a:p>
          <a:p>
            <a:r>
              <a:rPr lang="en-US" sz="2000"/>
              <a:t>if(cothaydoi==0 &amp;&amp; k&lt;=G.n) return 1;</a:t>
            </a:r>
          </a:p>
          <a:p>
            <a:r>
              <a:rPr lang="en-US" sz="2000"/>
              <a:t>return 0; </a:t>
            </a:r>
          </a:p>
          <a:p>
            <a:r>
              <a:rPr lang="en-US" sz="2000"/>
              <a:t>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42916"/>
          </a:xfrm>
        </p:spPr>
        <p:txBody>
          <a:bodyPr/>
          <a:lstStyle/>
          <a:p>
            <a:r>
              <a:rPr lang="en-US" b="1"/>
              <a:t>Bước 0:</a:t>
            </a:r>
            <a:endParaRPr lang="en-US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2769" name="Object 1"/>
          <p:cNvGraphicFramePr>
            <a:graphicFrameLocks noChangeAspect="1"/>
          </p:cNvGraphicFramePr>
          <p:nvPr/>
        </p:nvGraphicFramePr>
        <p:xfrm>
          <a:off x="2500298" y="2500306"/>
          <a:ext cx="4035771" cy="1357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58" name="Equation" r:id="rId2" imgW="2120900" imgH="711200" progId="Equation.DSMT4">
                  <p:embed/>
                </p:oleObj>
              </mc:Choice>
              <mc:Fallback>
                <p:oleObj name="Equation" r:id="rId2" imgW="2120900" imgH="7112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298" y="2500306"/>
                        <a:ext cx="4035771" cy="13573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2321703" y="4643446"/>
          <a:ext cx="4464875" cy="1071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59" name="Equation" r:id="rId4" imgW="1905000" imgH="457200" progId="Equation.DSMT4">
                  <p:embed/>
                </p:oleObj>
              </mc:Choice>
              <mc:Fallback>
                <p:oleObj name="Equation" r:id="rId4" imgW="1905000" imgH="457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1703" y="4643446"/>
                        <a:ext cx="4464875" cy="10715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F4F2A8-26F1-4713-91AE-BFC2FAAD23FF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85792"/>
          </a:xfrm>
        </p:spPr>
        <p:txBody>
          <a:bodyPr/>
          <a:lstStyle/>
          <a:p>
            <a:r>
              <a:rPr lang="en-US"/>
              <a:t>	</a:t>
            </a:r>
            <a:r>
              <a:rPr lang="en-US" b="1"/>
              <a:t>Bước k: </a:t>
            </a:r>
            <a:r>
              <a:rPr lang="en-US"/>
              <a:t>(k=1..n)</a:t>
            </a:r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3793" name="Object 1"/>
          <p:cNvGraphicFramePr>
            <a:graphicFrameLocks noChangeAspect="1"/>
          </p:cNvGraphicFramePr>
          <p:nvPr/>
        </p:nvGraphicFramePr>
        <p:xfrm>
          <a:off x="2285983" y="2714620"/>
          <a:ext cx="4310773" cy="857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682" name="Equation" r:id="rId2" imgW="1612900" imgH="279400" progId="Equation.DSMT4">
                  <p:embed/>
                </p:oleObj>
              </mc:Choice>
              <mc:Fallback>
                <p:oleObj name="Equation" r:id="rId2" imgW="1612900" imgH="2794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983" y="2714620"/>
                        <a:ext cx="4310773" cy="8572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2285983" y="4000504"/>
          <a:ext cx="4811695" cy="1285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683" name="Equation" r:id="rId4" imgW="2082800" imgH="558800" progId="Equation.DSMT4">
                  <p:embed/>
                </p:oleObj>
              </mc:Choice>
              <mc:Fallback>
                <p:oleObj name="Equation" r:id="rId4" imgW="2082800" imgH="5588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983" y="4000504"/>
                        <a:ext cx="4811695" cy="12858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A26E01-61AE-4184-9F7E-74E368D48937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186122"/>
          </a:xfrm>
        </p:spPr>
        <p:txBody>
          <a:bodyPr/>
          <a:lstStyle/>
          <a:p>
            <a:r>
              <a:rPr lang="en-US"/>
              <a:t>Kết luận:</a:t>
            </a:r>
          </a:p>
          <a:p>
            <a:pPr lvl="1"/>
            <a:r>
              <a:rPr lang="en-US"/>
              <a:t>L</a:t>
            </a:r>
            <a:r>
              <a:rPr lang="en-US" baseline="-25000"/>
              <a:t>ij</a:t>
            </a:r>
            <a:r>
              <a:rPr lang="en-US"/>
              <a:t>: chi phí ngắn nhất từ i</a:t>
            </a:r>
            <a:r>
              <a:rPr lang="en-US">
                <a:sym typeface="Wingdings"/>
              </a:rPr>
              <a:t></a:t>
            </a:r>
            <a:r>
              <a:rPr lang="en-US"/>
              <a:t>j</a:t>
            </a:r>
          </a:p>
          <a:p>
            <a:pPr lvl="1"/>
            <a:r>
              <a:rPr lang="en-US"/>
              <a:t>Đường đi ngắn nhất từ i</a:t>
            </a:r>
            <a:r>
              <a:rPr lang="en-US">
                <a:sym typeface="Wingdings"/>
              </a:rPr>
              <a:t></a:t>
            </a:r>
            <a:r>
              <a:rPr lang="en-US"/>
              <a:t>j </a:t>
            </a:r>
          </a:p>
          <a:p>
            <a:pPr lvl="2"/>
            <a:endParaRPr lang="en-US"/>
          </a:p>
          <a:p>
            <a:pPr lvl="2"/>
            <a:r>
              <a:rPr lang="en-US"/>
              <a:t>i</a:t>
            </a:r>
            <a:r>
              <a:rPr lang="en-US">
                <a:sym typeface="Wingdings"/>
              </a:rPr>
              <a:t></a:t>
            </a:r>
            <a:r>
              <a:rPr lang="en-US"/>
              <a:t>i</a:t>
            </a:r>
            <a:r>
              <a:rPr lang="en-US" baseline="-25000"/>
              <a:t>1</a:t>
            </a:r>
            <a:r>
              <a:rPr lang="en-US">
                <a:sym typeface="Wingdings"/>
              </a:rPr>
              <a:t></a:t>
            </a:r>
            <a:r>
              <a:rPr lang="en-US"/>
              <a:t>i</a:t>
            </a:r>
            <a:r>
              <a:rPr lang="en-US" baseline="-25000"/>
              <a:t>2</a:t>
            </a:r>
            <a:r>
              <a:rPr lang="en-US">
                <a:sym typeface="Wingdings"/>
              </a:rPr>
              <a:t></a:t>
            </a:r>
            <a:r>
              <a:rPr lang="en-US"/>
              <a:t>i</a:t>
            </a:r>
            <a:r>
              <a:rPr lang="en-US" baseline="-25000"/>
              <a:t>3</a:t>
            </a:r>
            <a:r>
              <a:rPr lang="en-US">
                <a:sym typeface="Wingdings"/>
              </a:rPr>
              <a:t></a:t>
            </a:r>
            <a:r>
              <a:rPr lang="en-US"/>
              <a:t>…</a:t>
            </a:r>
            <a:r>
              <a:rPr lang="en-US">
                <a:sym typeface="Wingdings"/>
              </a:rPr>
              <a:t></a:t>
            </a:r>
            <a:r>
              <a:rPr lang="en-US"/>
              <a:t>j</a:t>
            </a:r>
          </a:p>
          <a:p>
            <a:pPr lvl="2"/>
            <a:endParaRPr lang="en-US"/>
          </a:p>
          <a:p>
            <a:pPr lvl="1"/>
            <a:endParaRPr lang="en-US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4817" name="Object 1"/>
          <p:cNvGraphicFramePr>
            <a:graphicFrameLocks noChangeAspect="1"/>
          </p:cNvGraphicFramePr>
          <p:nvPr/>
        </p:nvGraphicFramePr>
        <p:xfrm>
          <a:off x="1928793" y="3143248"/>
          <a:ext cx="5164703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06" name="Equation" r:id="rId2" imgW="2324100" imgH="254000" progId="Equation.DSMT4">
                  <p:embed/>
                </p:oleObj>
              </mc:Choice>
              <mc:Fallback>
                <p:oleObj name="Equation" r:id="rId2" imgW="2324100" imgH="2540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793" y="3143248"/>
                        <a:ext cx="5164703" cy="5715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703E71-B448-407A-B8BB-528ECF439FDC}" type="datetime1">
              <a:rPr lang="en-US" smtClean="0"/>
              <a:pPr>
                <a:defRPr/>
              </a:pPr>
              <a:t>12/14/2020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Lý thuyết đồ thị - PTV</a:t>
            </a:r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31" name="Rectangle 87"/>
          <p:cNvSpPr>
            <a:spLocks noGrp="1" noChangeArrowheads="1"/>
          </p:cNvSpPr>
          <p:nvPr>
            <p:ph type="title"/>
          </p:nvPr>
        </p:nvSpPr>
        <p:spPr>
          <a:xfrm>
            <a:off x="457200" y="71414"/>
            <a:ext cx="8229600" cy="655638"/>
          </a:xfrm>
        </p:spPr>
        <p:txBody>
          <a:bodyPr/>
          <a:lstStyle/>
          <a:p>
            <a:r>
              <a:rPr lang="en-US" sz="4000">
                <a:latin typeface="VNI-Times" pitchFamily="2" charset="0"/>
              </a:rPr>
              <a:t>VÍ DUÏ</a:t>
            </a:r>
          </a:p>
        </p:txBody>
      </p:sp>
      <p:graphicFrame>
        <p:nvGraphicFramePr>
          <p:cNvPr id="31836" name="Group 92"/>
          <p:cNvGraphicFramePr>
            <a:graphicFrameLocks noGrp="1"/>
          </p:cNvGraphicFramePr>
          <p:nvPr>
            <p:ph idx="1"/>
          </p:nvPr>
        </p:nvGraphicFramePr>
        <p:xfrm>
          <a:off x="2286000" y="1981200"/>
          <a:ext cx="4572000" cy="3962400"/>
        </p:xfrm>
        <a:graphic>
          <a:graphicData uri="http://schemas.openxmlformats.org/drawingml/2006/table">
            <a:tbl>
              <a:tblPr/>
              <a:tblGrid>
                <a:gridCol w="668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-1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-4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-3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-6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834" name="Rectangle 90"/>
          <p:cNvSpPr>
            <a:spLocks noChangeArrowheads="1"/>
          </p:cNvSpPr>
          <p:nvPr/>
        </p:nvSpPr>
        <p:spPr bwMode="auto">
          <a:xfrm>
            <a:off x="2133600" y="1066800"/>
            <a:ext cx="457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Font typeface="Wingdings 2" pitchFamily="18" charset="2"/>
              <a:buChar char="C"/>
            </a:pPr>
            <a:r>
              <a:rPr lang="en-US" sz="2000" b="1">
                <a:latin typeface="VNI-Times" pitchFamily="2" charset="0"/>
              </a:rPr>
              <a:t> </a:t>
            </a:r>
            <a:r>
              <a:rPr lang="en-US" sz="2800" b="1">
                <a:latin typeface="VNI-Times" pitchFamily="2" charset="0"/>
              </a:rPr>
              <a:t>Tìm ñöôøng ñi ngaén nhaát</a:t>
            </a:r>
          </a:p>
          <a:p>
            <a:pPr algn="ctr">
              <a:buFont typeface="Wingdings 2" pitchFamily="18" charset="2"/>
              <a:buNone/>
            </a:pPr>
            <a:r>
              <a:rPr lang="en-US" sz="2800" b="1">
                <a:latin typeface="VNI-Times" pitchFamily="2" charset="0"/>
              </a:rPr>
              <a:t>       cuûa ñoà thò vôùi ma traän sau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1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34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8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438650" y="485775"/>
            <a:ext cx="3257550" cy="1038225"/>
          </a:xfrm>
          <a:noFill/>
          <a:ln/>
        </p:spPr>
      </p:pic>
      <p:graphicFrame>
        <p:nvGraphicFramePr>
          <p:cNvPr id="42170" name="Group 186"/>
          <p:cNvGraphicFramePr>
            <a:graphicFrameLocks noGrp="1"/>
          </p:cNvGraphicFramePr>
          <p:nvPr>
            <p:ph sz="quarter" idx="2"/>
          </p:nvPr>
        </p:nvGraphicFramePr>
        <p:xfrm>
          <a:off x="533400" y="4191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-1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2434" name="Group 450"/>
          <p:cNvGraphicFramePr>
            <a:graphicFrameLocks noGrp="1"/>
          </p:cNvGraphicFramePr>
          <p:nvPr>
            <p:ph sz="quarter" idx="3"/>
          </p:nvPr>
        </p:nvGraphicFramePr>
        <p:xfrm>
          <a:off x="5105400" y="20955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2171" name="Rectangle 187"/>
          <p:cNvSpPr>
            <a:spLocks noChangeArrowheads="1"/>
          </p:cNvSpPr>
          <p:nvPr/>
        </p:nvSpPr>
        <p:spPr bwMode="auto">
          <a:xfrm>
            <a:off x="1066800" y="87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2172" name="Rectangle 188"/>
          <p:cNvSpPr>
            <a:spLocks noChangeArrowheads="1"/>
          </p:cNvSpPr>
          <p:nvPr/>
        </p:nvSpPr>
        <p:spPr bwMode="auto">
          <a:xfrm>
            <a:off x="10668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73" name="Rectangle 189"/>
          <p:cNvSpPr>
            <a:spLocks noChangeArrowheads="1"/>
          </p:cNvSpPr>
          <p:nvPr/>
        </p:nvSpPr>
        <p:spPr bwMode="auto">
          <a:xfrm>
            <a:off x="10668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75" name="Rectangle 191"/>
          <p:cNvSpPr>
            <a:spLocks noChangeArrowheads="1"/>
          </p:cNvSpPr>
          <p:nvPr/>
        </p:nvSpPr>
        <p:spPr bwMode="auto">
          <a:xfrm>
            <a:off x="1066800" y="23241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76" name="Rectangle 192"/>
          <p:cNvSpPr>
            <a:spLocks noChangeArrowheads="1"/>
          </p:cNvSpPr>
          <p:nvPr/>
        </p:nvSpPr>
        <p:spPr bwMode="auto">
          <a:xfrm>
            <a:off x="10668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77" name="Rectangle 193"/>
          <p:cNvSpPr>
            <a:spLocks noChangeArrowheads="1"/>
          </p:cNvSpPr>
          <p:nvPr/>
        </p:nvSpPr>
        <p:spPr bwMode="auto">
          <a:xfrm>
            <a:off x="1066800" y="2857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42179" name="Rectangle 195"/>
          <p:cNvSpPr>
            <a:spLocks noChangeArrowheads="1"/>
          </p:cNvSpPr>
          <p:nvPr/>
        </p:nvSpPr>
        <p:spPr bwMode="auto">
          <a:xfrm>
            <a:off x="10668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42180" name="Rectangle 196"/>
          <p:cNvSpPr>
            <a:spLocks noChangeArrowheads="1"/>
          </p:cNvSpPr>
          <p:nvPr/>
        </p:nvSpPr>
        <p:spPr bwMode="auto">
          <a:xfrm>
            <a:off x="1447800" y="87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42181" name="Rectangle 197"/>
          <p:cNvSpPr>
            <a:spLocks noChangeArrowheads="1"/>
          </p:cNvSpPr>
          <p:nvPr/>
        </p:nvSpPr>
        <p:spPr bwMode="auto">
          <a:xfrm>
            <a:off x="14478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2182" name="Rectangle 198"/>
          <p:cNvSpPr>
            <a:spLocks noChangeArrowheads="1"/>
          </p:cNvSpPr>
          <p:nvPr/>
        </p:nvSpPr>
        <p:spPr bwMode="auto">
          <a:xfrm>
            <a:off x="14478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83" name="Rectangle 199"/>
          <p:cNvSpPr>
            <a:spLocks noChangeArrowheads="1"/>
          </p:cNvSpPr>
          <p:nvPr/>
        </p:nvSpPr>
        <p:spPr bwMode="auto">
          <a:xfrm>
            <a:off x="14478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84" name="Rectangle 200"/>
          <p:cNvSpPr>
            <a:spLocks noChangeArrowheads="1"/>
          </p:cNvSpPr>
          <p:nvPr/>
        </p:nvSpPr>
        <p:spPr bwMode="auto">
          <a:xfrm>
            <a:off x="14478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85" name="Rectangle 201"/>
          <p:cNvSpPr>
            <a:spLocks noChangeArrowheads="1"/>
          </p:cNvSpPr>
          <p:nvPr/>
        </p:nvSpPr>
        <p:spPr bwMode="auto">
          <a:xfrm>
            <a:off x="1447800" y="2857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86" name="Rectangle 202"/>
          <p:cNvSpPr>
            <a:spLocks noChangeArrowheads="1"/>
          </p:cNvSpPr>
          <p:nvPr/>
        </p:nvSpPr>
        <p:spPr bwMode="auto">
          <a:xfrm>
            <a:off x="14478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88" name="Rectangle 204"/>
          <p:cNvSpPr>
            <a:spLocks noChangeArrowheads="1"/>
          </p:cNvSpPr>
          <p:nvPr/>
        </p:nvSpPr>
        <p:spPr bwMode="auto">
          <a:xfrm>
            <a:off x="1905000" y="87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90" name="Rectangle 206"/>
          <p:cNvSpPr>
            <a:spLocks noChangeArrowheads="1"/>
          </p:cNvSpPr>
          <p:nvPr/>
        </p:nvSpPr>
        <p:spPr bwMode="auto">
          <a:xfrm>
            <a:off x="19050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-4</a:t>
            </a:r>
          </a:p>
        </p:txBody>
      </p:sp>
      <p:sp>
        <p:nvSpPr>
          <p:cNvPr id="42191" name="Rectangle 207"/>
          <p:cNvSpPr>
            <a:spLocks noChangeArrowheads="1"/>
          </p:cNvSpPr>
          <p:nvPr/>
        </p:nvSpPr>
        <p:spPr bwMode="auto">
          <a:xfrm>
            <a:off x="19050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2192" name="Rectangle 208"/>
          <p:cNvSpPr>
            <a:spLocks noChangeArrowheads="1"/>
          </p:cNvSpPr>
          <p:nvPr/>
        </p:nvSpPr>
        <p:spPr bwMode="auto">
          <a:xfrm>
            <a:off x="19050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93" name="Rectangle 209"/>
          <p:cNvSpPr>
            <a:spLocks noChangeArrowheads="1"/>
          </p:cNvSpPr>
          <p:nvPr/>
        </p:nvSpPr>
        <p:spPr bwMode="auto">
          <a:xfrm>
            <a:off x="19050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94" name="Rectangle 210"/>
          <p:cNvSpPr>
            <a:spLocks noChangeArrowheads="1"/>
          </p:cNvSpPr>
          <p:nvPr/>
        </p:nvSpPr>
        <p:spPr bwMode="auto">
          <a:xfrm>
            <a:off x="1905000" y="2857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95" name="Rectangle 211"/>
          <p:cNvSpPr>
            <a:spLocks noChangeArrowheads="1"/>
          </p:cNvSpPr>
          <p:nvPr/>
        </p:nvSpPr>
        <p:spPr bwMode="auto">
          <a:xfrm>
            <a:off x="19050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  <a:endParaRPr lang="en-US"/>
          </a:p>
        </p:txBody>
      </p:sp>
      <p:sp>
        <p:nvSpPr>
          <p:cNvPr id="42196" name="Rectangle 212"/>
          <p:cNvSpPr>
            <a:spLocks noChangeArrowheads="1"/>
          </p:cNvSpPr>
          <p:nvPr/>
        </p:nvSpPr>
        <p:spPr bwMode="auto">
          <a:xfrm>
            <a:off x="22860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98" name="Rectangle 214"/>
          <p:cNvSpPr>
            <a:spLocks noChangeArrowheads="1"/>
          </p:cNvSpPr>
          <p:nvPr/>
        </p:nvSpPr>
        <p:spPr bwMode="auto">
          <a:xfrm>
            <a:off x="2286000" y="87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99" name="Rectangle 215"/>
          <p:cNvSpPr>
            <a:spLocks noChangeArrowheads="1"/>
          </p:cNvSpPr>
          <p:nvPr/>
        </p:nvSpPr>
        <p:spPr bwMode="auto">
          <a:xfrm>
            <a:off x="22860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42200" name="Rectangle 216"/>
          <p:cNvSpPr>
            <a:spLocks noChangeArrowheads="1"/>
          </p:cNvSpPr>
          <p:nvPr/>
        </p:nvSpPr>
        <p:spPr bwMode="auto">
          <a:xfrm>
            <a:off x="22860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42201" name="Rectangle 217"/>
          <p:cNvSpPr>
            <a:spLocks noChangeArrowheads="1"/>
          </p:cNvSpPr>
          <p:nvPr/>
        </p:nvSpPr>
        <p:spPr bwMode="auto">
          <a:xfrm>
            <a:off x="22860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02" name="Rectangle 218"/>
          <p:cNvSpPr>
            <a:spLocks noChangeArrowheads="1"/>
          </p:cNvSpPr>
          <p:nvPr/>
        </p:nvSpPr>
        <p:spPr bwMode="auto">
          <a:xfrm>
            <a:off x="2286000" y="2857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42203" name="Rectangle 219"/>
          <p:cNvSpPr>
            <a:spLocks noChangeArrowheads="1"/>
          </p:cNvSpPr>
          <p:nvPr/>
        </p:nvSpPr>
        <p:spPr bwMode="auto">
          <a:xfrm>
            <a:off x="22860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42204" name="Rectangle 220"/>
          <p:cNvSpPr>
            <a:spLocks noChangeArrowheads="1"/>
          </p:cNvSpPr>
          <p:nvPr/>
        </p:nvSpPr>
        <p:spPr bwMode="auto">
          <a:xfrm>
            <a:off x="2743200" y="87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05" name="Rectangle 221"/>
          <p:cNvSpPr>
            <a:spLocks noChangeArrowheads="1"/>
          </p:cNvSpPr>
          <p:nvPr/>
        </p:nvSpPr>
        <p:spPr bwMode="auto">
          <a:xfrm>
            <a:off x="27432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06" name="Rectangle 222"/>
          <p:cNvSpPr>
            <a:spLocks noChangeArrowheads="1"/>
          </p:cNvSpPr>
          <p:nvPr/>
        </p:nvSpPr>
        <p:spPr bwMode="auto">
          <a:xfrm>
            <a:off x="27432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08" name="Rectangle 224"/>
          <p:cNvSpPr>
            <a:spLocks noChangeArrowheads="1"/>
          </p:cNvSpPr>
          <p:nvPr/>
        </p:nvSpPr>
        <p:spPr bwMode="auto">
          <a:xfrm>
            <a:off x="27432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42209" name="Rectangle 225"/>
          <p:cNvSpPr>
            <a:spLocks noChangeArrowheads="1"/>
          </p:cNvSpPr>
          <p:nvPr/>
        </p:nvSpPr>
        <p:spPr bwMode="auto">
          <a:xfrm>
            <a:off x="27432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42210" name="Rectangle 226"/>
          <p:cNvSpPr>
            <a:spLocks noChangeArrowheads="1"/>
          </p:cNvSpPr>
          <p:nvPr/>
        </p:nvSpPr>
        <p:spPr bwMode="auto">
          <a:xfrm>
            <a:off x="2743200" y="2857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42211" name="Rectangle 227"/>
          <p:cNvSpPr>
            <a:spLocks noChangeArrowheads="1"/>
          </p:cNvSpPr>
          <p:nvPr/>
        </p:nvSpPr>
        <p:spPr bwMode="auto">
          <a:xfrm>
            <a:off x="27432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sp>
        <p:nvSpPr>
          <p:cNvPr id="42212" name="Rectangle 228"/>
          <p:cNvSpPr>
            <a:spLocks noChangeArrowheads="1"/>
          </p:cNvSpPr>
          <p:nvPr/>
        </p:nvSpPr>
        <p:spPr bwMode="auto">
          <a:xfrm>
            <a:off x="3124200" y="87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42213" name="Rectangle 229"/>
          <p:cNvSpPr>
            <a:spLocks noChangeArrowheads="1"/>
          </p:cNvSpPr>
          <p:nvPr/>
        </p:nvSpPr>
        <p:spPr bwMode="auto">
          <a:xfrm>
            <a:off x="31242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14" name="Rectangle 230"/>
          <p:cNvSpPr>
            <a:spLocks noChangeArrowheads="1"/>
          </p:cNvSpPr>
          <p:nvPr/>
        </p:nvSpPr>
        <p:spPr bwMode="auto">
          <a:xfrm>
            <a:off x="31242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42215" name="Rectangle 231"/>
          <p:cNvSpPr>
            <a:spLocks noChangeArrowheads="1"/>
          </p:cNvSpPr>
          <p:nvPr/>
        </p:nvSpPr>
        <p:spPr bwMode="auto">
          <a:xfrm>
            <a:off x="31242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16" name="Rectangle 232"/>
          <p:cNvSpPr>
            <a:spLocks noChangeArrowheads="1"/>
          </p:cNvSpPr>
          <p:nvPr/>
        </p:nvSpPr>
        <p:spPr bwMode="auto">
          <a:xfrm>
            <a:off x="31242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17" name="Rectangle 233"/>
          <p:cNvSpPr>
            <a:spLocks noChangeArrowheads="1"/>
          </p:cNvSpPr>
          <p:nvPr/>
        </p:nvSpPr>
        <p:spPr bwMode="auto">
          <a:xfrm>
            <a:off x="3124200" y="2857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42218" name="Rectangle 234"/>
          <p:cNvSpPr>
            <a:spLocks noChangeArrowheads="1"/>
          </p:cNvSpPr>
          <p:nvPr/>
        </p:nvSpPr>
        <p:spPr bwMode="auto">
          <a:xfrm>
            <a:off x="31242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42219" name="Rectangle 235"/>
          <p:cNvSpPr>
            <a:spLocks noChangeArrowheads="1"/>
          </p:cNvSpPr>
          <p:nvPr/>
        </p:nvSpPr>
        <p:spPr bwMode="auto">
          <a:xfrm>
            <a:off x="3581400" y="87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42220" name="Rectangle 236"/>
          <p:cNvSpPr>
            <a:spLocks noChangeArrowheads="1"/>
          </p:cNvSpPr>
          <p:nvPr/>
        </p:nvSpPr>
        <p:spPr bwMode="auto">
          <a:xfrm>
            <a:off x="35814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21" name="Rectangle 237"/>
          <p:cNvSpPr>
            <a:spLocks noChangeArrowheads="1"/>
          </p:cNvSpPr>
          <p:nvPr/>
        </p:nvSpPr>
        <p:spPr bwMode="auto">
          <a:xfrm>
            <a:off x="35814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22" name="Rectangle 238"/>
          <p:cNvSpPr>
            <a:spLocks noChangeArrowheads="1"/>
          </p:cNvSpPr>
          <p:nvPr/>
        </p:nvSpPr>
        <p:spPr bwMode="auto">
          <a:xfrm>
            <a:off x="35814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23" name="Rectangle 239"/>
          <p:cNvSpPr>
            <a:spLocks noChangeArrowheads="1"/>
          </p:cNvSpPr>
          <p:nvPr/>
        </p:nvSpPr>
        <p:spPr bwMode="auto">
          <a:xfrm>
            <a:off x="35814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24" name="Rectangle 240"/>
          <p:cNvSpPr>
            <a:spLocks noChangeArrowheads="1"/>
          </p:cNvSpPr>
          <p:nvPr/>
        </p:nvSpPr>
        <p:spPr bwMode="auto">
          <a:xfrm>
            <a:off x="3581400" y="2857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25" name="Rectangle 241"/>
          <p:cNvSpPr>
            <a:spLocks noChangeArrowheads="1"/>
          </p:cNvSpPr>
          <p:nvPr/>
        </p:nvSpPr>
        <p:spPr bwMode="auto">
          <a:xfrm>
            <a:off x="35814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2448" name="Rectangle 464"/>
          <p:cNvSpPr>
            <a:spLocks noChangeArrowheads="1"/>
          </p:cNvSpPr>
          <p:nvPr/>
        </p:nvSpPr>
        <p:spPr bwMode="auto">
          <a:xfrm>
            <a:off x="56388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42449" name="Rectangle 465"/>
          <p:cNvSpPr>
            <a:spLocks noChangeArrowheads="1"/>
          </p:cNvSpPr>
          <p:nvPr/>
        </p:nvSpPr>
        <p:spPr bwMode="auto">
          <a:xfrm>
            <a:off x="56388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42451" name="Rectangle 467"/>
          <p:cNvSpPr>
            <a:spLocks noChangeArrowheads="1"/>
          </p:cNvSpPr>
          <p:nvPr/>
        </p:nvSpPr>
        <p:spPr bwMode="auto">
          <a:xfrm>
            <a:off x="56388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2452" name="Rectangle 468"/>
          <p:cNvSpPr>
            <a:spLocks noChangeArrowheads="1"/>
          </p:cNvSpPr>
          <p:nvPr/>
        </p:nvSpPr>
        <p:spPr bwMode="auto">
          <a:xfrm>
            <a:off x="56388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453" name="Rectangle 469"/>
          <p:cNvSpPr>
            <a:spLocks noChangeArrowheads="1"/>
          </p:cNvSpPr>
          <p:nvPr/>
        </p:nvSpPr>
        <p:spPr bwMode="auto">
          <a:xfrm>
            <a:off x="56388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454" name="Rectangle 470"/>
          <p:cNvSpPr>
            <a:spLocks noChangeArrowheads="1"/>
          </p:cNvSpPr>
          <p:nvPr/>
        </p:nvSpPr>
        <p:spPr bwMode="auto">
          <a:xfrm>
            <a:off x="5638800" y="40005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455" name="Rectangle 471"/>
          <p:cNvSpPr>
            <a:spLocks noChangeArrowheads="1"/>
          </p:cNvSpPr>
          <p:nvPr/>
        </p:nvSpPr>
        <p:spPr bwMode="auto">
          <a:xfrm>
            <a:off x="56388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456" name="Rectangle 472"/>
          <p:cNvSpPr>
            <a:spLocks noChangeArrowheads="1"/>
          </p:cNvSpPr>
          <p:nvPr/>
        </p:nvSpPr>
        <p:spPr bwMode="auto">
          <a:xfrm>
            <a:off x="60198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42457" name="Rectangle 473"/>
          <p:cNvSpPr>
            <a:spLocks noChangeArrowheads="1"/>
          </p:cNvSpPr>
          <p:nvPr/>
        </p:nvSpPr>
        <p:spPr bwMode="auto">
          <a:xfrm>
            <a:off x="64770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458" name="Rectangle 474"/>
          <p:cNvSpPr>
            <a:spLocks noChangeArrowheads="1"/>
          </p:cNvSpPr>
          <p:nvPr/>
        </p:nvSpPr>
        <p:spPr bwMode="auto">
          <a:xfrm>
            <a:off x="68580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459" name="Rectangle 475"/>
          <p:cNvSpPr>
            <a:spLocks noChangeArrowheads="1"/>
          </p:cNvSpPr>
          <p:nvPr/>
        </p:nvSpPr>
        <p:spPr bwMode="auto">
          <a:xfrm>
            <a:off x="73152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460" name="Rectangle 476"/>
          <p:cNvSpPr>
            <a:spLocks noChangeArrowheads="1"/>
          </p:cNvSpPr>
          <p:nvPr/>
        </p:nvSpPr>
        <p:spPr bwMode="auto">
          <a:xfrm>
            <a:off x="76962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42461" name="Rectangle 477"/>
          <p:cNvSpPr>
            <a:spLocks noChangeArrowheads="1"/>
          </p:cNvSpPr>
          <p:nvPr/>
        </p:nvSpPr>
        <p:spPr bwMode="auto">
          <a:xfrm>
            <a:off x="81534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42464" name="Rectangle 480"/>
          <p:cNvSpPr>
            <a:spLocks noChangeArrowheads="1"/>
          </p:cNvSpPr>
          <p:nvPr/>
        </p:nvSpPr>
        <p:spPr bwMode="auto">
          <a:xfrm>
            <a:off x="60198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2506" name="Rectangle 522"/>
          <p:cNvSpPr>
            <a:spLocks noChangeArrowheads="1"/>
          </p:cNvSpPr>
          <p:nvPr/>
        </p:nvSpPr>
        <p:spPr bwMode="auto">
          <a:xfrm>
            <a:off x="60198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07" name="Rectangle 523"/>
          <p:cNvSpPr>
            <a:spLocks noChangeArrowheads="1"/>
          </p:cNvSpPr>
          <p:nvPr/>
        </p:nvSpPr>
        <p:spPr bwMode="auto">
          <a:xfrm>
            <a:off x="152400" y="8001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2508" name="Rectangle 524"/>
          <p:cNvSpPr>
            <a:spLocks noChangeArrowheads="1"/>
          </p:cNvSpPr>
          <p:nvPr/>
        </p:nvSpPr>
        <p:spPr bwMode="auto">
          <a:xfrm>
            <a:off x="1143000" y="381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2509" name="Rectangle 525"/>
          <p:cNvSpPr>
            <a:spLocks noChangeArrowheads="1"/>
          </p:cNvSpPr>
          <p:nvPr/>
        </p:nvSpPr>
        <p:spPr bwMode="auto">
          <a:xfrm>
            <a:off x="1447800" y="381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2510" name="Rectangle 526"/>
          <p:cNvSpPr>
            <a:spLocks noChangeArrowheads="1"/>
          </p:cNvSpPr>
          <p:nvPr/>
        </p:nvSpPr>
        <p:spPr bwMode="auto">
          <a:xfrm>
            <a:off x="1905000" y="381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2511" name="Rectangle 527"/>
          <p:cNvSpPr>
            <a:spLocks noChangeArrowheads="1"/>
          </p:cNvSpPr>
          <p:nvPr/>
        </p:nvSpPr>
        <p:spPr bwMode="auto">
          <a:xfrm>
            <a:off x="2362200" y="381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2512" name="Rectangle 528"/>
          <p:cNvSpPr>
            <a:spLocks noChangeArrowheads="1"/>
          </p:cNvSpPr>
          <p:nvPr/>
        </p:nvSpPr>
        <p:spPr bwMode="auto">
          <a:xfrm>
            <a:off x="2819400" y="381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2513" name="Rectangle 529"/>
          <p:cNvSpPr>
            <a:spLocks noChangeArrowheads="1"/>
          </p:cNvSpPr>
          <p:nvPr/>
        </p:nvSpPr>
        <p:spPr bwMode="auto">
          <a:xfrm>
            <a:off x="3200400" y="381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2514" name="Rectangle 530"/>
          <p:cNvSpPr>
            <a:spLocks noChangeArrowheads="1"/>
          </p:cNvSpPr>
          <p:nvPr/>
        </p:nvSpPr>
        <p:spPr bwMode="auto">
          <a:xfrm>
            <a:off x="3581400" y="381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2516" name="Rectangle 532"/>
          <p:cNvSpPr>
            <a:spLocks noChangeArrowheads="1"/>
          </p:cNvSpPr>
          <p:nvPr/>
        </p:nvSpPr>
        <p:spPr bwMode="auto">
          <a:xfrm>
            <a:off x="152400" y="11811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grpSp>
        <p:nvGrpSpPr>
          <p:cNvPr id="2" name="Group 548"/>
          <p:cNvGrpSpPr>
            <a:grpSpLocks/>
          </p:cNvGrpSpPr>
          <p:nvPr/>
        </p:nvGrpSpPr>
        <p:grpSpPr bwMode="auto">
          <a:xfrm>
            <a:off x="4800600" y="1790700"/>
            <a:ext cx="3581400" cy="3352800"/>
            <a:chOff x="2544" y="1008"/>
            <a:chExt cx="2256" cy="2112"/>
          </a:xfrm>
        </p:grpSpPr>
        <p:sp>
          <p:nvSpPr>
            <p:cNvPr id="42517" name="Rectangle 533"/>
            <p:cNvSpPr>
              <a:spLocks noChangeArrowheads="1"/>
            </p:cNvSpPr>
            <p:nvPr/>
          </p:nvSpPr>
          <p:spPr bwMode="auto">
            <a:xfrm>
              <a:off x="2544" y="1488"/>
              <a:ext cx="19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42519" name="Rectangle 535"/>
            <p:cNvSpPr>
              <a:spLocks noChangeArrowheads="1"/>
            </p:cNvSpPr>
            <p:nvPr/>
          </p:nvSpPr>
          <p:spPr bwMode="auto">
            <a:xfrm>
              <a:off x="3120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42520" name="Rectangle 536"/>
            <p:cNvSpPr>
              <a:spLocks noChangeArrowheads="1"/>
            </p:cNvSpPr>
            <p:nvPr/>
          </p:nvSpPr>
          <p:spPr bwMode="auto">
            <a:xfrm>
              <a:off x="3360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42521" name="Rectangle 537"/>
            <p:cNvSpPr>
              <a:spLocks noChangeArrowheads="1"/>
            </p:cNvSpPr>
            <p:nvPr/>
          </p:nvSpPr>
          <p:spPr bwMode="auto">
            <a:xfrm>
              <a:off x="3600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42522" name="Rectangle 538"/>
            <p:cNvSpPr>
              <a:spLocks noChangeArrowheads="1"/>
            </p:cNvSpPr>
            <p:nvPr/>
          </p:nvSpPr>
          <p:spPr bwMode="auto">
            <a:xfrm>
              <a:off x="3888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42523" name="Rectangle 539"/>
            <p:cNvSpPr>
              <a:spLocks noChangeArrowheads="1"/>
            </p:cNvSpPr>
            <p:nvPr/>
          </p:nvSpPr>
          <p:spPr bwMode="auto">
            <a:xfrm>
              <a:off x="4128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42524" name="Rectangle 540"/>
            <p:cNvSpPr>
              <a:spLocks noChangeArrowheads="1"/>
            </p:cNvSpPr>
            <p:nvPr/>
          </p:nvSpPr>
          <p:spPr bwMode="auto">
            <a:xfrm>
              <a:off x="4416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42525" name="Rectangle 541"/>
            <p:cNvSpPr>
              <a:spLocks noChangeArrowheads="1"/>
            </p:cNvSpPr>
            <p:nvPr/>
          </p:nvSpPr>
          <p:spPr bwMode="auto">
            <a:xfrm>
              <a:off x="4656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42526" name="Rectangle 542"/>
            <p:cNvSpPr>
              <a:spLocks noChangeArrowheads="1"/>
            </p:cNvSpPr>
            <p:nvPr/>
          </p:nvSpPr>
          <p:spPr bwMode="auto">
            <a:xfrm>
              <a:off x="2544" y="1728"/>
              <a:ext cx="19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42527" name="Rectangle 543"/>
            <p:cNvSpPr>
              <a:spLocks noChangeArrowheads="1"/>
            </p:cNvSpPr>
            <p:nvPr/>
          </p:nvSpPr>
          <p:spPr bwMode="auto">
            <a:xfrm>
              <a:off x="2544" y="1968"/>
              <a:ext cx="19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42528" name="Rectangle 544"/>
            <p:cNvSpPr>
              <a:spLocks noChangeArrowheads="1"/>
            </p:cNvSpPr>
            <p:nvPr/>
          </p:nvSpPr>
          <p:spPr bwMode="auto">
            <a:xfrm>
              <a:off x="2544" y="2208"/>
              <a:ext cx="19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42529" name="Rectangle 545"/>
            <p:cNvSpPr>
              <a:spLocks noChangeArrowheads="1"/>
            </p:cNvSpPr>
            <p:nvPr/>
          </p:nvSpPr>
          <p:spPr bwMode="auto">
            <a:xfrm>
              <a:off x="2544" y="2496"/>
              <a:ext cx="19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42530" name="Rectangle 546"/>
            <p:cNvSpPr>
              <a:spLocks noChangeArrowheads="1"/>
            </p:cNvSpPr>
            <p:nvPr/>
          </p:nvSpPr>
          <p:spPr bwMode="auto">
            <a:xfrm>
              <a:off x="2544" y="2736"/>
              <a:ext cx="19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42531" name="Rectangle 547"/>
            <p:cNvSpPr>
              <a:spLocks noChangeArrowheads="1"/>
            </p:cNvSpPr>
            <p:nvPr/>
          </p:nvSpPr>
          <p:spPr bwMode="auto">
            <a:xfrm>
              <a:off x="2544" y="2976"/>
              <a:ext cx="19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</p:grpSp>
      <p:sp>
        <p:nvSpPr>
          <p:cNvPr id="42533" name="Rectangle 549"/>
          <p:cNvSpPr>
            <a:spLocks noChangeArrowheads="1"/>
          </p:cNvSpPr>
          <p:nvPr/>
        </p:nvSpPr>
        <p:spPr bwMode="auto">
          <a:xfrm>
            <a:off x="152400" y="1638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2534" name="Rectangle 550"/>
          <p:cNvSpPr>
            <a:spLocks noChangeArrowheads="1"/>
          </p:cNvSpPr>
          <p:nvPr/>
        </p:nvSpPr>
        <p:spPr bwMode="auto">
          <a:xfrm>
            <a:off x="152400" y="2019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2535" name="Rectangle 551"/>
          <p:cNvSpPr>
            <a:spLocks noChangeArrowheads="1"/>
          </p:cNvSpPr>
          <p:nvPr/>
        </p:nvSpPr>
        <p:spPr bwMode="auto">
          <a:xfrm>
            <a:off x="152400" y="2400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2536" name="Rectangle 552"/>
          <p:cNvSpPr>
            <a:spLocks noChangeArrowheads="1"/>
          </p:cNvSpPr>
          <p:nvPr/>
        </p:nvSpPr>
        <p:spPr bwMode="auto">
          <a:xfrm>
            <a:off x="152400" y="2781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2537" name="Rectangle 553"/>
          <p:cNvSpPr>
            <a:spLocks noChangeArrowheads="1"/>
          </p:cNvSpPr>
          <p:nvPr/>
        </p:nvSpPr>
        <p:spPr bwMode="auto">
          <a:xfrm>
            <a:off x="152400" y="3162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2538" name="Rectangle 554"/>
          <p:cNvSpPr>
            <a:spLocks noChangeArrowheads="1"/>
          </p:cNvSpPr>
          <p:nvPr/>
        </p:nvSpPr>
        <p:spPr bwMode="auto">
          <a:xfrm>
            <a:off x="60198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39" name="Rectangle 555"/>
          <p:cNvSpPr>
            <a:spLocks noChangeArrowheads="1"/>
          </p:cNvSpPr>
          <p:nvPr/>
        </p:nvSpPr>
        <p:spPr bwMode="auto">
          <a:xfrm>
            <a:off x="60198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40" name="Rectangle 556"/>
          <p:cNvSpPr>
            <a:spLocks noChangeArrowheads="1"/>
          </p:cNvSpPr>
          <p:nvPr/>
        </p:nvSpPr>
        <p:spPr bwMode="auto">
          <a:xfrm>
            <a:off x="60198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41" name="Rectangle 557"/>
          <p:cNvSpPr>
            <a:spLocks noChangeArrowheads="1"/>
          </p:cNvSpPr>
          <p:nvPr/>
        </p:nvSpPr>
        <p:spPr bwMode="auto">
          <a:xfrm>
            <a:off x="60198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42" name="Rectangle 558"/>
          <p:cNvSpPr>
            <a:spLocks noChangeArrowheads="1"/>
          </p:cNvSpPr>
          <p:nvPr/>
        </p:nvSpPr>
        <p:spPr bwMode="auto">
          <a:xfrm>
            <a:off x="64770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-4</a:t>
            </a:r>
          </a:p>
        </p:txBody>
      </p:sp>
      <p:sp>
        <p:nvSpPr>
          <p:cNvPr id="42543" name="Rectangle 559"/>
          <p:cNvSpPr>
            <a:spLocks noChangeArrowheads="1"/>
          </p:cNvSpPr>
          <p:nvPr/>
        </p:nvSpPr>
        <p:spPr bwMode="auto">
          <a:xfrm>
            <a:off x="64770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2544" name="Rectangle 560"/>
          <p:cNvSpPr>
            <a:spLocks noChangeArrowheads="1"/>
          </p:cNvSpPr>
          <p:nvPr/>
        </p:nvSpPr>
        <p:spPr bwMode="auto">
          <a:xfrm>
            <a:off x="64770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45" name="Rectangle 561"/>
          <p:cNvSpPr>
            <a:spLocks noChangeArrowheads="1"/>
          </p:cNvSpPr>
          <p:nvPr/>
        </p:nvSpPr>
        <p:spPr bwMode="auto">
          <a:xfrm>
            <a:off x="64770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46" name="Rectangle 562"/>
          <p:cNvSpPr>
            <a:spLocks noChangeArrowheads="1"/>
          </p:cNvSpPr>
          <p:nvPr/>
        </p:nvSpPr>
        <p:spPr bwMode="auto">
          <a:xfrm>
            <a:off x="64770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47" name="Rectangle 563"/>
          <p:cNvSpPr>
            <a:spLocks noChangeArrowheads="1"/>
          </p:cNvSpPr>
          <p:nvPr/>
        </p:nvSpPr>
        <p:spPr bwMode="auto">
          <a:xfrm>
            <a:off x="64770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  <a:endParaRPr lang="en-US"/>
          </a:p>
        </p:txBody>
      </p:sp>
      <p:sp>
        <p:nvSpPr>
          <p:cNvPr id="42554" name="Rectangle 570"/>
          <p:cNvSpPr>
            <a:spLocks noChangeArrowheads="1"/>
          </p:cNvSpPr>
          <p:nvPr/>
        </p:nvSpPr>
        <p:spPr bwMode="auto">
          <a:xfrm>
            <a:off x="68580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55" name="Rectangle 571"/>
          <p:cNvSpPr>
            <a:spLocks noChangeArrowheads="1"/>
          </p:cNvSpPr>
          <p:nvPr/>
        </p:nvSpPr>
        <p:spPr bwMode="auto">
          <a:xfrm>
            <a:off x="68580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42556" name="Rectangle 572"/>
          <p:cNvSpPr>
            <a:spLocks noChangeArrowheads="1"/>
          </p:cNvSpPr>
          <p:nvPr/>
        </p:nvSpPr>
        <p:spPr bwMode="auto">
          <a:xfrm>
            <a:off x="68580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42557" name="Rectangle 573"/>
          <p:cNvSpPr>
            <a:spLocks noChangeArrowheads="1"/>
          </p:cNvSpPr>
          <p:nvPr/>
        </p:nvSpPr>
        <p:spPr bwMode="auto">
          <a:xfrm>
            <a:off x="68580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58" name="Rectangle 574"/>
          <p:cNvSpPr>
            <a:spLocks noChangeArrowheads="1"/>
          </p:cNvSpPr>
          <p:nvPr/>
        </p:nvSpPr>
        <p:spPr bwMode="auto">
          <a:xfrm>
            <a:off x="68580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42559" name="Rectangle 575"/>
          <p:cNvSpPr>
            <a:spLocks noChangeArrowheads="1"/>
          </p:cNvSpPr>
          <p:nvPr/>
        </p:nvSpPr>
        <p:spPr bwMode="auto">
          <a:xfrm>
            <a:off x="68580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42560" name="Rectangle 576"/>
          <p:cNvSpPr>
            <a:spLocks noChangeArrowheads="1"/>
          </p:cNvSpPr>
          <p:nvPr/>
        </p:nvSpPr>
        <p:spPr bwMode="auto">
          <a:xfrm>
            <a:off x="73152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61" name="Rectangle 577"/>
          <p:cNvSpPr>
            <a:spLocks noChangeArrowheads="1"/>
          </p:cNvSpPr>
          <p:nvPr/>
        </p:nvSpPr>
        <p:spPr bwMode="auto">
          <a:xfrm>
            <a:off x="73152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62" name="Rectangle 578"/>
          <p:cNvSpPr>
            <a:spLocks noChangeArrowheads="1"/>
          </p:cNvSpPr>
          <p:nvPr/>
        </p:nvSpPr>
        <p:spPr bwMode="auto">
          <a:xfrm>
            <a:off x="73152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42563" name="Rectangle 579"/>
          <p:cNvSpPr>
            <a:spLocks noChangeArrowheads="1"/>
          </p:cNvSpPr>
          <p:nvPr/>
        </p:nvSpPr>
        <p:spPr bwMode="auto">
          <a:xfrm>
            <a:off x="73152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42564" name="Rectangle 580"/>
          <p:cNvSpPr>
            <a:spLocks noChangeArrowheads="1"/>
          </p:cNvSpPr>
          <p:nvPr/>
        </p:nvSpPr>
        <p:spPr bwMode="auto">
          <a:xfrm>
            <a:off x="73152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42565" name="Rectangle 581"/>
          <p:cNvSpPr>
            <a:spLocks noChangeArrowheads="1"/>
          </p:cNvSpPr>
          <p:nvPr/>
        </p:nvSpPr>
        <p:spPr bwMode="auto">
          <a:xfrm>
            <a:off x="73152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sp>
        <p:nvSpPr>
          <p:cNvPr id="42573" name="Rectangle 589"/>
          <p:cNvSpPr>
            <a:spLocks noChangeArrowheads="1"/>
          </p:cNvSpPr>
          <p:nvPr/>
        </p:nvSpPr>
        <p:spPr bwMode="auto">
          <a:xfrm>
            <a:off x="81534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74" name="Rectangle 590"/>
          <p:cNvSpPr>
            <a:spLocks noChangeArrowheads="1"/>
          </p:cNvSpPr>
          <p:nvPr/>
        </p:nvSpPr>
        <p:spPr bwMode="auto">
          <a:xfrm>
            <a:off x="81534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75" name="Rectangle 591"/>
          <p:cNvSpPr>
            <a:spLocks noChangeArrowheads="1"/>
          </p:cNvSpPr>
          <p:nvPr/>
        </p:nvSpPr>
        <p:spPr bwMode="auto">
          <a:xfrm>
            <a:off x="81534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76" name="Rectangle 592"/>
          <p:cNvSpPr>
            <a:spLocks noChangeArrowheads="1"/>
          </p:cNvSpPr>
          <p:nvPr/>
        </p:nvSpPr>
        <p:spPr bwMode="auto">
          <a:xfrm>
            <a:off x="81534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77" name="Rectangle 593"/>
          <p:cNvSpPr>
            <a:spLocks noChangeArrowheads="1"/>
          </p:cNvSpPr>
          <p:nvPr/>
        </p:nvSpPr>
        <p:spPr bwMode="auto">
          <a:xfrm>
            <a:off x="81534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78" name="Rectangle 594"/>
          <p:cNvSpPr>
            <a:spLocks noChangeArrowheads="1"/>
          </p:cNvSpPr>
          <p:nvPr/>
        </p:nvSpPr>
        <p:spPr bwMode="auto">
          <a:xfrm>
            <a:off x="81534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2596" name="Rectangle 612"/>
          <p:cNvSpPr>
            <a:spLocks noChangeArrowheads="1"/>
          </p:cNvSpPr>
          <p:nvPr/>
        </p:nvSpPr>
        <p:spPr bwMode="auto">
          <a:xfrm>
            <a:off x="76962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97" name="Rectangle 613"/>
          <p:cNvSpPr>
            <a:spLocks noChangeArrowheads="1"/>
          </p:cNvSpPr>
          <p:nvPr/>
        </p:nvSpPr>
        <p:spPr bwMode="auto">
          <a:xfrm>
            <a:off x="76962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42598" name="Rectangle 614"/>
          <p:cNvSpPr>
            <a:spLocks noChangeArrowheads="1"/>
          </p:cNvSpPr>
          <p:nvPr/>
        </p:nvSpPr>
        <p:spPr bwMode="auto">
          <a:xfrm>
            <a:off x="76962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99" name="Rectangle 615"/>
          <p:cNvSpPr>
            <a:spLocks noChangeArrowheads="1"/>
          </p:cNvSpPr>
          <p:nvPr/>
        </p:nvSpPr>
        <p:spPr bwMode="auto">
          <a:xfrm>
            <a:off x="76962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600" name="Rectangle 616"/>
          <p:cNvSpPr>
            <a:spLocks noChangeArrowheads="1"/>
          </p:cNvSpPr>
          <p:nvPr/>
        </p:nvSpPr>
        <p:spPr bwMode="auto">
          <a:xfrm>
            <a:off x="76962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42601" name="Rectangle 617"/>
          <p:cNvSpPr>
            <a:spLocks noChangeArrowheads="1"/>
          </p:cNvSpPr>
          <p:nvPr/>
        </p:nvSpPr>
        <p:spPr bwMode="auto">
          <a:xfrm>
            <a:off x="76962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grpSp>
        <p:nvGrpSpPr>
          <p:cNvPr id="3" name="Group 670"/>
          <p:cNvGrpSpPr>
            <a:grpSpLocks/>
          </p:cNvGrpSpPr>
          <p:nvPr/>
        </p:nvGrpSpPr>
        <p:grpSpPr bwMode="auto">
          <a:xfrm>
            <a:off x="76200" y="1295400"/>
            <a:ext cx="6096000" cy="3581400"/>
            <a:chOff x="48" y="816"/>
            <a:chExt cx="3840" cy="2256"/>
          </a:xfrm>
        </p:grpSpPr>
        <p:sp>
          <p:nvSpPr>
            <p:cNvPr id="42462" name="Rectangle 478"/>
            <p:cNvSpPr>
              <a:spLocks noChangeArrowheads="1"/>
            </p:cNvSpPr>
            <p:nvPr/>
          </p:nvSpPr>
          <p:spPr bwMode="auto">
            <a:xfrm>
              <a:off x="480" y="2304"/>
              <a:ext cx="1920" cy="76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Symbol" pitchFamily="18" charset="2"/>
                <a:buNone/>
              </a:pPr>
              <a:endParaRPr lang="en-US" sz="1200" b="1">
                <a:latin typeface="VNI-Times" pitchFamily="2" charset="0"/>
                <a:sym typeface="Symbol" pitchFamily="18" charset="2"/>
              </a:endParaRP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  <a:sym typeface="Symbol" pitchFamily="18" charset="2"/>
                </a:rPr>
                <a:t>Vì 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10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+(L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01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&gt;(L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-1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11</a:t>
              </a:r>
            </a:p>
            <a:p>
              <a:pPr>
                <a:buFont typeface="Symbol" pitchFamily="18" charset="2"/>
                <a:buNone/>
              </a:pP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           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    + </a:t>
              </a:r>
              <a:r>
                <a:rPr lang="en-US" b="1">
                  <a:latin typeface="VNI-Times" pitchFamily="2" charset="0"/>
                </a:rPr>
                <a:t>1      &gt; 0</a:t>
              </a: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</a:rPr>
                <a:t>Neân (L</a:t>
              </a:r>
              <a:r>
                <a:rPr lang="en-US" b="1" baseline="-25000">
                  <a:latin typeface="VNI-Times" pitchFamily="2" charset="0"/>
                </a:rPr>
                <a:t>0</a:t>
              </a:r>
              <a:r>
                <a:rPr lang="en-US" b="1">
                  <a:latin typeface="VNI-Times" pitchFamily="2" charset="0"/>
                </a:rPr>
                <a:t>)</a:t>
              </a:r>
              <a:r>
                <a:rPr lang="en-US" b="1" baseline="-25000">
                  <a:latin typeface="VNI-Times" pitchFamily="2" charset="0"/>
                </a:rPr>
                <a:t>11</a:t>
              </a:r>
              <a:r>
                <a:rPr lang="en-US" b="1">
                  <a:latin typeface="VNI-Times" pitchFamily="2" charset="0"/>
                </a:rPr>
                <a:t> giöõ nguyeân laø 0. </a:t>
              </a: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</a:rPr>
                <a:t>Töùc laø vieát laïi soá 0 cuûa 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-1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11</a:t>
              </a:r>
              <a:endParaRPr lang="en-US" b="1" baseline="-25000">
                <a:latin typeface="VNI-Times" pitchFamily="2" charset="0"/>
              </a:endParaRPr>
            </a:p>
            <a:p>
              <a:pPr>
                <a:buFont typeface="Symbol" pitchFamily="18" charset="2"/>
                <a:buNone/>
              </a:pPr>
              <a:endParaRPr lang="en-US" sz="1300" b="1">
                <a:latin typeface="VNI-Times" pitchFamily="2" charset="0"/>
              </a:endParaRPr>
            </a:p>
          </p:txBody>
        </p:sp>
        <p:sp>
          <p:nvSpPr>
            <p:cNvPr id="42620" name="Line 636"/>
            <p:cNvSpPr>
              <a:spLocks noChangeShapeType="1"/>
            </p:cNvSpPr>
            <p:nvPr/>
          </p:nvSpPr>
          <p:spPr bwMode="auto">
            <a:xfrm>
              <a:off x="2640" y="1872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21" name="Line 637"/>
            <p:cNvSpPr>
              <a:spLocks noChangeShapeType="1"/>
            </p:cNvSpPr>
            <p:nvPr/>
          </p:nvSpPr>
          <p:spPr bwMode="auto">
            <a:xfrm>
              <a:off x="2640" y="163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23" name="Line 639"/>
            <p:cNvSpPr>
              <a:spLocks noChangeShapeType="1"/>
            </p:cNvSpPr>
            <p:nvPr/>
          </p:nvSpPr>
          <p:spPr bwMode="auto">
            <a:xfrm>
              <a:off x="48" y="816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24" name="Line 640"/>
            <p:cNvSpPr>
              <a:spLocks noChangeShapeType="1"/>
            </p:cNvSpPr>
            <p:nvPr/>
          </p:nvSpPr>
          <p:spPr bwMode="auto">
            <a:xfrm>
              <a:off x="48" y="816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25" name="Line 641"/>
            <p:cNvSpPr>
              <a:spLocks noChangeShapeType="1"/>
            </p:cNvSpPr>
            <p:nvPr/>
          </p:nvSpPr>
          <p:spPr bwMode="auto">
            <a:xfrm>
              <a:off x="48" y="249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27" name="Line 643"/>
            <p:cNvSpPr>
              <a:spLocks noChangeShapeType="1"/>
            </p:cNvSpPr>
            <p:nvPr/>
          </p:nvSpPr>
          <p:spPr bwMode="auto">
            <a:xfrm>
              <a:off x="2640" y="163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28" name="Line 644"/>
            <p:cNvSpPr>
              <a:spLocks noChangeShapeType="1"/>
            </p:cNvSpPr>
            <p:nvPr/>
          </p:nvSpPr>
          <p:spPr bwMode="auto">
            <a:xfrm flipH="1">
              <a:off x="2400" y="25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29" name="Line 645"/>
            <p:cNvSpPr>
              <a:spLocks noChangeShapeType="1"/>
            </p:cNvSpPr>
            <p:nvPr/>
          </p:nvSpPr>
          <p:spPr bwMode="auto">
            <a:xfrm>
              <a:off x="2640" y="2016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671"/>
          <p:cNvGrpSpPr>
            <a:grpSpLocks/>
          </p:cNvGrpSpPr>
          <p:nvPr/>
        </p:nvGrpSpPr>
        <p:grpSpPr bwMode="auto">
          <a:xfrm>
            <a:off x="152400" y="1676400"/>
            <a:ext cx="6019800" cy="3733800"/>
            <a:chOff x="96" y="1536"/>
            <a:chExt cx="3792" cy="2352"/>
          </a:xfrm>
        </p:grpSpPr>
        <p:sp>
          <p:nvSpPr>
            <p:cNvPr id="42465" name="Rectangle 481"/>
            <p:cNvSpPr>
              <a:spLocks noChangeArrowheads="1"/>
            </p:cNvSpPr>
            <p:nvPr/>
          </p:nvSpPr>
          <p:spPr bwMode="auto">
            <a:xfrm>
              <a:off x="384" y="3120"/>
              <a:ext cx="2112" cy="76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Symbol" pitchFamily="18" charset="2"/>
                <a:buNone/>
              </a:pPr>
              <a:endParaRPr lang="en-US" sz="1200" b="1">
                <a:latin typeface="VNI-Times" pitchFamily="2" charset="0"/>
                <a:sym typeface="Symbol" pitchFamily="18" charset="2"/>
              </a:endParaRP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  <a:sym typeface="Symbol" pitchFamily="18" charset="2"/>
                </a:rPr>
                <a:t>Töông töï vì 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20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+(L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01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&gt;(L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-1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21</a:t>
              </a:r>
            </a:p>
            <a:p>
              <a:pPr>
                <a:buFont typeface="Symbol" pitchFamily="18" charset="2"/>
                <a:buNone/>
              </a:pP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                                   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    + </a:t>
              </a:r>
              <a:r>
                <a:rPr lang="en-US" b="1">
                  <a:latin typeface="VNI-Times" pitchFamily="2" charset="0"/>
                </a:rPr>
                <a:t>1      &gt; </a:t>
              </a:r>
              <a:r>
                <a:rPr lang="en-US" b="1">
                  <a:sym typeface="Symbol" pitchFamily="18" charset="2"/>
                </a:rPr>
                <a:t></a:t>
              </a:r>
              <a:endParaRPr lang="en-US" b="1">
                <a:latin typeface="VNI-Times" pitchFamily="2" charset="0"/>
              </a:endParaRP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</a:rPr>
                <a:t>Neân (L</a:t>
              </a:r>
              <a:r>
                <a:rPr lang="en-US" b="1" baseline="-25000">
                  <a:latin typeface="VNI-Times" pitchFamily="2" charset="0"/>
                </a:rPr>
                <a:t>0</a:t>
              </a:r>
              <a:r>
                <a:rPr lang="en-US" b="1">
                  <a:latin typeface="VNI-Times" pitchFamily="2" charset="0"/>
                </a:rPr>
                <a:t>)</a:t>
              </a:r>
              <a:r>
                <a:rPr lang="en-US" b="1" baseline="-25000">
                  <a:latin typeface="VNI-Times" pitchFamily="2" charset="0"/>
                </a:rPr>
                <a:t>21</a:t>
              </a:r>
              <a:r>
                <a:rPr lang="en-US" b="1">
                  <a:latin typeface="VNI-Times" pitchFamily="2" charset="0"/>
                </a:rPr>
                <a:t> giöõ nguyeân laø </a:t>
              </a:r>
              <a:r>
                <a:rPr lang="en-US" b="1">
                  <a:sym typeface="Symbol" pitchFamily="18" charset="2"/>
                </a:rPr>
                <a:t></a:t>
              </a:r>
              <a:r>
                <a:rPr lang="en-US" b="1">
                  <a:latin typeface="VNI-Times" pitchFamily="2" charset="0"/>
                </a:rPr>
                <a:t>. </a:t>
              </a: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</a:rPr>
                <a:t>Töùc laø vieát laïi soá </a:t>
              </a:r>
              <a:r>
                <a:rPr lang="en-US" b="1">
                  <a:sym typeface="Symbol" pitchFamily="18" charset="2"/>
                </a:rPr>
                <a:t></a:t>
              </a:r>
              <a:r>
                <a:rPr lang="en-US" b="1">
                  <a:latin typeface="VNI-Times" pitchFamily="2" charset="0"/>
                </a:rPr>
                <a:t> cuûa 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-1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21</a:t>
              </a:r>
              <a:endParaRPr lang="en-US" b="1" baseline="-25000">
                <a:latin typeface="VNI-Times" pitchFamily="2" charset="0"/>
              </a:endParaRPr>
            </a:p>
            <a:p>
              <a:pPr>
                <a:buFont typeface="Symbol" pitchFamily="18" charset="2"/>
                <a:buNone/>
              </a:pPr>
              <a:endParaRPr lang="en-US" sz="1200" b="1">
                <a:latin typeface="VNI-Times" pitchFamily="2" charset="0"/>
              </a:endParaRPr>
            </a:p>
          </p:txBody>
        </p:sp>
        <p:sp>
          <p:nvSpPr>
            <p:cNvPr id="42630" name="Line 646"/>
            <p:cNvSpPr>
              <a:spLocks noChangeShapeType="1"/>
            </p:cNvSpPr>
            <p:nvPr/>
          </p:nvSpPr>
          <p:spPr bwMode="auto">
            <a:xfrm>
              <a:off x="2784" y="259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31" name="Line 647"/>
            <p:cNvSpPr>
              <a:spLocks noChangeShapeType="1"/>
            </p:cNvSpPr>
            <p:nvPr/>
          </p:nvSpPr>
          <p:spPr bwMode="auto">
            <a:xfrm>
              <a:off x="2784" y="2256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32" name="Line 648"/>
            <p:cNvSpPr>
              <a:spLocks noChangeShapeType="1"/>
            </p:cNvSpPr>
            <p:nvPr/>
          </p:nvSpPr>
          <p:spPr bwMode="auto">
            <a:xfrm>
              <a:off x="2784" y="2736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33" name="Line 649"/>
            <p:cNvSpPr>
              <a:spLocks noChangeShapeType="1"/>
            </p:cNvSpPr>
            <p:nvPr/>
          </p:nvSpPr>
          <p:spPr bwMode="auto">
            <a:xfrm>
              <a:off x="96" y="1536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34" name="Line 650"/>
            <p:cNvSpPr>
              <a:spLocks noChangeShapeType="1"/>
            </p:cNvSpPr>
            <p:nvPr/>
          </p:nvSpPr>
          <p:spPr bwMode="auto">
            <a:xfrm>
              <a:off x="96" y="1536"/>
              <a:ext cx="0" cy="20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35" name="Line 651"/>
            <p:cNvSpPr>
              <a:spLocks noChangeShapeType="1"/>
            </p:cNvSpPr>
            <p:nvPr/>
          </p:nvSpPr>
          <p:spPr bwMode="auto">
            <a:xfrm>
              <a:off x="96" y="360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36" name="Line 652"/>
            <p:cNvSpPr>
              <a:spLocks noChangeShapeType="1"/>
            </p:cNvSpPr>
            <p:nvPr/>
          </p:nvSpPr>
          <p:spPr bwMode="auto">
            <a:xfrm>
              <a:off x="2784" y="2256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37" name="Line 653"/>
            <p:cNvSpPr>
              <a:spLocks noChangeShapeType="1"/>
            </p:cNvSpPr>
            <p:nvPr/>
          </p:nvSpPr>
          <p:spPr bwMode="auto">
            <a:xfrm flipH="1">
              <a:off x="2496" y="360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673"/>
          <p:cNvGrpSpPr>
            <a:grpSpLocks/>
          </p:cNvGrpSpPr>
          <p:nvPr/>
        </p:nvGrpSpPr>
        <p:grpSpPr bwMode="auto">
          <a:xfrm>
            <a:off x="609600" y="2971800"/>
            <a:ext cx="5181600" cy="3124200"/>
            <a:chOff x="384" y="1920"/>
            <a:chExt cx="3264" cy="1968"/>
          </a:xfrm>
        </p:grpSpPr>
        <p:sp>
          <p:nvSpPr>
            <p:cNvPr id="42468" name="Rectangle 484"/>
            <p:cNvSpPr>
              <a:spLocks noChangeArrowheads="1"/>
            </p:cNvSpPr>
            <p:nvPr/>
          </p:nvSpPr>
          <p:spPr bwMode="auto">
            <a:xfrm>
              <a:off x="384" y="3120"/>
              <a:ext cx="2352" cy="76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Symbol" pitchFamily="18" charset="2"/>
                <a:buNone/>
              </a:pPr>
              <a:endParaRPr lang="en-US" sz="1200" b="1">
                <a:latin typeface="VNI-Times" pitchFamily="2" charset="0"/>
                <a:sym typeface="Symbol" pitchFamily="18" charset="2"/>
              </a:endParaRP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  <a:sym typeface="Symbol" pitchFamily="18" charset="2"/>
                </a:rPr>
                <a:t>Tieáp theo ta nhaän thaáy raèng coät</a:t>
              </a: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  <a:sym typeface="Symbol" pitchFamily="18" charset="2"/>
                </a:rPr>
                <a:t> j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 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cuûa 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 chæ toaøn laø  töùc laø caùc oâ</a:t>
              </a: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  <a:sym typeface="Symbol" pitchFamily="18" charset="2"/>
                </a:rPr>
                <a:t> 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10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,(L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20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,. . .,(L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60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. Theá neân</a:t>
              </a: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  <a:sym typeface="Symbol" pitchFamily="18" charset="2"/>
                </a:rPr>
                <a:t>Caùc giaù trò coøn laïi ñöôïc giöõ nguyeân</a:t>
              </a:r>
              <a:endParaRPr lang="en-US" b="1" baseline="-25000">
                <a:latin typeface="VNI-Times" pitchFamily="2" charset="0"/>
              </a:endParaRPr>
            </a:p>
            <a:p>
              <a:pPr>
                <a:buFont typeface="Symbol" pitchFamily="18" charset="2"/>
                <a:buNone/>
              </a:pPr>
              <a:endParaRPr lang="en-US" sz="1200" b="1">
                <a:latin typeface="VNI-Times" pitchFamily="2" charset="0"/>
              </a:endParaRPr>
            </a:p>
          </p:txBody>
        </p:sp>
        <p:sp>
          <p:nvSpPr>
            <p:cNvPr id="42640" name="Line 656"/>
            <p:cNvSpPr>
              <a:spLocks noChangeShapeType="1"/>
            </p:cNvSpPr>
            <p:nvPr/>
          </p:nvSpPr>
          <p:spPr bwMode="auto">
            <a:xfrm>
              <a:off x="2976" y="192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41" name="Line 657"/>
            <p:cNvSpPr>
              <a:spLocks noChangeShapeType="1"/>
            </p:cNvSpPr>
            <p:nvPr/>
          </p:nvSpPr>
          <p:spPr bwMode="auto">
            <a:xfrm>
              <a:off x="2976" y="216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42" name="Line 658"/>
            <p:cNvSpPr>
              <a:spLocks noChangeShapeType="1"/>
            </p:cNvSpPr>
            <p:nvPr/>
          </p:nvSpPr>
          <p:spPr bwMode="auto">
            <a:xfrm>
              <a:off x="2976" y="244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43" name="Line 659"/>
            <p:cNvSpPr>
              <a:spLocks noChangeShapeType="1"/>
            </p:cNvSpPr>
            <p:nvPr/>
          </p:nvSpPr>
          <p:spPr bwMode="auto">
            <a:xfrm>
              <a:off x="2976" y="268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44" name="Line 660"/>
            <p:cNvSpPr>
              <a:spLocks noChangeShapeType="1"/>
            </p:cNvSpPr>
            <p:nvPr/>
          </p:nvSpPr>
          <p:spPr bwMode="auto">
            <a:xfrm>
              <a:off x="2976" y="297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45" name="Line 661"/>
            <p:cNvSpPr>
              <a:spLocks noChangeShapeType="1"/>
            </p:cNvSpPr>
            <p:nvPr/>
          </p:nvSpPr>
          <p:spPr bwMode="auto">
            <a:xfrm>
              <a:off x="2976" y="321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47" name="Line 663"/>
            <p:cNvSpPr>
              <a:spLocks noChangeShapeType="1"/>
            </p:cNvSpPr>
            <p:nvPr/>
          </p:nvSpPr>
          <p:spPr bwMode="auto">
            <a:xfrm>
              <a:off x="2976" y="1920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48" name="Line 664"/>
            <p:cNvSpPr>
              <a:spLocks noChangeShapeType="1"/>
            </p:cNvSpPr>
            <p:nvPr/>
          </p:nvSpPr>
          <p:spPr bwMode="auto">
            <a:xfrm flipH="1">
              <a:off x="2736" y="355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69"/>
          <p:cNvGrpSpPr>
            <a:grpSpLocks/>
          </p:cNvGrpSpPr>
          <p:nvPr/>
        </p:nvGrpSpPr>
        <p:grpSpPr bwMode="auto">
          <a:xfrm>
            <a:off x="1100134" y="762000"/>
            <a:ext cx="2971800" cy="2819400"/>
            <a:chOff x="576" y="480"/>
            <a:chExt cx="1872" cy="1776"/>
          </a:xfrm>
        </p:grpSpPr>
        <p:sp>
          <p:nvSpPr>
            <p:cNvPr id="42651" name="Line 667"/>
            <p:cNvSpPr>
              <a:spLocks noChangeShapeType="1"/>
            </p:cNvSpPr>
            <p:nvPr/>
          </p:nvSpPr>
          <p:spPr bwMode="auto">
            <a:xfrm>
              <a:off x="672" y="480"/>
              <a:ext cx="0" cy="17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52" name="Line 668"/>
            <p:cNvSpPr>
              <a:spLocks noChangeShapeType="1"/>
            </p:cNvSpPr>
            <p:nvPr/>
          </p:nvSpPr>
          <p:spPr bwMode="auto">
            <a:xfrm>
              <a:off x="576" y="630"/>
              <a:ext cx="1872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4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2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42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42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2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4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42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4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4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2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42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4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42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42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4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4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4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4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4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42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42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4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4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42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42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42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500"/>
                                        <p:tgtEl>
                                          <p:spTgt spid="42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500"/>
                                        <p:tgtEl>
                                          <p:spTgt spid="42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500"/>
                                        <p:tgtEl>
                                          <p:spTgt spid="42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4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500"/>
                                        <p:tgtEl>
                                          <p:spTgt spid="4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8" dur="500"/>
                                        <p:tgtEl>
                                          <p:spTgt spid="4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1" dur="500"/>
                                        <p:tgtEl>
                                          <p:spTgt spid="4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4" dur="500"/>
                                        <p:tgtEl>
                                          <p:spTgt spid="42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500"/>
                                        <p:tgtEl>
                                          <p:spTgt spid="42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0" dur="500"/>
                                        <p:tgtEl>
                                          <p:spTgt spid="4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3" dur="500"/>
                                        <p:tgtEl>
                                          <p:spTgt spid="42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6" dur="500"/>
                                        <p:tgtEl>
                                          <p:spTgt spid="42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9" dur="500"/>
                                        <p:tgtEl>
                                          <p:spTgt spid="42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2" dur="500"/>
                                        <p:tgtEl>
                                          <p:spTgt spid="4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5" dur="500"/>
                                        <p:tgtEl>
                                          <p:spTgt spid="42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8" dur="500"/>
                                        <p:tgtEl>
                                          <p:spTgt spid="42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1" dur="500"/>
                                        <p:tgtEl>
                                          <p:spTgt spid="42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4" dur="500"/>
                                        <p:tgtEl>
                                          <p:spTgt spid="4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7" dur="500"/>
                                        <p:tgtEl>
                                          <p:spTgt spid="4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0" dur="500"/>
                                        <p:tgtEl>
                                          <p:spTgt spid="4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3" dur="500"/>
                                        <p:tgtEl>
                                          <p:spTgt spid="42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6" dur="500"/>
                                        <p:tgtEl>
                                          <p:spTgt spid="4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9" dur="500"/>
                                        <p:tgtEl>
                                          <p:spTgt spid="4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2" dur="500"/>
                                        <p:tgtEl>
                                          <p:spTgt spid="42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5" dur="500"/>
                                        <p:tgtEl>
                                          <p:spTgt spid="42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8" dur="500"/>
                                        <p:tgtEl>
                                          <p:spTgt spid="4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1" dur="500"/>
                                        <p:tgtEl>
                                          <p:spTgt spid="4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4" dur="500"/>
                                        <p:tgtEl>
                                          <p:spTgt spid="4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7" dur="500"/>
                                        <p:tgtEl>
                                          <p:spTgt spid="4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0" dur="500"/>
                                        <p:tgtEl>
                                          <p:spTgt spid="4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3" dur="500"/>
                                        <p:tgtEl>
                                          <p:spTgt spid="4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6" dur="500"/>
                                        <p:tgtEl>
                                          <p:spTgt spid="4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000"/>
                            </p:stCondLst>
                            <p:childTnLst>
                              <p:par>
                                <p:cTn id="202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4" dur="2000"/>
                                        <p:tgtEl>
                                          <p:spTgt spid="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3000"/>
                            </p:stCondLst>
                            <p:childTnLst>
                              <p:par>
                                <p:cTn id="20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8" dur="500"/>
                                        <p:tgtEl>
                                          <p:spTgt spid="424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4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1" dur="500"/>
                                        <p:tgtEl>
                                          <p:spTgt spid="424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4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4" dur="500"/>
                                        <p:tgtEl>
                                          <p:spTgt spid="424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7" dur="500"/>
                                        <p:tgtEl>
                                          <p:spTgt spid="424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0" dur="500"/>
                                        <p:tgtEl>
                                          <p:spTgt spid="424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3" dur="500"/>
                                        <p:tgtEl>
                                          <p:spTgt spid="424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6" dur="500"/>
                                        <p:tgtEl>
                                          <p:spTgt spid="424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9" dur="500"/>
                                        <p:tgtEl>
                                          <p:spTgt spid="424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2" dur="500"/>
                                        <p:tgtEl>
                                          <p:spTgt spid="424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5" dur="500"/>
                                        <p:tgtEl>
                                          <p:spTgt spid="424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8" dur="500"/>
                                        <p:tgtEl>
                                          <p:spTgt spid="424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1" dur="500"/>
                                        <p:tgtEl>
                                          <p:spTgt spid="424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6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4" dur="500"/>
                                        <p:tgtEl>
                                          <p:spTgt spid="424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6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4" dur="2000"/>
                                        <p:tgtEl>
                                          <p:spTgt spid="4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6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2000"/>
                            </p:stCondLst>
                            <p:childTnLst>
                              <p:par>
                                <p:cTn id="27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8" dur="500"/>
                                        <p:tgtEl>
                                          <p:spTgt spid="4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500"/>
                            </p:stCondLst>
                            <p:childTnLst>
                              <p:par>
                                <p:cTn id="28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2" dur="500"/>
                                        <p:tgtEl>
                                          <p:spTgt spid="4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5" dur="500"/>
                                        <p:tgtEl>
                                          <p:spTgt spid="4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8" dur="500"/>
                                        <p:tgtEl>
                                          <p:spTgt spid="4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1" dur="500"/>
                                        <p:tgtEl>
                                          <p:spTgt spid="4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4" dur="500"/>
                                        <p:tgtEl>
                                          <p:spTgt spid="4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7" dur="500"/>
                                        <p:tgtEl>
                                          <p:spTgt spid="4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0" dur="500"/>
                                        <p:tgtEl>
                                          <p:spTgt spid="4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3" dur="500"/>
                                        <p:tgtEl>
                                          <p:spTgt spid="4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6" dur="500"/>
                                        <p:tgtEl>
                                          <p:spTgt spid="4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9" dur="500"/>
                                        <p:tgtEl>
                                          <p:spTgt spid="4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2" dur="500"/>
                                        <p:tgtEl>
                                          <p:spTgt spid="42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5" dur="500"/>
                                        <p:tgtEl>
                                          <p:spTgt spid="4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8" dur="500"/>
                                        <p:tgtEl>
                                          <p:spTgt spid="4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1" dur="500"/>
                                        <p:tgtEl>
                                          <p:spTgt spid="4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4" dur="500"/>
                                        <p:tgtEl>
                                          <p:spTgt spid="4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7" dur="500"/>
                                        <p:tgtEl>
                                          <p:spTgt spid="4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0" dur="500"/>
                                        <p:tgtEl>
                                          <p:spTgt spid="4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3" dur="500"/>
                                        <p:tgtEl>
                                          <p:spTgt spid="4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6" dur="500"/>
                                        <p:tgtEl>
                                          <p:spTgt spid="4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9" dur="500"/>
                                        <p:tgtEl>
                                          <p:spTgt spid="42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2" dur="500"/>
                                        <p:tgtEl>
                                          <p:spTgt spid="4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5" dur="500"/>
                                        <p:tgtEl>
                                          <p:spTgt spid="4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8" dur="500"/>
                                        <p:tgtEl>
                                          <p:spTgt spid="4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1" dur="500"/>
                                        <p:tgtEl>
                                          <p:spTgt spid="4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4" dur="500"/>
                                        <p:tgtEl>
                                          <p:spTgt spid="4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7" dur="500"/>
                                        <p:tgtEl>
                                          <p:spTgt spid="4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0" dur="500"/>
                                        <p:tgtEl>
                                          <p:spTgt spid="4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3" dur="500"/>
                                        <p:tgtEl>
                                          <p:spTgt spid="4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6" dur="500"/>
                                        <p:tgtEl>
                                          <p:spTgt spid="42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9" dur="500"/>
                                        <p:tgtEl>
                                          <p:spTgt spid="42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2" dur="500"/>
                                        <p:tgtEl>
                                          <p:spTgt spid="4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5" dur="500"/>
                                        <p:tgtEl>
                                          <p:spTgt spid="4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8" dur="500"/>
                                        <p:tgtEl>
                                          <p:spTgt spid="4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1" dur="500"/>
                                        <p:tgtEl>
                                          <p:spTgt spid="4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71" grpId="0"/>
      <p:bldP spid="42172" grpId="0"/>
      <p:bldP spid="42173" grpId="0"/>
      <p:bldP spid="42175" grpId="0"/>
      <p:bldP spid="42176" grpId="0"/>
      <p:bldP spid="42177" grpId="0"/>
      <p:bldP spid="42179" grpId="0"/>
      <p:bldP spid="42180" grpId="0"/>
      <p:bldP spid="42181" grpId="0"/>
      <p:bldP spid="42182" grpId="0"/>
      <p:bldP spid="42183" grpId="0"/>
      <p:bldP spid="42184" grpId="0"/>
      <p:bldP spid="42185" grpId="0"/>
      <p:bldP spid="42186" grpId="0"/>
      <p:bldP spid="42188" grpId="0"/>
      <p:bldP spid="42190" grpId="0"/>
      <p:bldP spid="42191" grpId="0"/>
      <p:bldP spid="42192" grpId="0"/>
      <p:bldP spid="42193" grpId="0"/>
      <p:bldP spid="42194" grpId="0"/>
      <p:bldP spid="42195" grpId="0"/>
      <p:bldP spid="42196" grpId="0"/>
      <p:bldP spid="42198" grpId="0"/>
      <p:bldP spid="42199" grpId="0"/>
      <p:bldP spid="42200" grpId="0"/>
      <p:bldP spid="42201" grpId="0"/>
      <p:bldP spid="42202" grpId="0"/>
      <p:bldP spid="42203" grpId="0"/>
      <p:bldP spid="42204" grpId="0"/>
      <p:bldP spid="42205" grpId="0"/>
      <p:bldP spid="42206" grpId="0"/>
      <p:bldP spid="42208" grpId="0"/>
      <p:bldP spid="42209" grpId="0"/>
      <p:bldP spid="42210" grpId="0"/>
      <p:bldP spid="42211" grpId="0"/>
      <p:bldP spid="42212" grpId="0"/>
      <p:bldP spid="42213" grpId="0"/>
      <p:bldP spid="42214" grpId="0"/>
      <p:bldP spid="42215" grpId="0"/>
      <p:bldP spid="42216" grpId="0"/>
      <p:bldP spid="42217" grpId="0"/>
      <p:bldP spid="42218" grpId="0"/>
      <p:bldP spid="42219" grpId="0"/>
      <p:bldP spid="42220" grpId="0"/>
      <p:bldP spid="42221" grpId="0"/>
      <p:bldP spid="42222" grpId="0"/>
      <p:bldP spid="42223" grpId="0"/>
      <p:bldP spid="42224" grpId="0"/>
      <p:bldP spid="42225" grpId="0"/>
      <p:bldP spid="42448" grpId="0"/>
      <p:bldP spid="42449" grpId="0"/>
      <p:bldP spid="42451" grpId="0"/>
      <p:bldP spid="42452" grpId="0"/>
      <p:bldP spid="42453" grpId="0"/>
      <p:bldP spid="42454" grpId="0"/>
      <p:bldP spid="42455" grpId="0"/>
      <p:bldP spid="42456" grpId="0"/>
      <p:bldP spid="42457" grpId="0"/>
      <p:bldP spid="42458" grpId="0"/>
      <p:bldP spid="42459" grpId="0"/>
      <p:bldP spid="42460" grpId="0"/>
      <p:bldP spid="42461" grpId="0"/>
      <p:bldP spid="42464" grpId="0"/>
      <p:bldP spid="42506" grpId="0"/>
      <p:bldP spid="42507" grpId="0"/>
      <p:bldP spid="42508" grpId="0"/>
      <p:bldP spid="42509" grpId="0"/>
      <p:bldP spid="42510" grpId="0"/>
      <p:bldP spid="42511" grpId="0"/>
      <p:bldP spid="42512" grpId="0"/>
      <p:bldP spid="42513" grpId="0"/>
      <p:bldP spid="42514" grpId="0"/>
      <p:bldP spid="42516" grpId="0"/>
      <p:bldP spid="42533" grpId="0"/>
      <p:bldP spid="42534" grpId="0"/>
      <p:bldP spid="42535" grpId="0"/>
      <p:bldP spid="42536" grpId="0"/>
      <p:bldP spid="42537" grpId="0"/>
      <p:bldP spid="42538" grpId="0"/>
      <p:bldP spid="42539" grpId="0"/>
      <p:bldP spid="42540" grpId="0"/>
      <p:bldP spid="42541" grpId="0"/>
      <p:bldP spid="42542" grpId="0"/>
      <p:bldP spid="42543" grpId="0"/>
      <p:bldP spid="42544" grpId="0"/>
      <p:bldP spid="42545" grpId="0"/>
      <p:bldP spid="42546" grpId="0"/>
      <p:bldP spid="42547" grpId="0"/>
      <p:bldP spid="42554" grpId="0"/>
      <p:bldP spid="42555" grpId="0"/>
      <p:bldP spid="42556" grpId="0"/>
      <p:bldP spid="42557" grpId="0"/>
      <p:bldP spid="42558" grpId="0"/>
      <p:bldP spid="42559" grpId="0"/>
      <p:bldP spid="42560" grpId="0"/>
      <p:bldP spid="42561" grpId="0"/>
      <p:bldP spid="42562" grpId="0"/>
      <p:bldP spid="42563" grpId="0"/>
      <p:bldP spid="42564" grpId="0"/>
      <p:bldP spid="42565" grpId="0"/>
      <p:bldP spid="42573" grpId="0"/>
      <p:bldP spid="42574" grpId="0"/>
      <p:bldP spid="42575" grpId="0"/>
      <p:bldP spid="42576" grpId="0"/>
      <p:bldP spid="42577" grpId="0"/>
      <p:bldP spid="42578" grpId="0"/>
      <p:bldP spid="42596" grpId="0"/>
      <p:bldP spid="42597" grpId="0"/>
      <p:bldP spid="42598" grpId="0"/>
      <p:bldP spid="42599" grpId="0"/>
      <p:bldP spid="42600" grpId="0"/>
      <p:bldP spid="4260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8" name="Group 4"/>
          <p:cNvGraphicFramePr>
            <a:graphicFrameLocks noGrp="1"/>
          </p:cNvGraphicFramePr>
          <p:nvPr/>
        </p:nvGraphicFramePr>
        <p:xfrm>
          <a:off x="685800" y="8001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7431" name="Rectangle 87"/>
          <p:cNvSpPr>
            <a:spLocks noChangeArrowheads="1"/>
          </p:cNvSpPr>
          <p:nvPr/>
        </p:nvSpPr>
        <p:spPr bwMode="auto">
          <a:xfrm>
            <a:off x="12192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7432" name="Rectangle 88"/>
          <p:cNvSpPr>
            <a:spLocks noChangeArrowheads="1"/>
          </p:cNvSpPr>
          <p:nvPr/>
        </p:nvSpPr>
        <p:spPr bwMode="auto">
          <a:xfrm>
            <a:off x="12192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33" name="Rectangle 89"/>
          <p:cNvSpPr>
            <a:spLocks noChangeArrowheads="1"/>
          </p:cNvSpPr>
          <p:nvPr/>
        </p:nvSpPr>
        <p:spPr bwMode="auto">
          <a:xfrm>
            <a:off x="12192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34" name="Rectangle 90"/>
          <p:cNvSpPr>
            <a:spLocks noChangeArrowheads="1"/>
          </p:cNvSpPr>
          <p:nvPr/>
        </p:nvSpPr>
        <p:spPr bwMode="auto">
          <a:xfrm>
            <a:off x="1219200" y="27051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35" name="Rectangle 91"/>
          <p:cNvSpPr>
            <a:spLocks noChangeArrowheads="1"/>
          </p:cNvSpPr>
          <p:nvPr/>
        </p:nvSpPr>
        <p:spPr bwMode="auto">
          <a:xfrm>
            <a:off x="12192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36" name="Rectangle 92"/>
          <p:cNvSpPr>
            <a:spLocks noChangeArrowheads="1"/>
          </p:cNvSpPr>
          <p:nvPr/>
        </p:nvSpPr>
        <p:spPr bwMode="auto">
          <a:xfrm>
            <a:off x="12192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57437" name="Rectangle 93"/>
          <p:cNvSpPr>
            <a:spLocks noChangeArrowheads="1"/>
          </p:cNvSpPr>
          <p:nvPr/>
        </p:nvSpPr>
        <p:spPr bwMode="auto">
          <a:xfrm>
            <a:off x="1219200" y="3619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57438" name="Rectangle 94"/>
          <p:cNvSpPr>
            <a:spLocks noChangeArrowheads="1"/>
          </p:cNvSpPr>
          <p:nvPr/>
        </p:nvSpPr>
        <p:spPr bwMode="auto">
          <a:xfrm>
            <a:off x="16002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57439" name="Rectangle 95"/>
          <p:cNvSpPr>
            <a:spLocks noChangeArrowheads="1"/>
          </p:cNvSpPr>
          <p:nvPr/>
        </p:nvSpPr>
        <p:spPr bwMode="auto">
          <a:xfrm>
            <a:off x="16002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7440" name="Rectangle 96"/>
          <p:cNvSpPr>
            <a:spLocks noChangeArrowheads="1"/>
          </p:cNvSpPr>
          <p:nvPr/>
        </p:nvSpPr>
        <p:spPr bwMode="auto">
          <a:xfrm>
            <a:off x="16002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41" name="Rectangle 97"/>
          <p:cNvSpPr>
            <a:spLocks noChangeArrowheads="1"/>
          </p:cNvSpPr>
          <p:nvPr/>
        </p:nvSpPr>
        <p:spPr bwMode="auto">
          <a:xfrm>
            <a:off x="16002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42" name="Rectangle 98"/>
          <p:cNvSpPr>
            <a:spLocks noChangeArrowheads="1"/>
          </p:cNvSpPr>
          <p:nvPr/>
        </p:nvSpPr>
        <p:spPr bwMode="auto">
          <a:xfrm>
            <a:off x="1600200" y="2781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43" name="Rectangle 99"/>
          <p:cNvSpPr>
            <a:spLocks noChangeArrowheads="1"/>
          </p:cNvSpPr>
          <p:nvPr/>
        </p:nvSpPr>
        <p:spPr bwMode="auto">
          <a:xfrm>
            <a:off x="16002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44" name="Rectangle 100"/>
          <p:cNvSpPr>
            <a:spLocks noChangeArrowheads="1"/>
          </p:cNvSpPr>
          <p:nvPr/>
        </p:nvSpPr>
        <p:spPr bwMode="auto">
          <a:xfrm>
            <a:off x="1600200" y="3619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45" name="Rectangle 101"/>
          <p:cNvSpPr>
            <a:spLocks noChangeArrowheads="1"/>
          </p:cNvSpPr>
          <p:nvPr/>
        </p:nvSpPr>
        <p:spPr bwMode="auto">
          <a:xfrm>
            <a:off x="20574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46" name="Rectangle 102"/>
          <p:cNvSpPr>
            <a:spLocks noChangeArrowheads="1"/>
          </p:cNvSpPr>
          <p:nvPr/>
        </p:nvSpPr>
        <p:spPr bwMode="auto">
          <a:xfrm>
            <a:off x="20574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-4</a:t>
            </a:r>
          </a:p>
        </p:txBody>
      </p:sp>
      <p:sp>
        <p:nvSpPr>
          <p:cNvPr id="57447" name="Rectangle 103"/>
          <p:cNvSpPr>
            <a:spLocks noChangeArrowheads="1"/>
          </p:cNvSpPr>
          <p:nvPr/>
        </p:nvSpPr>
        <p:spPr bwMode="auto">
          <a:xfrm>
            <a:off x="20574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7448" name="Rectangle 104"/>
          <p:cNvSpPr>
            <a:spLocks noChangeArrowheads="1"/>
          </p:cNvSpPr>
          <p:nvPr/>
        </p:nvSpPr>
        <p:spPr bwMode="auto">
          <a:xfrm>
            <a:off x="20574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49" name="Rectangle 105"/>
          <p:cNvSpPr>
            <a:spLocks noChangeArrowheads="1"/>
          </p:cNvSpPr>
          <p:nvPr/>
        </p:nvSpPr>
        <p:spPr bwMode="auto">
          <a:xfrm>
            <a:off x="2057400" y="2781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50" name="Rectangle 106"/>
          <p:cNvSpPr>
            <a:spLocks noChangeArrowheads="1"/>
          </p:cNvSpPr>
          <p:nvPr/>
        </p:nvSpPr>
        <p:spPr bwMode="auto">
          <a:xfrm>
            <a:off x="20574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51" name="Rectangle 107"/>
          <p:cNvSpPr>
            <a:spLocks noChangeArrowheads="1"/>
          </p:cNvSpPr>
          <p:nvPr/>
        </p:nvSpPr>
        <p:spPr bwMode="auto">
          <a:xfrm>
            <a:off x="2057400" y="3619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  <a:endParaRPr lang="en-US"/>
          </a:p>
        </p:txBody>
      </p:sp>
      <p:sp>
        <p:nvSpPr>
          <p:cNvPr id="57452" name="Rectangle 108"/>
          <p:cNvSpPr>
            <a:spLocks noChangeArrowheads="1"/>
          </p:cNvSpPr>
          <p:nvPr/>
        </p:nvSpPr>
        <p:spPr bwMode="auto">
          <a:xfrm>
            <a:off x="24384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53" name="Rectangle 109"/>
          <p:cNvSpPr>
            <a:spLocks noChangeArrowheads="1"/>
          </p:cNvSpPr>
          <p:nvPr/>
        </p:nvSpPr>
        <p:spPr bwMode="auto">
          <a:xfrm>
            <a:off x="24384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54" name="Rectangle 110"/>
          <p:cNvSpPr>
            <a:spLocks noChangeArrowheads="1"/>
          </p:cNvSpPr>
          <p:nvPr/>
        </p:nvSpPr>
        <p:spPr bwMode="auto">
          <a:xfrm>
            <a:off x="24384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57455" name="Rectangle 111"/>
          <p:cNvSpPr>
            <a:spLocks noChangeArrowheads="1"/>
          </p:cNvSpPr>
          <p:nvPr/>
        </p:nvSpPr>
        <p:spPr bwMode="auto">
          <a:xfrm>
            <a:off x="24384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57456" name="Rectangle 112"/>
          <p:cNvSpPr>
            <a:spLocks noChangeArrowheads="1"/>
          </p:cNvSpPr>
          <p:nvPr/>
        </p:nvSpPr>
        <p:spPr bwMode="auto">
          <a:xfrm>
            <a:off x="2438400" y="2781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57" name="Rectangle 113"/>
          <p:cNvSpPr>
            <a:spLocks noChangeArrowheads="1"/>
          </p:cNvSpPr>
          <p:nvPr/>
        </p:nvSpPr>
        <p:spPr bwMode="auto">
          <a:xfrm>
            <a:off x="24384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57458" name="Rectangle 114"/>
          <p:cNvSpPr>
            <a:spLocks noChangeArrowheads="1"/>
          </p:cNvSpPr>
          <p:nvPr/>
        </p:nvSpPr>
        <p:spPr bwMode="auto">
          <a:xfrm>
            <a:off x="2438400" y="3619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57459" name="Rectangle 115"/>
          <p:cNvSpPr>
            <a:spLocks noChangeArrowheads="1"/>
          </p:cNvSpPr>
          <p:nvPr/>
        </p:nvSpPr>
        <p:spPr bwMode="auto">
          <a:xfrm>
            <a:off x="28956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60" name="Rectangle 116"/>
          <p:cNvSpPr>
            <a:spLocks noChangeArrowheads="1"/>
          </p:cNvSpPr>
          <p:nvPr/>
        </p:nvSpPr>
        <p:spPr bwMode="auto">
          <a:xfrm>
            <a:off x="28956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61" name="Rectangle 117"/>
          <p:cNvSpPr>
            <a:spLocks noChangeArrowheads="1"/>
          </p:cNvSpPr>
          <p:nvPr/>
        </p:nvSpPr>
        <p:spPr bwMode="auto">
          <a:xfrm>
            <a:off x="28956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62" name="Rectangle 118"/>
          <p:cNvSpPr>
            <a:spLocks noChangeArrowheads="1"/>
          </p:cNvSpPr>
          <p:nvPr/>
        </p:nvSpPr>
        <p:spPr bwMode="auto">
          <a:xfrm>
            <a:off x="28956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57463" name="Rectangle 119"/>
          <p:cNvSpPr>
            <a:spLocks noChangeArrowheads="1"/>
          </p:cNvSpPr>
          <p:nvPr/>
        </p:nvSpPr>
        <p:spPr bwMode="auto">
          <a:xfrm>
            <a:off x="2895600" y="2781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57464" name="Rectangle 120"/>
          <p:cNvSpPr>
            <a:spLocks noChangeArrowheads="1"/>
          </p:cNvSpPr>
          <p:nvPr/>
        </p:nvSpPr>
        <p:spPr bwMode="auto">
          <a:xfrm>
            <a:off x="28956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57465" name="Rectangle 121"/>
          <p:cNvSpPr>
            <a:spLocks noChangeArrowheads="1"/>
          </p:cNvSpPr>
          <p:nvPr/>
        </p:nvSpPr>
        <p:spPr bwMode="auto">
          <a:xfrm>
            <a:off x="2895600" y="3619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sp>
        <p:nvSpPr>
          <p:cNvPr id="57466" name="Rectangle 122"/>
          <p:cNvSpPr>
            <a:spLocks noChangeArrowheads="1"/>
          </p:cNvSpPr>
          <p:nvPr/>
        </p:nvSpPr>
        <p:spPr bwMode="auto">
          <a:xfrm>
            <a:off x="32766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57467" name="Rectangle 123"/>
          <p:cNvSpPr>
            <a:spLocks noChangeArrowheads="1"/>
          </p:cNvSpPr>
          <p:nvPr/>
        </p:nvSpPr>
        <p:spPr bwMode="auto">
          <a:xfrm>
            <a:off x="32766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68" name="Rectangle 124"/>
          <p:cNvSpPr>
            <a:spLocks noChangeArrowheads="1"/>
          </p:cNvSpPr>
          <p:nvPr/>
        </p:nvSpPr>
        <p:spPr bwMode="auto">
          <a:xfrm>
            <a:off x="32766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57469" name="Rectangle 125"/>
          <p:cNvSpPr>
            <a:spLocks noChangeArrowheads="1"/>
          </p:cNvSpPr>
          <p:nvPr/>
        </p:nvSpPr>
        <p:spPr bwMode="auto">
          <a:xfrm>
            <a:off x="32766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70" name="Rectangle 126"/>
          <p:cNvSpPr>
            <a:spLocks noChangeArrowheads="1"/>
          </p:cNvSpPr>
          <p:nvPr/>
        </p:nvSpPr>
        <p:spPr bwMode="auto">
          <a:xfrm>
            <a:off x="3276600" y="2781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71" name="Rectangle 127"/>
          <p:cNvSpPr>
            <a:spLocks noChangeArrowheads="1"/>
          </p:cNvSpPr>
          <p:nvPr/>
        </p:nvSpPr>
        <p:spPr bwMode="auto">
          <a:xfrm>
            <a:off x="32766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57472" name="Rectangle 128"/>
          <p:cNvSpPr>
            <a:spLocks noChangeArrowheads="1"/>
          </p:cNvSpPr>
          <p:nvPr/>
        </p:nvSpPr>
        <p:spPr bwMode="auto">
          <a:xfrm>
            <a:off x="3276600" y="3619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57473" name="Rectangle 129"/>
          <p:cNvSpPr>
            <a:spLocks noChangeArrowheads="1"/>
          </p:cNvSpPr>
          <p:nvPr/>
        </p:nvSpPr>
        <p:spPr bwMode="auto">
          <a:xfrm>
            <a:off x="37338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57474" name="Rectangle 130"/>
          <p:cNvSpPr>
            <a:spLocks noChangeArrowheads="1"/>
          </p:cNvSpPr>
          <p:nvPr/>
        </p:nvSpPr>
        <p:spPr bwMode="auto">
          <a:xfrm>
            <a:off x="37338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75" name="Rectangle 131"/>
          <p:cNvSpPr>
            <a:spLocks noChangeArrowheads="1"/>
          </p:cNvSpPr>
          <p:nvPr/>
        </p:nvSpPr>
        <p:spPr bwMode="auto">
          <a:xfrm>
            <a:off x="37338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76" name="Rectangle 132"/>
          <p:cNvSpPr>
            <a:spLocks noChangeArrowheads="1"/>
          </p:cNvSpPr>
          <p:nvPr/>
        </p:nvSpPr>
        <p:spPr bwMode="auto">
          <a:xfrm>
            <a:off x="37338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77" name="Rectangle 133"/>
          <p:cNvSpPr>
            <a:spLocks noChangeArrowheads="1"/>
          </p:cNvSpPr>
          <p:nvPr/>
        </p:nvSpPr>
        <p:spPr bwMode="auto">
          <a:xfrm>
            <a:off x="3733800" y="2781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78" name="Rectangle 134"/>
          <p:cNvSpPr>
            <a:spLocks noChangeArrowheads="1"/>
          </p:cNvSpPr>
          <p:nvPr/>
        </p:nvSpPr>
        <p:spPr bwMode="auto">
          <a:xfrm>
            <a:off x="37338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79" name="Rectangle 135"/>
          <p:cNvSpPr>
            <a:spLocks noChangeArrowheads="1"/>
          </p:cNvSpPr>
          <p:nvPr/>
        </p:nvSpPr>
        <p:spPr bwMode="auto">
          <a:xfrm>
            <a:off x="3733800" y="3619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7480" name="Rectangle 136"/>
          <p:cNvSpPr>
            <a:spLocks noChangeArrowheads="1"/>
          </p:cNvSpPr>
          <p:nvPr/>
        </p:nvSpPr>
        <p:spPr bwMode="auto">
          <a:xfrm>
            <a:off x="304800" y="11811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481" name="Rectangle 137"/>
          <p:cNvSpPr>
            <a:spLocks noChangeArrowheads="1"/>
          </p:cNvSpPr>
          <p:nvPr/>
        </p:nvSpPr>
        <p:spPr bwMode="auto">
          <a:xfrm>
            <a:off x="304800" y="1638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482" name="Rectangle 138"/>
          <p:cNvSpPr>
            <a:spLocks noChangeArrowheads="1"/>
          </p:cNvSpPr>
          <p:nvPr/>
        </p:nvSpPr>
        <p:spPr bwMode="auto">
          <a:xfrm>
            <a:off x="304800" y="2019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483" name="Rectangle 139"/>
          <p:cNvSpPr>
            <a:spLocks noChangeArrowheads="1"/>
          </p:cNvSpPr>
          <p:nvPr/>
        </p:nvSpPr>
        <p:spPr bwMode="auto">
          <a:xfrm>
            <a:off x="304800" y="2400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484" name="Rectangle 140"/>
          <p:cNvSpPr>
            <a:spLocks noChangeArrowheads="1"/>
          </p:cNvSpPr>
          <p:nvPr/>
        </p:nvSpPr>
        <p:spPr bwMode="auto">
          <a:xfrm>
            <a:off x="304800" y="2781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485" name="Rectangle 141"/>
          <p:cNvSpPr>
            <a:spLocks noChangeArrowheads="1"/>
          </p:cNvSpPr>
          <p:nvPr/>
        </p:nvSpPr>
        <p:spPr bwMode="auto">
          <a:xfrm>
            <a:off x="304800" y="3162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486" name="Rectangle 142"/>
          <p:cNvSpPr>
            <a:spLocks noChangeArrowheads="1"/>
          </p:cNvSpPr>
          <p:nvPr/>
        </p:nvSpPr>
        <p:spPr bwMode="auto">
          <a:xfrm>
            <a:off x="304800" y="3543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487" name="Rectangle 143"/>
          <p:cNvSpPr>
            <a:spLocks noChangeArrowheads="1"/>
          </p:cNvSpPr>
          <p:nvPr/>
        </p:nvSpPr>
        <p:spPr bwMode="auto">
          <a:xfrm>
            <a:off x="1295400" y="4953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488" name="Rectangle 144"/>
          <p:cNvSpPr>
            <a:spLocks noChangeArrowheads="1"/>
          </p:cNvSpPr>
          <p:nvPr/>
        </p:nvSpPr>
        <p:spPr bwMode="auto">
          <a:xfrm>
            <a:off x="1752600" y="4953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489" name="Rectangle 145"/>
          <p:cNvSpPr>
            <a:spLocks noChangeArrowheads="1"/>
          </p:cNvSpPr>
          <p:nvPr/>
        </p:nvSpPr>
        <p:spPr bwMode="auto">
          <a:xfrm>
            <a:off x="2133600" y="4953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490" name="Rectangle 146"/>
          <p:cNvSpPr>
            <a:spLocks noChangeArrowheads="1"/>
          </p:cNvSpPr>
          <p:nvPr/>
        </p:nvSpPr>
        <p:spPr bwMode="auto">
          <a:xfrm>
            <a:off x="2590800" y="4953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491" name="Rectangle 147"/>
          <p:cNvSpPr>
            <a:spLocks noChangeArrowheads="1"/>
          </p:cNvSpPr>
          <p:nvPr/>
        </p:nvSpPr>
        <p:spPr bwMode="auto">
          <a:xfrm>
            <a:off x="3048000" y="4953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492" name="Rectangle 148"/>
          <p:cNvSpPr>
            <a:spLocks noChangeArrowheads="1"/>
          </p:cNvSpPr>
          <p:nvPr/>
        </p:nvSpPr>
        <p:spPr bwMode="auto">
          <a:xfrm>
            <a:off x="3429000" y="4953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493" name="Rectangle 149"/>
          <p:cNvSpPr>
            <a:spLocks noChangeArrowheads="1"/>
          </p:cNvSpPr>
          <p:nvPr/>
        </p:nvSpPr>
        <p:spPr bwMode="auto">
          <a:xfrm>
            <a:off x="3886200" y="4953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494" name="Rectangle 150"/>
          <p:cNvSpPr>
            <a:spLocks noChangeArrowheads="1"/>
          </p:cNvSpPr>
          <p:nvPr/>
        </p:nvSpPr>
        <p:spPr bwMode="auto">
          <a:xfrm>
            <a:off x="4343400" y="304800"/>
            <a:ext cx="1676400" cy="6096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800" b="1">
                <a:solidFill>
                  <a:srgbClr val="FF0000"/>
                </a:solidFill>
              </a:rPr>
              <a:t>ìm L</a:t>
            </a:r>
            <a:r>
              <a:rPr lang="en-US" sz="2800" b="1" baseline="-25000">
                <a:solidFill>
                  <a:srgbClr val="FF0000"/>
                </a:solidFill>
              </a:rPr>
              <a:t>1</a:t>
            </a:r>
          </a:p>
        </p:txBody>
      </p:sp>
      <p:grpSp>
        <p:nvGrpSpPr>
          <p:cNvPr id="2" name="Group 153"/>
          <p:cNvGrpSpPr>
            <a:grpSpLocks/>
          </p:cNvGrpSpPr>
          <p:nvPr/>
        </p:nvGrpSpPr>
        <p:grpSpPr bwMode="auto">
          <a:xfrm>
            <a:off x="1143000" y="1028700"/>
            <a:ext cx="2971800" cy="2819400"/>
            <a:chOff x="720" y="480"/>
            <a:chExt cx="1872" cy="1776"/>
          </a:xfrm>
        </p:grpSpPr>
        <p:sp>
          <p:nvSpPr>
            <p:cNvPr id="57495" name="Line 151"/>
            <p:cNvSpPr>
              <a:spLocks noChangeShapeType="1"/>
            </p:cNvSpPr>
            <p:nvPr/>
          </p:nvSpPr>
          <p:spPr bwMode="auto">
            <a:xfrm>
              <a:off x="1200" y="480"/>
              <a:ext cx="0" cy="17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496" name="Line 152"/>
            <p:cNvSpPr>
              <a:spLocks noChangeShapeType="1"/>
            </p:cNvSpPr>
            <p:nvPr/>
          </p:nvSpPr>
          <p:spPr bwMode="auto">
            <a:xfrm>
              <a:off x="720" y="912"/>
              <a:ext cx="1872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7498" name="Group 154"/>
          <p:cNvGraphicFramePr>
            <a:graphicFrameLocks noGrp="1"/>
          </p:cNvGraphicFramePr>
          <p:nvPr/>
        </p:nvGraphicFramePr>
        <p:xfrm>
          <a:off x="5257800" y="20955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7581" name="Rectangle 237"/>
          <p:cNvSpPr>
            <a:spLocks noChangeArrowheads="1"/>
          </p:cNvSpPr>
          <p:nvPr/>
        </p:nvSpPr>
        <p:spPr bwMode="auto">
          <a:xfrm>
            <a:off x="57912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7582" name="Rectangle 238"/>
          <p:cNvSpPr>
            <a:spLocks noChangeArrowheads="1"/>
          </p:cNvSpPr>
          <p:nvPr/>
        </p:nvSpPr>
        <p:spPr bwMode="auto">
          <a:xfrm>
            <a:off x="57912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83" name="Rectangle 239"/>
          <p:cNvSpPr>
            <a:spLocks noChangeArrowheads="1"/>
          </p:cNvSpPr>
          <p:nvPr/>
        </p:nvSpPr>
        <p:spPr bwMode="auto">
          <a:xfrm>
            <a:off x="57912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84" name="Rectangle 240"/>
          <p:cNvSpPr>
            <a:spLocks noChangeArrowheads="1"/>
          </p:cNvSpPr>
          <p:nvPr/>
        </p:nvSpPr>
        <p:spPr bwMode="auto">
          <a:xfrm>
            <a:off x="5791200" y="40005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85" name="Rectangle 241"/>
          <p:cNvSpPr>
            <a:spLocks noChangeArrowheads="1"/>
          </p:cNvSpPr>
          <p:nvPr/>
        </p:nvSpPr>
        <p:spPr bwMode="auto">
          <a:xfrm>
            <a:off x="57912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86" name="Rectangle 242"/>
          <p:cNvSpPr>
            <a:spLocks noChangeArrowheads="1"/>
          </p:cNvSpPr>
          <p:nvPr/>
        </p:nvSpPr>
        <p:spPr bwMode="auto">
          <a:xfrm>
            <a:off x="57912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57587" name="Rectangle 243"/>
          <p:cNvSpPr>
            <a:spLocks noChangeArrowheads="1"/>
          </p:cNvSpPr>
          <p:nvPr/>
        </p:nvSpPr>
        <p:spPr bwMode="auto">
          <a:xfrm>
            <a:off x="57912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57588" name="Rectangle 244"/>
          <p:cNvSpPr>
            <a:spLocks noChangeArrowheads="1"/>
          </p:cNvSpPr>
          <p:nvPr/>
        </p:nvSpPr>
        <p:spPr bwMode="auto">
          <a:xfrm>
            <a:off x="61722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57589" name="Rectangle 245"/>
          <p:cNvSpPr>
            <a:spLocks noChangeArrowheads="1"/>
          </p:cNvSpPr>
          <p:nvPr/>
        </p:nvSpPr>
        <p:spPr bwMode="auto">
          <a:xfrm>
            <a:off x="61722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7590" name="Rectangle 246"/>
          <p:cNvSpPr>
            <a:spLocks noChangeArrowheads="1"/>
          </p:cNvSpPr>
          <p:nvPr/>
        </p:nvSpPr>
        <p:spPr bwMode="auto">
          <a:xfrm>
            <a:off x="61722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91" name="Rectangle 247"/>
          <p:cNvSpPr>
            <a:spLocks noChangeArrowheads="1"/>
          </p:cNvSpPr>
          <p:nvPr/>
        </p:nvSpPr>
        <p:spPr bwMode="auto">
          <a:xfrm>
            <a:off x="61722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92" name="Rectangle 248"/>
          <p:cNvSpPr>
            <a:spLocks noChangeArrowheads="1"/>
          </p:cNvSpPr>
          <p:nvPr/>
        </p:nvSpPr>
        <p:spPr bwMode="auto">
          <a:xfrm>
            <a:off x="61722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93" name="Rectangle 249"/>
          <p:cNvSpPr>
            <a:spLocks noChangeArrowheads="1"/>
          </p:cNvSpPr>
          <p:nvPr/>
        </p:nvSpPr>
        <p:spPr bwMode="auto">
          <a:xfrm>
            <a:off x="61722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94" name="Rectangle 250"/>
          <p:cNvSpPr>
            <a:spLocks noChangeArrowheads="1"/>
          </p:cNvSpPr>
          <p:nvPr/>
        </p:nvSpPr>
        <p:spPr bwMode="auto">
          <a:xfrm>
            <a:off x="61722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95" name="Rectangle 251"/>
          <p:cNvSpPr>
            <a:spLocks noChangeArrowheads="1"/>
          </p:cNvSpPr>
          <p:nvPr/>
        </p:nvSpPr>
        <p:spPr bwMode="auto">
          <a:xfrm>
            <a:off x="66294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-3</a:t>
            </a:r>
          </a:p>
        </p:txBody>
      </p:sp>
      <p:sp>
        <p:nvSpPr>
          <p:cNvPr id="57596" name="Rectangle 252"/>
          <p:cNvSpPr>
            <a:spLocks noChangeArrowheads="1"/>
          </p:cNvSpPr>
          <p:nvPr/>
        </p:nvSpPr>
        <p:spPr bwMode="auto">
          <a:xfrm>
            <a:off x="66294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-4</a:t>
            </a:r>
          </a:p>
        </p:txBody>
      </p:sp>
      <p:sp>
        <p:nvSpPr>
          <p:cNvPr id="57597" name="Rectangle 253"/>
          <p:cNvSpPr>
            <a:spLocks noChangeArrowheads="1"/>
          </p:cNvSpPr>
          <p:nvPr/>
        </p:nvSpPr>
        <p:spPr bwMode="auto">
          <a:xfrm>
            <a:off x="66294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7598" name="Rectangle 254"/>
          <p:cNvSpPr>
            <a:spLocks noChangeArrowheads="1"/>
          </p:cNvSpPr>
          <p:nvPr/>
        </p:nvSpPr>
        <p:spPr bwMode="auto">
          <a:xfrm>
            <a:off x="66294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99" name="Rectangle 255"/>
          <p:cNvSpPr>
            <a:spLocks noChangeArrowheads="1"/>
          </p:cNvSpPr>
          <p:nvPr/>
        </p:nvSpPr>
        <p:spPr bwMode="auto">
          <a:xfrm>
            <a:off x="66294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00" name="Rectangle 256"/>
          <p:cNvSpPr>
            <a:spLocks noChangeArrowheads="1"/>
          </p:cNvSpPr>
          <p:nvPr/>
        </p:nvSpPr>
        <p:spPr bwMode="auto">
          <a:xfrm>
            <a:off x="66294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01" name="Rectangle 257"/>
          <p:cNvSpPr>
            <a:spLocks noChangeArrowheads="1"/>
          </p:cNvSpPr>
          <p:nvPr/>
        </p:nvSpPr>
        <p:spPr bwMode="auto">
          <a:xfrm>
            <a:off x="66294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  <a:endParaRPr lang="en-US"/>
          </a:p>
        </p:txBody>
      </p:sp>
      <p:sp>
        <p:nvSpPr>
          <p:cNvPr id="57602" name="Rectangle 258"/>
          <p:cNvSpPr>
            <a:spLocks noChangeArrowheads="1"/>
          </p:cNvSpPr>
          <p:nvPr/>
        </p:nvSpPr>
        <p:spPr bwMode="auto">
          <a:xfrm>
            <a:off x="70104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03" name="Rectangle 259"/>
          <p:cNvSpPr>
            <a:spLocks noChangeArrowheads="1"/>
          </p:cNvSpPr>
          <p:nvPr/>
        </p:nvSpPr>
        <p:spPr bwMode="auto">
          <a:xfrm>
            <a:off x="70104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04" name="Rectangle 260"/>
          <p:cNvSpPr>
            <a:spLocks noChangeArrowheads="1"/>
          </p:cNvSpPr>
          <p:nvPr/>
        </p:nvSpPr>
        <p:spPr bwMode="auto">
          <a:xfrm>
            <a:off x="70104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57605" name="Rectangle 261"/>
          <p:cNvSpPr>
            <a:spLocks noChangeArrowheads="1"/>
          </p:cNvSpPr>
          <p:nvPr/>
        </p:nvSpPr>
        <p:spPr bwMode="auto">
          <a:xfrm>
            <a:off x="70104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57606" name="Rectangle 262"/>
          <p:cNvSpPr>
            <a:spLocks noChangeArrowheads="1"/>
          </p:cNvSpPr>
          <p:nvPr/>
        </p:nvSpPr>
        <p:spPr bwMode="auto">
          <a:xfrm>
            <a:off x="70104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07" name="Rectangle 263"/>
          <p:cNvSpPr>
            <a:spLocks noChangeArrowheads="1"/>
          </p:cNvSpPr>
          <p:nvPr/>
        </p:nvSpPr>
        <p:spPr bwMode="auto">
          <a:xfrm>
            <a:off x="70104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57608" name="Rectangle 264"/>
          <p:cNvSpPr>
            <a:spLocks noChangeArrowheads="1"/>
          </p:cNvSpPr>
          <p:nvPr/>
        </p:nvSpPr>
        <p:spPr bwMode="auto">
          <a:xfrm>
            <a:off x="70104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57609" name="Rectangle 265"/>
          <p:cNvSpPr>
            <a:spLocks noChangeArrowheads="1"/>
          </p:cNvSpPr>
          <p:nvPr/>
        </p:nvSpPr>
        <p:spPr bwMode="auto">
          <a:xfrm>
            <a:off x="74676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10" name="Rectangle 266"/>
          <p:cNvSpPr>
            <a:spLocks noChangeArrowheads="1"/>
          </p:cNvSpPr>
          <p:nvPr/>
        </p:nvSpPr>
        <p:spPr bwMode="auto">
          <a:xfrm>
            <a:off x="74676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11" name="Rectangle 267"/>
          <p:cNvSpPr>
            <a:spLocks noChangeArrowheads="1"/>
          </p:cNvSpPr>
          <p:nvPr/>
        </p:nvSpPr>
        <p:spPr bwMode="auto">
          <a:xfrm>
            <a:off x="74676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12" name="Rectangle 268"/>
          <p:cNvSpPr>
            <a:spLocks noChangeArrowheads="1"/>
          </p:cNvSpPr>
          <p:nvPr/>
        </p:nvSpPr>
        <p:spPr bwMode="auto">
          <a:xfrm>
            <a:off x="74676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57613" name="Rectangle 269"/>
          <p:cNvSpPr>
            <a:spLocks noChangeArrowheads="1"/>
          </p:cNvSpPr>
          <p:nvPr/>
        </p:nvSpPr>
        <p:spPr bwMode="auto">
          <a:xfrm>
            <a:off x="74676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57614" name="Rectangle 270"/>
          <p:cNvSpPr>
            <a:spLocks noChangeArrowheads="1"/>
          </p:cNvSpPr>
          <p:nvPr/>
        </p:nvSpPr>
        <p:spPr bwMode="auto">
          <a:xfrm>
            <a:off x="74676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57615" name="Rectangle 271"/>
          <p:cNvSpPr>
            <a:spLocks noChangeArrowheads="1"/>
          </p:cNvSpPr>
          <p:nvPr/>
        </p:nvSpPr>
        <p:spPr bwMode="auto">
          <a:xfrm>
            <a:off x="74676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sp>
        <p:nvSpPr>
          <p:cNvPr id="57616" name="Rectangle 272"/>
          <p:cNvSpPr>
            <a:spLocks noChangeArrowheads="1"/>
          </p:cNvSpPr>
          <p:nvPr/>
        </p:nvSpPr>
        <p:spPr bwMode="auto">
          <a:xfrm>
            <a:off x="78486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57617" name="Rectangle 273"/>
          <p:cNvSpPr>
            <a:spLocks noChangeArrowheads="1"/>
          </p:cNvSpPr>
          <p:nvPr/>
        </p:nvSpPr>
        <p:spPr bwMode="auto">
          <a:xfrm>
            <a:off x="78486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18" name="Rectangle 274"/>
          <p:cNvSpPr>
            <a:spLocks noChangeArrowheads="1"/>
          </p:cNvSpPr>
          <p:nvPr/>
        </p:nvSpPr>
        <p:spPr bwMode="auto">
          <a:xfrm>
            <a:off x="78486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57619" name="Rectangle 275"/>
          <p:cNvSpPr>
            <a:spLocks noChangeArrowheads="1"/>
          </p:cNvSpPr>
          <p:nvPr/>
        </p:nvSpPr>
        <p:spPr bwMode="auto">
          <a:xfrm>
            <a:off x="78486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20" name="Rectangle 276"/>
          <p:cNvSpPr>
            <a:spLocks noChangeArrowheads="1"/>
          </p:cNvSpPr>
          <p:nvPr/>
        </p:nvSpPr>
        <p:spPr bwMode="auto">
          <a:xfrm>
            <a:off x="78486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21" name="Rectangle 277"/>
          <p:cNvSpPr>
            <a:spLocks noChangeArrowheads="1"/>
          </p:cNvSpPr>
          <p:nvPr/>
        </p:nvSpPr>
        <p:spPr bwMode="auto">
          <a:xfrm>
            <a:off x="78486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57622" name="Rectangle 278"/>
          <p:cNvSpPr>
            <a:spLocks noChangeArrowheads="1"/>
          </p:cNvSpPr>
          <p:nvPr/>
        </p:nvSpPr>
        <p:spPr bwMode="auto">
          <a:xfrm>
            <a:off x="78486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57623" name="Rectangle 279"/>
          <p:cNvSpPr>
            <a:spLocks noChangeArrowheads="1"/>
          </p:cNvSpPr>
          <p:nvPr/>
        </p:nvSpPr>
        <p:spPr bwMode="auto">
          <a:xfrm>
            <a:off x="83058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57624" name="Rectangle 280"/>
          <p:cNvSpPr>
            <a:spLocks noChangeArrowheads="1"/>
          </p:cNvSpPr>
          <p:nvPr/>
        </p:nvSpPr>
        <p:spPr bwMode="auto">
          <a:xfrm>
            <a:off x="83058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25" name="Rectangle 281"/>
          <p:cNvSpPr>
            <a:spLocks noChangeArrowheads="1"/>
          </p:cNvSpPr>
          <p:nvPr/>
        </p:nvSpPr>
        <p:spPr bwMode="auto">
          <a:xfrm>
            <a:off x="83058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26" name="Rectangle 282"/>
          <p:cNvSpPr>
            <a:spLocks noChangeArrowheads="1"/>
          </p:cNvSpPr>
          <p:nvPr/>
        </p:nvSpPr>
        <p:spPr bwMode="auto">
          <a:xfrm>
            <a:off x="83058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27" name="Rectangle 283"/>
          <p:cNvSpPr>
            <a:spLocks noChangeArrowheads="1"/>
          </p:cNvSpPr>
          <p:nvPr/>
        </p:nvSpPr>
        <p:spPr bwMode="auto">
          <a:xfrm>
            <a:off x="83058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28" name="Rectangle 284"/>
          <p:cNvSpPr>
            <a:spLocks noChangeArrowheads="1"/>
          </p:cNvSpPr>
          <p:nvPr/>
        </p:nvSpPr>
        <p:spPr bwMode="auto">
          <a:xfrm>
            <a:off x="83058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29" name="Rectangle 285"/>
          <p:cNvSpPr>
            <a:spLocks noChangeArrowheads="1"/>
          </p:cNvSpPr>
          <p:nvPr/>
        </p:nvSpPr>
        <p:spPr bwMode="auto">
          <a:xfrm>
            <a:off x="83058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7630" name="Rectangle 286"/>
          <p:cNvSpPr>
            <a:spLocks noChangeArrowheads="1"/>
          </p:cNvSpPr>
          <p:nvPr/>
        </p:nvSpPr>
        <p:spPr bwMode="auto">
          <a:xfrm>
            <a:off x="4876800" y="24765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631" name="Rectangle 287"/>
          <p:cNvSpPr>
            <a:spLocks noChangeArrowheads="1"/>
          </p:cNvSpPr>
          <p:nvPr/>
        </p:nvSpPr>
        <p:spPr bwMode="auto">
          <a:xfrm>
            <a:off x="4876800" y="29337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632" name="Rectangle 288"/>
          <p:cNvSpPr>
            <a:spLocks noChangeArrowheads="1"/>
          </p:cNvSpPr>
          <p:nvPr/>
        </p:nvSpPr>
        <p:spPr bwMode="auto">
          <a:xfrm>
            <a:off x="4876800" y="33147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633" name="Rectangle 289"/>
          <p:cNvSpPr>
            <a:spLocks noChangeArrowheads="1"/>
          </p:cNvSpPr>
          <p:nvPr/>
        </p:nvSpPr>
        <p:spPr bwMode="auto">
          <a:xfrm>
            <a:off x="4876800" y="36957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634" name="Rectangle 290"/>
          <p:cNvSpPr>
            <a:spLocks noChangeArrowheads="1"/>
          </p:cNvSpPr>
          <p:nvPr/>
        </p:nvSpPr>
        <p:spPr bwMode="auto">
          <a:xfrm>
            <a:off x="4876800" y="40767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635" name="Rectangle 291"/>
          <p:cNvSpPr>
            <a:spLocks noChangeArrowheads="1"/>
          </p:cNvSpPr>
          <p:nvPr/>
        </p:nvSpPr>
        <p:spPr bwMode="auto">
          <a:xfrm>
            <a:off x="4876800" y="44577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636" name="Rectangle 292"/>
          <p:cNvSpPr>
            <a:spLocks noChangeArrowheads="1"/>
          </p:cNvSpPr>
          <p:nvPr/>
        </p:nvSpPr>
        <p:spPr bwMode="auto">
          <a:xfrm>
            <a:off x="4876800" y="48387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637" name="Rectangle 293"/>
          <p:cNvSpPr>
            <a:spLocks noChangeArrowheads="1"/>
          </p:cNvSpPr>
          <p:nvPr/>
        </p:nvSpPr>
        <p:spPr bwMode="auto">
          <a:xfrm>
            <a:off x="5867400" y="17907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638" name="Rectangle 294"/>
          <p:cNvSpPr>
            <a:spLocks noChangeArrowheads="1"/>
          </p:cNvSpPr>
          <p:nvPr/>
        </p:nvSpPr>
        <p:spPr bwMode="auto">
          <a:xfrm>
            <a:off x="6324600" y="17907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639" name="Rectangle 295"/>
          <p:cNvSpPr>
            <a:spLocks noChangeArrowheads="1"/>
          </p:cNvSpPr>
          <p:nvPr/>
        </p:nvSpPr>
        <p:spPr bwMode="auto">
          <a:xfrm>
            <a:off x="6705600" y="17907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640" name="Rectangle 296"/>
          <p:cNvSpPr>
            <a:spLocks noChangeArrowheads="1"/>
          </p:cNvSpPr>
          <p:nvPr/>
        </p:nvSpPr>
        <p:spPr bwMode="auto">
          <a:xfrm>
            <a:off x="7162800" y="17907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641" name="Rectangle 297"/>
          <p:cNvSpPr>
            <a:spLocks noChangeArrowheads="1"/>
          </p:cNvSpPr>
          <p:nvPr/>
        </p:nvSpPr>
        <p:spPr bwMode="auto">
          <a:xfrm>
            <a:off x="7620000" y="17907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642" name="Rectangle 298"/>
          <p:cNvSpPr>
            <a:spLocks noChangeArrowheads="1"/>
          </p:cNvSpPr>
          <p:nvPr/>
        </p:nvSpPr>
        <p:spPr bwMode="auto">
          <a:xfrm>
            <a:off x="8001000" y="17907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643" name="Rectangle 299"/>
          <p:cNvSpPr>
            <a:spLocks noChangeArrowheads="1"/>
          </p:cNvSpPr>
          <p:nvPr/>
        </p:nvSpPr>
        <p:spPr bwMode="auto">
          <a:xfrm>
            <a:off x="8458200" y="17907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647" name="Rectangle 303"/>
          <p:cNvSpPr>
            <a:spLocks noChangeArrowheads="1"/>
          </p:cNvSpPr>
          <p:nvPr/>
        </p:nvSpPr>
        <p:spPr bwMode="auto">
          <a:xfrm>
            <a:off x="1143000" y="4381500"/>
            <a:ext cx="22860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VNI-Times" pitchFamily="2" charset="0"/>
              </a:rPr>
              <a:t>Vì 1+(-4)=-3&lt; </a:t>
            </a:r>
            <a:r>
              <a:rPr lang="en-US" b="1">
                <a:latin typeface="VNI-Times" pitchFamily="2" charset="0"/>
                <a:sym typeface="Symbol" pitchFamily="18" charset="2"/>
              </a:rPr>
              <a:t> </a:t>
            </a:r>
            <a:r>
              <a:rPr lang="en-US">
                <a:latin typeface="VNI-Times" pitchFamily="2" charset="0"/>
                <a:sym typeface="Symbol" pitchFamily="18" charset="2"/>
              </a:rPr>
              <a:t>n</a:t>
            </a:r>
            <a:r>
              <a:rPr lang="en-US">
                <a:sym typeface="Symbol" pitchFamily="18" charset="2"/>
              </a:rPr>
              <a:t>ên </a:t>
            </a:r>
          </a:p>
          <a:p>
            <a:pPr algn="ctr"/>
            <a:r>
              <a:rPr lang="en-US">
                <a:sym typeface="Symbol" pitchFamily="18" charset="2"/>
              </a:rPr>
              <a:t>lấy số nhỏ hơn là -3</a:t>
            </a:r>
            <a:r>
              <a:rPr lang="en-US">
                <a:latin typeface="VNI-Times" pitchFamily="2" charset="0"/>
                <a:sym typeface="Symbol" pitchFamily="18" charset="2"/>
              </a:rPr>
              <a:t> </a:t>
            </a:r>
          </a:p>
        </p:txBody>
      </p:sp>
      <p:grpSp>
        <p:nvGrpSpPr>
          <p:cNvPr id="3" name="Group 333"/>
          <p:cNvGrpSpPr>
            <a:grpSpLocks/>
          </p:cNvGrpSpPr>
          <p:nvPr/>
        </p:nvGrpSpPr>
        <p:grpSpPr bwMode="auto">
          <a:xfrm>
            <a:off x="228600" y="419100"/>
            <a:ext cx="6705600" cy="4267200"/>
            <a:chOff x="144" y="96"/>
            <a:chExt cx="4224" cy="2688"/>
          </a:xfrm>
        </p:grpSpPr>
        <p:sp>
          <p:nvSpPr>
            <p:cNvPr id="57648" name="Line 304"/>
            <p:cNvSpPr>
              <a:spLocks noChangeShapeType="1"/>
            </p:cNvSpPr>
            <p:nvPr/>
          </p:nvSpPr>
          <p:spPr bwMode="auto">
            <a:xfrm>
              <a:off x="3936" y="91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49" name="Line 305"/>
            <p:cNvSpPr>
              <a:spLocks noChangeShapeType="1"/>
            </p:cNvSpPr>
            <p:nvPr/>
          </p:nvSpPr>
          <p:spPr bwMode="auto">
            <a:xfrm>
              <a:off x="4224" y="912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50" name="Line 306"/>
            <p:cNvSpPr>
              <a:spLocks noChangeShapeType="1"/>
            </p:cNvSpPr>
            <p:nvPr/>
          </p:nvSpPr>
          <p:spPr bwMode="auto">
            <a:xfrm flipH="1">
              <a:off x="2976" y="91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51" name="Line 307"/>
            <p:cNvSpPr>
              <a:spLocks noChangeShapeType="1"/>
            </p:cNvSpPr>
            <p:nvPr/>
          </p:nvSpPr>
          <p:spPr bwMode="auto">
            <a:xfrm>
              <a:off x="2976" y="912"/>
              <a:ext cx="0" cy="18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54" name="Line 310"/>
            <p:cNvSpPr>
              <a:spLocks noChangeShapeType="1"/>
            </p:cNvSpPr>
            <p:nvPr/>
          </p:nvSpPr>
          <p:spPr bwMode="auto">
            <a:xfrm>
              <a:off x="1488" y="96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57" name="Line 313"/>
            <p:cNvSpPr>
              <a:spLocks noChangeShapeType="1"/>
            </p:cNvSpPr>
            <p:nvPr/>
          </p:nvSpPr>
          <p:spPr bwMode="auto">
            <a:xfrm flipH="1">
              <a:off x="144" y="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59" name="Line 315"/>
            <p:cNvSpPr>
              <a:spLocks noChangeShapeType="1"/>
            </p:cNvSpPr>
            <p:nvPr/>
          </p:nvSpPr>
          <p:spPr bwMode="auto">
            <a:xfrm>
              <a:off x="144" y="96"/>
              <a:ext cx="0" cy="2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61" name="Line 317"/>
            <p:cNvSpPr>
              <a:spLocks noChangeShapeType="1"/>
            </p:cNvSpPr>
            <p:nvPr/>
          </p:nvSpPr>
          <p:spPr bwMode="auto">
            <a:xfrm>
              <a:off x="144" y="278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63" name="Line 319"/>
            <p:cNvSpPr>
              <a:spLocks noChangeShapeType="1"/>
            </p:cNvSpPr>
            <p:nvPr/>
          </p:nvSpPr>
          <p:spPr bwMode="auto">
            <a:xfrm flipH="1">
              <a:off x="2160" y="278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65" name="Line 321"/>
            <p:cNvSpPr>
              <a:spLocks noChangeShapeType="1"/>
            </p:cNvSpPr>
            <p:nvPr/>
          </p:nvSpPr>
          <p:spPr bwMode="auto">
            <a:xfrm>
              <a:off x="4368" y="91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66" name="Line 322"/>
            <p:cNvSpPr>
              <a:spLocks noChangeShapeType="1"/>
            </p:cNvSpPr>
            <p:nvPr/>
          </p:nvSpPr>
          <p:spPr bwMode="auto">
            <a:xfrm>
              <a:off x="4224" y="9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668" name="Rectangle 324"/>
          <p:cNvSpPr>
            <a:spLocks noChangeArrowheads="1"/>
          </p:cNvSpPr>
          <p:nvPr/>
        </p:nvSpPr>
        <p:spPr bwMode="auto">
          <a:xfrm>
            <a:off x="6096000" y="685800"/>
            <a:ext cx="1676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200">
              <a:latin typeface="VNI-Times" pitchFamily="2" charset="0"/>
            </a:endParaRPr>
          </a:p>
          <a:p>
            <a:pPr algn="ctr"/>
            <a:r>
              <a:rPr lang="en-US" sz="1400">
                <a:latin typeface="VNI-Times" pitchFamily="2" charset="0"/>
              </a:rPr>
              <a:t>1+</a:t>
            </a:r>
            <a:r>
              <a:rPr lang="en-US" sz="1400" b="1">
                <a:latin typeface="VNI-Times" pitchFamily="2" charset="0"/>
                <a:sym typeface="Symbol" pitchFamily="18" charset="2"/>
              </a:rPr>
              <a:t>&gt;</a:t>
            </a:r>
            <a:r>
              <a:rPr lang="en-US" sz="1400" b="1">
                <a:sym typeface="Symbol" pitchFamily="18" charset="2"/>
              </a:rPr>
              <a:t></a:t>
            </a:r>
          </a:p>
          <a:p>
            <a:pPr algn="ctr"/>
            <a:r>
              <a:rPr lang="en-US" sz="1400" b="1">
                <a:sym typeface="Symbol" pitchFamily="18" charset="2"/>
              </a:rPr>
              <a:t>giữ nguyên  </a:t>
            </a:r>
          </a:p>
          <a:p>
            <a:pPr algn="ctr"/>
            <a:endParaRPr lang="en-US" b="1">
              <a:sym typeface="Symbol" pitchFamily="18" charset="2"/>
            </a:endParaRPr>
          </a:p>
        </p:txBody>
      </p:sp>
      <p:grpSp>
        <p:nvGrpSpPr>
          <p:cNvPr id="4" name="Group 348"/>
          <p:cNvGrpSpPr>
            <a:grpSpLocks/>
          </p:cNvGrpSpPr>
          <p:nvPr/>
        </p:nvGrpSpPr>
        <p:grpSpPr bwMode="auto">
          <a:xfrm>
            <a:off x="3200400" y="304800"/>
            <a:ext cx="4495800" cy="2819400"/>
            <a:chOff x="2016" y="192"/>
            <a:chExt cx="2832" cy="1776"/>
          </a:xfrm>
        </p:grpSpPr>
        <p:sp>
          <p:nvSpPr>
            <p:cNvPr id="57682" name="Line 338"/>
            <p:cNvSpPr>
              <a:spLocks noChangeShapeType="1"/>
            </p:cNvSpPr>
            <p:nvPr/>
          </p:nvSpPr>
          <p:spPr bwMode="auto">
            <a:xfrm>
              <a:off x="2016" y="192"/>
              <a:ext cx="0" cy="72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86" name="Line 342"/>
            <p:cNvSpPr>
              <a:spLocks noChangeShapeType="1"/>
            </p:cNvSpPr>
            <p:nvPr/>
          </p:nvSpPr>
          <p:spPr bwMode="auto">
            <a:xfrm>
              <a:off x="3984" y="720"/>
              <a:ext cx="0" cy="91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87" name="Line 343"/>
            <p:cNvSpPr>
              <a:spLocks noChangeShapeType="1"/>
            </p:cNvSpPr>
            <p:nvPr/>
          </p:nvSpPr>
          <p:spPr bwMode="auto">
            <a:xfrm>
              <a:off x="4752" y="720"/>
              <a:ext cx="0" cy="124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88" name="Line 344"/>
            <p:cNvSpPr>
              <a:spLocks noChangeShapeType="1"/>
            </p:cNvSpPr>
            <p:nvPr/>
          </p:nvSpPr>
          <p:spPr bwMode="auto">
            <a:xfrm>
              <a:off x="4848" y="720"/>
              <a:ext cx="0" cy="96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90" name="Line 346"/>
            <p:cNvSpPr>
              <a:spLocks noChangeShapeType="1"/>
            </p:cNvSpPr>
            <p:nvPr/>
          </p:nvSpPr>
          <p:spPr bwMode="auto">
            <a:xfrm>
              <a:off x="2016" y="192"/>
              <a:ext cx="2448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91" name="Line 347"/>
            <p:cNvSpPr>
              <a:spLocks noChangeShapeType="1"/>
            </p:cNvSpPr>
            <p:nvPr/>
          </p:nvSpPr>
          <p:spPr bwMode="auto">
            <a:xfrm>
              <a:off x="4464" y="192"/>
              <a:ext cx="0" cy="24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701" name="Rectangle 357"/>
          <p:cNvSpPr>
            <a:spLocks noChangeArrowheads="1"/>
          </p:cNvSpPr>
          <p:nvPr/>
        </p:nvSpPr>
        <p:spPr bwMode="auto">
          <a:xfrm>
            <a:off x="6172200" y="381000"/>
            <a:ext cx="1371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VNI-Times" pitchFamily="2" charset="0"/>
              </a:rPr>
              <a:t>1+</a:t>
            </a:r>
            <a:r>
              <a:rPr lang="en-US" b="1">
                <a:sym typeface="Symbol" pitchFamily="18" charset="2"/>
              </a:rPr>
              <a:t>&gt;3</a:t>
            </a:r>
          </a:p>
          <a:p>
            <a:pPr algn="ctr"/>
            <a:r>
              <a:rPr lang="en-US"/>
              <a:t>1+</a:t>
            </a:r>
            <a:r>
              <a:rPr lang="en-US" b="1">
                <a:sym typeface="Symbol" pitchFamily="18" charset="2"/>
              </a:rPr>
              <a:t>&gt;2</a:t>
            </a:r>
          </a:p>
        </p:txBody>
      </p:sp>
      <p:grpSp>
        <p:nvGrpSpPr>
          <p:cNvPr id="5" name="Group 371"/>
          <p:cNvGrpSpPr>
            <a:grpSpLocks/>
          </p:cNvGrpSpPr>
          <p:nvPr/>
        </p:nvGrpSpPr>
        <p:grpSpPr bwMode="auto">
          <a:xfrm>
            <a:off x="3581400" y="152400"/>
            <a:ext cx="5029200" cy="2971800"/>
            <a:chOff x="2256" y="96"/>
            <a:chExt cx="3168" cy="1872"/>
          </a:xfrm>
        </p:grpSpPr>
        <p:sp>
          <p:nvSpPr>
            <p:cNvPr id="57693" name="Line 349"/>
            <p:cNvSpPr>
              <a:spLocks noChangeShapeType="1"/>
            </p:cNvSpPr>
            <p:nvPr/>
          </p:nvSpPr>
          <p:spPr bwMode="auto">
            <a:xfrm>
              <a:off x="2256" y="96"/>
              <a:ext cx="0" cy="76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95" name="Line 351"/>
            <p:cNvSpPr>
              <a:spLocks noChangeShapeType="1"/>
            </p:cNvSpPr>
            <p:nvPr/>
          </p:nvSpPr>
          <p:spPr bwMode="auto">
            <a:xfrm>
              <a:off x="2544" y="96"/>
              <a:ext cx="0" cy="76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96" name="Line 352"/>
            <p:cNvSpPr>
              <a:spLocks noChangeShapeType="1"/>
            </p:cNvSpPr>
            <p:nvPr/>
          </p:nvSpPr>
          <p:spPr bwMode="auto">
            <a:xfrm>
              <a:off x="5136" y="384"/>
              <a:ext cx="0" cy="12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97" name="Line 353"/>
            <p:cNvSpPr>
              <a:spLocks noChangeShapeType="1"/>
            </p:cNvSpPr>
            <p:nvPr/>
          </p:nvSpPr>
          <p:spPr bwMode="auto">
            <a:xfrm>
              <a:off x="5424" y="384"/>
              <a:ext cx="0" cy="12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99" name="Line 355"/>
            <p:cNvSpPr>
              <a:spLocks noChangeShapeType="1"/>
            </p:cNvSpPr>
            <p:nvPr/>
          </p:nvSpPr>
          <p:spPr bwMode="auto">
            <a:xfrm>
              <a:off x="2256" y="96"/>
              <a:ext cx="216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02" name="Line 358"/>
            <p:cNvSpPr>
              <a:spLocks noChangeShapeType="1"/>
            </p:cNvSpPr>
            <p:nvPr/>
          </p:nvSpPr>
          <p:spPr bwMode="auto">
            <a:xfrm>
              <a:off x="4416" y="96"/>
              <a:ext cx="0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03" name="Line 359"/>
            <p:cNvSpPr>
              <a:spLocks noChangeShapeType="1"/>
            </p:cNvSpPr>
            <p:nvPr/>
          </p:nvSpPr>
          <p:spPr bwMode="auto">
            <a:xfrm>
              <a:off x="4752" y="384"/>
              <a:ext cx="67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04" name="Line 360"/>
            <p:cNvSpPr>
              <a:spLocks noChangeShapeType="1"/>
            </p:cNvSpPr>
            <p:nvPr/>
          </p:nvSpPr>
          <p:spPr bwMode="auto">
            <a:xfrm>
              <a:off x="4992" y="384"/>
              <a:ext cx="0" cy="158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05" name="Line 361"/>
            <p:cNvSpPr>
              <a:spLocks noChangeShapeType="1"/>
            </p:cNvSpPr>
            <p:nvPr/>
          </p:nvSpPr>
          <p:spPr bwMode="auto">
            <a:xfrm>
              <a:off x="5280" y="384"/>
              <a:ext cx="0" cy="15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06" name="Line 362"/>
            <p:cNvSpPr>
              <a:spLocks noChangeShapeType="1"/>
            </p:cNvSpPr>
            <p:nvPr/>
          </p:nvSpPr>
          <p:spPr bwMode="auto">
            <a:xfrm>
              <a:off x="4032" y="528"/>
              <a:ext cx="0" cy="115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70"/>
          <p:cNvGrpSpPr>
            <a:grpSpLocks/>
          </p:cNvGrpSpPr>
          <p:nvPr/>
        </p:nvGrpSpPr>
        <p:grpSpPr bwMode="auto">
          <a:xfrm>
            <a:off x="2819400" y="457200"/>
            <a:ext cx="4495800" cy="2590800"/>
            <a:chOff x="1776" y="312"/>
            <a:chExt cx="2832" cy="1632"/>
          </a:xfrm>
        </p:grpSpPr>
        <p:sp>
          <p:nvSpPr>
            <p:cNvPr id="57670" name="Line 326"/>
            <p:cNvSpPr>
              <a:spLocks noChangeShapeType="1"/>
            </p:cNvSpPr>
            <p:nvPr/>
          </p:nvSpPr>
          <p:spPr bwMode="auto">
            <a:xfrm>
              <a:off x="1776" y="31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71" name="Line 327"/>
            <p:cNvSpPr>
              <a:spLocks noChangeShapeType="1"/>
            </p:cNvSpPr>
            <p:nvPr/>
          </p:nvSpPr>
          <p:spPr bwMode="auto">
            <a:xfrm>
              <a:off x="1776" y="312"/>
              <a:ext cx="2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72" name="Line 328"/>
            <p:cNvSpPr>
              <a:spLocks noChangeShapeType="1"/>
            </p:cNvSpPr>
            <p:nvPr/>
          </p:nvSpPr>
          <p:spPr bwMode="auto">
            <a:xfrm>
              <a:off x="4080" y="744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73" name="Line 329"/>
            <p:cNvSpPr>
              <a:spLocks noChangeShapeType="1"/>
            </p:cNvSpPr>
            <p:nvPr/>
          </p:nvSpPr>
          <p:spPr bwMode="auto">
            <a:xfrm>
              <a:off x="4608" y="74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74" name="Line 330"/>
            <p:cNvSpPr>
              <a:spLocks noChangeShapeType="1"/>
            </p:cNvSpPr>
            <p:nvPr/>
          </p:nvSpPr>
          <p:spPr bwMode="auto">
            <a:xfrm>
              <a:off x="4368" y="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13" name="Line 369"/>
            <p:cNvSpPr>
              <a:spLocks noChangeShapeType="1"/>
            </p:cNvSpPr>
            <p:nvPr/>
          </p:nvSpPr>
          <p:spPr bwMode="auto">
            <a:xfrm>
              <a:off x="4464" y="720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716" name="Rectangle 372"/>
          <p:cNvSpPr>
            <a:spLocks noChangeArrowheads="1"/>
          </p:cNvSpPr>
          <p:nvPr/>
        </p:nvSpPr>
        <p:spPr bwMode="auto">
          <a:xfrm>
            <a:off x="990600" y="5257800"/>
            <a:ext cx="24384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b="1"/>
              <a:t>Vì cột j toàn là </a:t>
            </a:r>
            <a:r>
              <a:rPr lang="en-US" sz="1600" b="1">
                <a:sym typeface="Symbol" pitchFamily="18" charset="2"/>
              </a:rPr>
              <a:t> hết </a:t>
            </a:r>
          </a:p>
          <a:p>
            <a:pPr algn="ctr"/>
            <a:r>
              <a:rPr lang="en-US" sz="1600" b="1">
                <a:sym typeface="Symbol" pitchFamily="18" charset="2"/>
              </a:rPr>
              <a:t>Nên ta ta chỉ </a:t>
            </a:r>
            <a:r>
              <a:rPr lang="en-US" sz="1600" b="1">
                <a:latin typeface="VNI-Times" pitchFamily="2" charset="0"/>
                <a:sym typeface="Symbol" pitchFamily="18" charset="2"/>
              </a:rPr>
              <a:t>caàn</a:t>
            </a:r>
            <a:r>
              <a:rPr lang="en-US" sz="1600" b="1">
                <a:sym typeface="Symbol" pitchFamily="18" charset="2"/>
              </a:rPr>
              <a:t> viết lại</a:t>
            </a:r>
          </a:p>
        </p:txBody>
      </p:sp>
      <p:grpSp>
        <p:nvGrpSpPr>
          <p:cNvPr id="7" name="Group 387"/>
          <p:cNvGrpSpPr>
            <a:grpSpLocks/>
          </p:cNvGrpSpPr>
          <p:nvPr/>
        </p:nvGrpSpPr>
        <p:grpSpPr bwMode="auto">
          <a:xfrm>
            <a:off x="3429000" y="2971800"/>
            <a:ext cx="2971800" cy="2743200"/>
            <a:chOff x="2160" y="1872"/>
            <a:chExt cx="1872" cy="1728"/>
          </a:xfrm>
        </p:grpSpPr>
        <p:sp>
          <p:nvSpPr>
            <p:cNvPr id="57721" name="Line 377"/>
            <p:cNvSpPr>
              <a:spLocks noChangeShapeType="1"/>
            </p:cNvSpPr>
            <p:nvPr/>
          </p:nvSpPr>
          <p:spPr bwMode="auto">
            <a:xfrm>
              <a:off x="3072" y="18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22" name="Line 378"/>
            <p:cNvSpPr>
              <a:spLocks noChangeShapeType="1"/>
            </p:cNvSpPr>
            <p:nvPr/>
          </p:nvSpPr>
          <p:spPr bwMode="auto">
            <a:xfrm>
              <a:off x="3072" y="2112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23" name="Line 379"/>
            <p:cNvSpPr>
              <a:spLocks noChangeShapeType="1"/>
            </p:cNvSpPr>
            <p:nvPr/>
          </p:nvSpPr>
          <p:spPr bwMode="auto">
            <a:xfrm>
              <a:off x="3072" y="2352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24" name="Line 380"/>
            <p:cNvSpPr>
              <a:spLocks noChangeShapeType="1"/>
            </p:cNvSpPr>
            <p:nvPr/>
          </p:nvSpPr>
          <p:spPr bwMode="auto">
            <a:xfrm>
              <a:off x="3072" y="2592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25" name="Line 381"/>
            <p:cNvSpPr>
              <a:spLocks noChangeShapeType="1"/>
            </p:cNvSpPr>
            <p:nvPr/>
          </p:nvSpPr>
          <p:spPr bwMode="auto">
            <a:xfrm>
              <a:off x="3072" y="2832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27" name="Line 383"/>
            <p:cNvSpPr>
              <a:spLocks noChangeShapeType="1"/>
            </p:cNvSpPr>
            <p:nvPr/>
          </p:nvSpPr>
          <p:spPr bwMode="auto">
            <a:xfrm>
              <a:off x="3072" y="312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28" name="Line 384"/>
            <p:cNvSpPr>
              <a:spLocks noChangeShapeType="1"/>
            </p:cNvSpPr>
            <p:nvPr/>
          </p:nvSpPr>
          <p:spPr bwMode="auto">
            <a:xfrm>
              <a:off x="3072" y="1872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29" name="Line 385"/>
            <p:cNvSpPr>
              <a:spLocks noChangeShapeType="1"/>
            </p:cNvSpPr>
            <p:nvPr/>
          </p:nvSpPr>
          <p:spPr bwMode="auto">
            <a:xfrm flipH="1">
              <a:off x="2160" y="3600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733" name="Rectangle 389"/>
          <p:cNvSpPr>
            <a:spLocks noChangeArrowheads="1"/>
          </p:cNvSpPr>
          <p:nvPr/>
        </p:nvSpPr>
        <p:spPr bwMode="auto">
          <a:xfrm>
            <a:off x="5410200" y="5562600"/>
            <a:ext cx="2286000" cy="609600"/>
          </a:xfrm>
          <a:prstGeom prst="rect">
            <a:avLst/>
          </a:prstGeom>
          <a:noFill/>
          <a:ln w="381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>
                <a:solidFill>
                  <a:srgbClr val="FF0000"/>
                </a:solidFill>
              </a:rPr>
              <a:t>Đã có L</a:t>
            </a:r>
            <a:r>
              <a:rPr lang="en-US" sz="2400" b="1" baseline="-25000">
                <a:solidFill>
                  <a:srgbClr val="FF0000"/>
                </a:solidFill>
              </a:rPr>
              <a:t>1</a:t>
            </a:r>
            <a:r>
              <a:rPr lang="en-US" sz="2400" b="1">
                <a:solidFill>
                  <a:srgbClr val="FF0000"/>
                </a:solidFill>
              </a:rPr>
              <a:t>.Tìm P</a:t>
            </a:r>
            <a:r>
              <a:rPr lang="en-US" sz="2400" b="1" baseline="-25000">
                <a:solidFill>
                  <a:srgbClr val="FF0000"/>
                </a:solidFill>
              </a:rPr>
              <a:t>1</a:t>
            </a:r>
            <a:r>
              <a:rPr lang="en-US" b="1" baseline="-25000">
                <a:solidFill>
                  <a:srgbClr val="FF0000"/>
                </a:solidFill>
              </a:rPr>
              <a:t> </a:t>
            </a:r>
          </a:p>
        </p:txBody>
      </p:sp>
      <p:grpSp>
        <p:nvGrpSpPr>
          <p:cNvPr id="8" name="Group 394"/>
          <p:cNvGrpSpPr>
            <a:grpSpLocks/>
          </p:cNvGrpSpPr>
          <p:nvPr/>
        </p:nvGrpSpPr>
        <p:grpSpPr bwMode="auto">
          <a:xfrm>
            <a:off x="4343400" y="1066800"/>
            <a:ext cx="4267200" cy="482600"/>
            <a:chOff x="384" y="3744"/>
            <a:chExt cx="2688" cy="304"/>
          </a:xfrm>
        </p:grpSpPr>
        <p:sp>
          <p:nvSpPr>
            <p:cNvPr id="57734" name="Oval 390"/>
            <p:cNvSpPr>
              <a:spLocks noChangeArrowheads="1"/>
            </p:cNvSpPr>
            <p:nvPr/>
          </p:nvSpPr>
          <p:spPr bwMode="auto">
            <a:xfrm>
              <a:off x="384" y="3744"/>
              <a:ext cx="288" cy="288"/>
            </a:xfrm>
            <a:prstGeom prst="ellipse">
              <a:avLst/>
            </a:prstGeom>
            <a:solidFill>
              <a:srgbClr val="CC00FF"/>
            </a:solidFill>
            <a:ln w="9525">
              <a:solidFill>
                <a:srgbClr val="CC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735" name="Line 391"/>
            <p:cNvSpPr>
              <a:spLocks noChangeShapeType="1"/>
            </p:cNvSpPr>
            <p:nvPr/>
          </p:nvSpPr>
          <p:spPr bwMode="auto">
            <a:xfrm flipH="1">
              <a:off x="672" y="388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36" name="Text Box 392"/>
            <p:cNvSpPr txBox="1">
              <a:spLocks noChangeArrowheads="1"/>
            </p:cNvSpPr>
            <p:nvPr/>
          </p:nvSpPr>
          <p:spPr bwMode="auto">
            <a:xfrm>
              <a:off x="1200" y="3792"/>
              <a:ext cx="1872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VNI-Times" pitchFamily="2" charset="0"/>
                </a:rPr>
                <a:t>Löu yù: Ñaõ thay ñoåi giaù trò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7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5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5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5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5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7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57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57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57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57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57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57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5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575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8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575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8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575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575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9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575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9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575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9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575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9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575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8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575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9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576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60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576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6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5" dur="500"/>
                                        <p:tgtEl>
                                          <p:spTgt spid="576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6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576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6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57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57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5" dur="500" fill="hold"/>
                                        <p:tgtEl>
                                          <p:spTgt spid="575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00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575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00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575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1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6" presetClass="exit" presetSubtype="2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125" dur="500"/>
                                        <p:tgtEl>
                                          <p:spTgt spid="576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5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9" dur="500"/>
                                        <p:tgtEl>
                                          <p:spTgt spid="57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6" presetClass="exit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1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3" dur="500"/>
                                        <p:tgtEl>
                                          <p:spTgt spid="5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6" presetClass="exit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1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161" dur="2000"/>
                                        <p:tgtEl>
                                          <p:spTgt spid="576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500"/>
                            </p:stCondLst>
                            <p:childTnLst>
                              <p:par>
                                <p:cTn id="16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6" dur="500"/>
                                        <p:tgtEl>
                                          <p:spTgt spid="5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000"/>
                            </p:stCondLst>
                            <p:childTnLst>
                              <p:par>
                                <p:cTn id="16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5" dur="500"/>
                                        <p:tgtEl>
                                          <p:spTgt spid="57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9" dur="500"/>
                                        <p:tgtEl>
                                          <p:spTgt spid="57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3" dur="1000"/>
                                        <p:tgtEl>
                                          <p:spTgt spid="57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/>
                                        <p:tgtEl>
                                          <p:spTgt spid="57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5" dur="1000"/>
                                        <p:tgtEl>
                                          <p:spTgt spid="577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8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18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3000"/>
                            </p:stCondLst>
                            <p:childTnLst>
                              <p:par>
                                <p:cTn id="19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4" dur="500"/>
                                        <p:tgtEl>
                                          <p:spTgt spid="57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3500"/>
                            </p:stCondLst>
                            <p:childTnLst>
                              <p:par>
                                <p:cTn id="19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7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7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57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57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57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57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57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57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57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57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57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57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57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57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57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57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57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57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57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57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57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57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57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57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57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57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57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57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57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57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57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57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57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57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57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57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57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57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57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57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57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57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57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500" fill="hold"/>
                                        <p:tgtEl>
                                          <p:spTgt spid="57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57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57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57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57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500" fill="hold"/>
                                        <p:tgtEl>
                                          <p:spTgt spid="57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0" dur="500" fill="hold"/>
                                        <p:tgtEl>
                                          <p:spTgt spid="57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57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500" fill="hold"/>
                                        <p:tgtEl>
                                          <p:spTgt spid="57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57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57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1" dur="500" fill="hold"/>
                                        <p:tgtEl>
                                          <p:spTgt spid="57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2" dur="500" fill="hold"/>
                                        <p:tgtEl>
                                          <p:spTgt spid="57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500" fill="hold"/>
                                        <p:tgtEl>
                                          <p:spTgt spid="57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6" dur="500" fill="hold"/>
                                        <p:tgtEl>
                                          <p:spTgt spid="57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57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57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500" fill="hold"/>
                                        <p:tgtEl>
                                          <p:spTgt spid="57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500" fill="hold"/>
                                        <p:tgtEl>
                                          <p:spTgt spid="57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8" dur="500"/>
                                        <p:tgtEl>
                                          <p:spTgt spid="577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3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3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57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1000" fill="hold"/>
                                        <p:tgtEl>
                                          <p:spTgt spid="57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2" dur="1000"/>
                                        <p:tgtEl>
                                          <p:spTgt spid="5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94" grpId="0" animBg="1"/>
      <p:bldP spid="57581" grpId="0"/>
      <p:bldP spid="57583" grpId="0"/>
      <p:bldP spid="57584" grpId="0"/>
      <p:bldP spid="57585" grpId="0"/>
      <p:bldP spid="57586" grpId="0"/>
      <p:bldP spid="57587" grpId="0"/>
      <p:bldP spid="57588" grpId="0"/>
      <p:bldP spid="57595" grpId="0"/>
      <p:bldP spid="57595" grpId="1"/>
      <p:bldP spid="57597" grpId="0"/>
      <p:bldP spid="57598" grpId="0"/>
      <p:bldP spid="57599" grpId="0"/>
      <p:bldP spid="57600" grpId="0"/>
      <p:bldP spid="57601" grpId="0"/>
      <p:bldP spid="57603" grpId="0"/>
      <p:bldP spid="57604" grpId="0"/>
      <p:bldP spid="57605" grpId="0"/>
      <p:bldP spid="57606" grpId="0"/>
      <p:bldP spid="57607" grpId="0"/>
      <p:bldP spid="57608" grpId="0"/>
      <p:bldP spid="57609" grpId="0"/>
      <p:bldP spid="57611" grpId="0"/>
      <p:bldP spid="57612" grpId="0"/>
      <p:bldP spid="57613" grpId="0"/>
      <p:bldP spid="57614" grpId="0"/>
      <p:bldP spid="57615" grpId="0"/>
      <p:bldP spid="57616" grpId="0"/>
      <p:bldP spid="57618" grpId="0"/>
      <p:bldP spid="57619" grpId="0"/>
      <p:bldP spid="57620" grpId="0"/>
      <p:bldP spid="57621" grpId="0"/>
      <p:bldP spid="57622" grpId="0"/>
      <p:bldP spid="57623" grpId="0"/>
      <p:bldP spid="57625" grpId="0"/>
      <p:bldP spid="57626" grpId="0"/>
      <p:bldP spid="57627" grpId="0"/>
      <p:bldP spid="57628" grpId="0"/>
      <p:bldP spid="57629" grpId="0"/>
      <p:bldP spid="57630" grpId="0"/>
      <p:bldP spid="57631" grpId="0"/>
      <p:bldP spid="57632" grpId="0"/>
      <p:bldP spid="57633" grpId="0"/>
      <p:bldP spid="57634" grpId="0"/>
      <p:bldP spid="57635" grpId="0"/>
      <p:bldP spid="57636" grpId="0"/>
      <p:bldP spid="57637" grpId="0"/>
      <p:bldP spid="57638" grpId="0"/>
      <p:bldP spid="57639" grpId="0"/>
      <p:bldP spid="57640" grpId="0"/>
      <p:bldP spid="57641" grpId="0"/>
      <p:bldP spid="57642" grpId="0"/>
      <p:bldP spid="57643" grpId="0"/>
      <p:bldP spid="57647" grpId="0" animBg="1"/>
      <p:bldP spid="57647" grpId="1" animBg="1"/>
      <p:bldP spid="57668" grpId="0" animBg="1"/>
      <p:bldP spid="57668" grpId="1" animBg="1"/>
      <p:bldP spid="57701" grpId="0" animBg="1"/>
      <p:bldP spid="57701" grpId="1" animBg="1"/>
      <p:bldP spid="57716" grpId="0" animBg="1"/>
      <p:bldP spid="57716" grpId="1" animBg="1"/>
      <p:bldP spid="5773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3" name="Group 5"/>
          <p:cNvGraphicFramePr>
            <a:graphicFrameLocks noGrp="1"/>
          </p:cNvGraphicFramePr>
          <p:nvPr/>
        </p:nvGraphicFramePr>
        <p:xfrm>
          <a:off x="609600" y="13716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3576" name="Rectangle 88"/>
          <p:cNvSpPr>
            <a:spLocks noChangeArrowheads="1"/>
          </p:cNvSpPr>
          <p:nvPr/>
        </p:nvSpPr>
        <p:spPr bwMode="auto">
          <a:xfrm>
            <a:off x="11430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3577" name="Rectangle 89"/>
          <p:cNvSpPr>
            <a:spLocks noChangeArrowheads="1"/>
          </p:cNvSpPr>
          <p:nvPr/>
        </p:nvSpPr>
        <p:spPr bwMode="auto">
          <a:xfrm>
            <a:off x="11430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78" name="Rectangle 90"/>
          <p:cNvSpPr>
            <a:spLocks noChangeArrowheads="1"/>
          </p:cNvSpPr>
          <p:nvPr/>
        </p:nvSpPr>
        <p:spPr bwMode="auto">
          <a:xfrm>
            <a:off x="11430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79" name="Rectangle 91"/>
          <p:cNvSpPr>
            <a:spLocks noChangeArrowheads="1"/>
          </p:cNvSpPr>
          <p:nvPr/>
        </p:nvSpPr>
        <p:spPr bwMode="auto">
          <a:xfrm>
            <a:off x="1143000" y="32766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80" name="Rectangle 92"/>
          <p:cNvSpPr>
            <a:spLocks noChangeArrowheads="1"/>
          </p:cNvSpPr>
          <p:nvPr/>
        </p:nvSpPr>
        <p:spPr bwMode="auto">
          <a:xfrm>
            <a:off x="11430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81" name="Rectangle 93"/>
          <p:cNvSpPr>
            <a:spLocks noChangeArrowheads="1"/>
          </p:cNvSpPr>
          <p:nvPr/>
        </p:nvSpPr>
        <p:spPr bwMode="auto">
          <a:xfrm>
            <a:off x="11430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63582" name="Rectangle 94"/>
          <p:cNvSpPr>
            <a:spLocks noChangeArrowheads="1"/>
          </p:cNvSpPr>
          <p:nvPr/>
        </p:nvSpPr>
        <p:spPr bwMode="auto">
          <a:xfrm>
            <a:off x="11430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63583" name="Rectangle 95"/>
          <p:cNvSpPr>
            <a:spLocks noChangeArrowheads="1"/>
          </p:cNvSpPr>
          <p:nvPr/>
        </p:nvSpPr>
        <p:spPr bwMode="auto">
          <a:xfrm>
            <a:off x="15240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63584" name="Rectangle 96"/>
          <p:cNvSpPr>
            <a:spLocks noChangeArrowheads="1"/>
          </p:cNvSpPr>
          <p:nvPr/>
        </p:nvSpPr>
        <p:spPr bwMode="auto">
          <a:xfrm>
            <a:off x="15240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3585" name="Rectangle 97"/>
          <p:cNvSpPr>
            <a:spLocks noChangeArrowheads="1"/>
          </p:cNvSpPr>
          <p:nvPr/>
        </p:nvSpPr>
        <p:spPr bwMode="auto">
          <a:xfrm>
            <a:off x="15240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86" name="Rectangle 98"/>
          <p:cNvSpPr>
            <a:spLocks noChangeArrowheads="1"/>
          </p:cNvSpPr>
          <p:nvPr/>
        </p:nvSpPr>
        <p:spPr bwMode="auto">
          <a:xfrm>
            <a:off x="15240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87" name="Rectangle 99"/>
          <p:cNvSpPr>
            <a:spLocks noChangeArrowheads="1"/>
          </p:cNvSpPr>
          <p:nvPr/>
        </p:nvSpPr>
        <p:spPr bwMode="auto">
          <a:xfrm>
            <a:off x="15240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88" name="Rectangle 100"/>
          <p:cNvSpPr>
            <a:spLocks noChangeArrowheads="1"/>
          </p:cNvSpPr>
          <p:nvPr/>
        </p:nvSpPr>
        <p:spPr bwMode="auto">
          <a:xfrm>
            <a:off x="15240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89" name="Rectangle 101"/>
          <p:cNvSpPr>
            <a:spLocks noChangeArrowheads="1"/>
          </p:cNvSpPr>
          <p:nvPr/>
        </p:nvSpPr>
        <p:spPr bwMode="auto">
          <a:xfrm>
            <a:off x="15240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90" name="Rectangle 102"/>
          <p:cNvSpPr>
            <a:spLocks noChangeArrowheads="1"/>
          </p:cNvSpPr>
          <p:nvPr/>
        </p:nvSpPr>
        <p:spPr bwMode="auto">
          <a:xfrm>
            <a:off x="19812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63591" name="Rectangle 103"/>
          <p:cNvSpPr>
            <a:spLocks noChangeArrowheads="1"/>
          </p:cNvSpPr>
          <p:nvPr/>
        </p:nvSpPr>
        <p:spPr bwMode="auto">
          <a:xfrm>
            <a:off x="19812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-4</a:t>
            </a:r>
          </a:p>
        </p:txBody>
      </p:sp>
      <p:sp>
        <p:nvSpPr>
          <p:cNvPr id="63592" name="Rectangle 104"/>
          <p:cNvSpPr>
            <a:spLocks noChangeArrowheads="1"/>
          </p:cNvSpPr>
          <p:nvPr/>
        </p:nvSpPr>
        <p:spPr bwMode="auto">
          <a:xfrm>
            <a:off x="19812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3593" name="Rectangle 105"/>
          <p:cNvSpPr>
            <a:spLocks noChangeArrowheads="1"/>
          </p:cNvSpPr>
          <p:nvPr/>
        </p:nvSpPr>
        <p:spPr bwMode="auto">
          <a:xfrm>
            <a:off x="19812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94" name="Rectangle 106"/>
          <p:cNvSpPr>
            <a:spLocks noChangeArrowheads="1"/>
          </p:cNvSpPr>
          <p:nvPr/>
        </p:nvSpPr>
        <p:spPr bwMode="auto">
          <a:xfrm>
            <a:off x="19812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95" name="Rectangle 107"/>
          <p:cNvSpPr>
            <a:spLocks noChangeArrowheads="1"/>
          </p:cNvSpPr>
          <p:nvPr/>
        </p:nvSpPr>
        <p:spPr bwMode="auto">
          <a:xfrm>
            <a:off x="19812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96" name="Rectangle 108"/>
          <p:cNvSpPr>
            <a:spLocks noChangeArrowheads="1"/>
          </p:cNvSpPr>
          <p:nvPr/>
        </p:nvSpPr>
        <p:spPr bwMode="auto">
          <a:xfrm>
            <a:off x="19812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  <a:endParaRPr lang="en-US"/>
          </a:p>
        </p:txBody>
      </p:sp>
      <p:sp>
        <p:nvSpPr>
          <p:cNvPr id="63597" name="Rectangle 109"/>
          <p:cNvSpPr>
            <a:spLocks noChangeArrowheads="1"/>
          </p:cNvSpPr>
          <p:nvPr/>
        </p:nvSpPr>
        <p:spPr bwMode="auto">
          <a:xfrm>
            <a:off x="23622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98" name="Rectangle 110"/>
          <p:cNvSpPr>
            <a:spLocks noChangeArrowheads="1"/>
          </p:cNvSpPr>
          <p:nvPr/>
        </p:nvSpPr>
        <p:spPr bwMode="auto">
          <a:xfrm>
            <a:off x="23622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99" name="Rectangle 111"/>
          <p:cNvSpPr>
            <a:spLocks noChangeArrowheads="1"/>
          </p:cNvSpPr>
          <p:nvPr/>
        </p:nvSpPr>
        <p:spPr bwMode="auto">
          <a:xfrm>
            <a:off x="23622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63600" name="Rectangle 112"/>
          <p:cNvSpPr>
            <a:spLocks noChangeArrowheads="1"/>
          </p:cNvSpPr>
          <p:nvPr/>
        </p:nvSpPr>
        <p:spPr bwMode="auto">
          <a:xfrm>
            <a:off x="23622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63601" name="Rectangle 113"/>
          <p:cNvSpPr>
            <a:spLocks noChangeArrowheads="1"/>
          </p:cNvSpPr>
          <p:nvPr/>
        </p:nvSpPr>
        <p:spPr bwMode="auto">
          <a:xfrm>
            <a:off x="23622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02" name="Rectangle 114"/>
          <p:cNvSpPr>
            <a:spLocks noChangeArrowheads="1"/>
          </p:cNvSpPr>
          <p:nvPr/>
        </p:nvSpPr>
        <p:spPr bwMode="auto">
          <a:xfrm>
            <a:off x="23622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63603" name="Rectangle 115"/>
          <p:cNvSpPr>
            <a:spLocks noChangeArrowheads="1"/>
          </p:cNvSpPr>
          <p:nvPr/>
        </p:nvSpPr>
        <p:spPr bwMode="auto">
          <a:xfrm>
            <a:off x="23622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63604" name="Rectangle 116"/>
          <p:cNvSpPr>
            <a:spLocks noChangeArrowheads="1"/>
          </p:cNvSpPr>
          <p:nvPr/>
        </p:nvSpPr>
        <p:spPr bwMode="auto">
          <a:xfrm>
            <a:off x="28194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05" name="Rectangle 117"/>
          <p:cNvSpPr>
            <a:spLocks noChangeArrowheads="1"/>
          </p:cNvSpPr>
          <p:nvPr/>
        </p:nvSpPr>
        <p:spPr bwMode="auto">
          <a:xfrm>
            <a:off x="28194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06" name="Rectangle 118"/>
          <p:cNvSpPr>
            <a:spLocks noChangeArrowheads="1"/>
          </p:cNvSpPr>
          <p:nvPr/>
        </p:nvSpPr>
        <p:spPr bwMode="auto">
          <a:xfrm>
            <a:off x="28194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07" name="Rectangle 119"/>
          <p:cNvSpPr>
            <a:spLocks noChangeArrowheads="1"/>
          </p:cNvSpPr>
          <p:nvPr/>
        </p:nvSpPr>
        <p:spPr bwMode="auto">
          <a:xfrm>
            <a:off x="28194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3608" name="Rectangle 120"/>
          <p:cNvSpPr>
            <a:spLocks noChangeArrowheads="1"/>
          </p:cNvSpPr>
          <p:nvPr/>
        </p:nvSpPr>
        <p:spPr bwMode="auto">
          <a:xfrm>
            <a:off x="28194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63609" name="Rectangle 121"/>
          <p:cNvSpPr>
            <a:spLocks noChangeArrowheads="1"/>
          </p:cNvSpPr>
          <p:nvPr/>
        </p:nvSpPr>
        <p:spPr bwMode="auto">
          <a:xfrm>
            <a:off x="28194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63610" name="Rectangle 122"/>
          <p:cNvSpPr>
            <a:spLocks noChangeArrowheads="1"/>
          </p:cNvSpPr>
          <p:nvPr/>
        </p:nvSpPr>
        <p:spPr bwMode="auto">
          <a:xfrm>
            <a:off x="28194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sp>
        <p:nvSpPr>
          <p:cNvPr id="63611" name="Rectangle 123"/>
          <p:cNvSpPr>
            <a:spLocks noChangeArrowheads="1"/>
          </p:cNvSpPr>
          <p:nvPr/>
        </p:nvSpPr>
        <p:spPr bwMode="auto">
          <a:xfrm>
            <a:off x="32004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3612" name="Rectangle 124"/>
          <p:cNvSpPr>
            <a:spLocks noChangeArrowheads="1"/>
          </p:cNvSpPr>
          <p:nvPr/>
        </p:nvSpPr>
        <p:spPr bwMode="auto">
          <a:xfrm>
            <a:off x="32004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13" name="Rectangle 125"/>
          <p:cNvSpPr>
            <a:spLocks noChangeArrowheads="1"/>
          </p:cNvSpPr>
          <p:nvPr/>
        </p:nvSpPr>
        <p:spPr bwMode="auto">
          <a:xfrm>
            <a:off x="32004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3614" name="Rectangle 126"/>
          <p:cNvSpPr>
            <a:spLocks noChangeArrowheads="1"/>
          </p:cNvSpPr>
          <p:nvPr/>
        </p:nvSpPr>
        <p:spPr bwMode="auto">
          <a:xfrm>
            <a:off x="32004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15" name="Rectangle 127"/>
          <p:cNvSpPr>
            <a:spLocks noChangeArrowheads="1"/>
          </p:cNvSpPr>
          <p:nvPr/>
        </p:nvSpPr>
        <p:spPr bwMode="auto">
          <a:xfrm>
            <a:off x="32004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16" name="Rectangle 128"/>
          <p:cNvSpPr>
            <a:spLocks noChangeArrowheads="1"/>
          </p:cNvSpPr>
          <p:nvPr/>
        </p:nvSpPr>
        <p:spPr bwMode="auto">
          <a:xfrm>
            <a:off x="32004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63617" name="Rectangle 129"/>
          <p:cNvSpPr>
            <a:spLocks noChangeArrowheads="1"/>
          </p:cNvSpPr>
          <p:nvPr/>
        </p:nvSpPr>
        <p:spPr bwMode="auto">
          <a:xfrm>
            <a:off x="32004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63618" name="Rectangle 130"/>
          <p:cNvSpPr>
            <a:spLocks noChangeArrowheads="1"/>
          </p:cNvSpPr>
          <p:nvPr/>
        </p:nvSpPr>
        <p:spPr bwMode="auto">
          <a:xfrm>
            <a:off x="36576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63619" name="Rectangle 131"/>
          <p:cNvSpPr>
            <a:spLocks noChangeArrowheads="1"/>
          </p:cNvSpPr>
          <p:nvPr/>
        </p:nvSpPr>
        <p:spPr bwMode="auto">
          <a:xfrm>
            <a:off x="36576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20" name="Rectangle 132"/>
          <p:cNvSpPr>
            <a:spLocks noChangeArrowheads="1"/>
          </p:cNvSpPr>
          <p:nvPr/>
        </p:nvSpPr>
        <p:spPr bwMode="auto">
          <a:xfrm>
            <a:off x="36576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21" name="Rectangle 133"/>
          <p:cNvSpPr>
            <a:spLocks noChangeArrowheads="1"/>
          </p:cNvSpPr>
          <p:nvPr/>
        </p:nvSpPr>
        <p:spPr bwMode="auto">
          <a:xfrm>
            <a:off x="36576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22" name="Rectangle 134"/>
          <p:cNvSpPr>
            <a:spLocks noChangeArrowheads="1"/>
          </p:cNvSpPr>
          <p:nvPr/>
        </p:nvSpPr>
        <p:spPr bwMode="auto">
          <a:xfrm>
            <a:off x="36576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23" name="Rectangle 135"/>
          <p:cNvSpPr>
            <a:spLocks noChangeArrowheads="1"/>
          </p:cNvSpPr>
          <p:nvPr/>
        </p:nvSpPr>
        <p:spPr bwMode="auto">
          <a:xfrm>
            <a:off x="36576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24" name="Rectangle 136"/>
          <p:cNvSpPr>
            <a:spLocks noChangeArrowheads="1"/>
          </p:cNvSpPr>
          <p:nvPr/>
        </p:nvSpPr>
        <p:spPr bwMode="auto">
          <a:xfrm>
            <a:off x="36576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3625" name="Rectangle 137"/>
          <p:cNvSpPr>
            <a:spLocks noChangeArrowheads="1"/>
          </p:cNvSpPr>
          <p:nvPr/>
        </p:nvSpPr>
        <p:spPr bwMode="auto">
          <a:xfrm>
            <a:off x="228600" y="1752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3626" name="Rectangle 138"/>
          <p:cNvSpPr>
            <a:spLocks noChangeArrowheads="1"/>
          </p:cNvSpPr>
          <p:nvPr/>
        </p:nvSpPr>
        <p:spPr bwMode="auto">
          <a:xfrm>
            <a:off x="228600" y="2209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3627" name="Rectangle 139"/>
          <p:cNvSpPr>
            <a:spLocks noChangeArrowheads="1"/>
          </p:cNvSpPr>
          <p:nvPr/>
        </p:nvSpPr>
        <p:spPr bwMode="auto">
          <a:xfrm>
            <a:off x="228600" y="2590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3628" name="Rectangle 140"/>
          <p:cNvSpPr>
            <a:spLocks noChangeArrowheads="1"/>
          </p:cNvSpPr>
          <p:nvPr/>
        </p:nvSpPr>
        <p:spPr bwMode="auto">
          <a:xfrm>
            <a:off x="228600" y="2971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3629" name="Rectangle 141"/>
          <p:cNvSpPr>
            <a:spLocks noChangeArrowheads="1"/>
          </p:cNvSpPr>
          <p:nvPr/>
        </p:nvSpPr>
        <p:spPr bwMode="auto">
          <a:xfrm>
            <a:off x="228600" y="3352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3630" name="Rectangle 142"/>
          <p:cNvSpPr>
            <a:spLocks noChangeArrowheads="1"/>
          </p:cNvSpPr>
          <p:nvPr/>
        </p:nvSpPr>
        <p:spPr bwMode="auto">
          <a:xfrm>
            <a:off x="228600" y="3733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3631" name="Rectangle 143"/>
          <p:cNvSpPr>
            <a:spLocks noChangeArrowheads="1"/>
          </p:cNvSpPr>
          <p:nvPr/>
        </p:nvSpPr>
        <p:spPr bwMode="auto">
          <a:xfrm>
            <a:off x="228600" y="4114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3632" name="Rectangle 144"/>
          <p:cNvSpPr>
            <a:spLocks noChangeArrowheads="1"/>
          </p:cNvSpPr>
          <p:nvPr/>
        </p:nvSpPr>
        <p:spPr bwMode="auto">
          <a:xfrm>
            <a:off x="1219200" y="1066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3633" name="Rectangle 145"/>
          <p:cNvSpPr>
            <a:spLocks noChangeArrowheads="1"/>
          </p:cNvSpPr>
          <p:nvPr/>
        </p:nvSpPr>
        <p:spPr bwMode="auto">
          <a:xfrm>
            <a:off x="1676400" y="1066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3634" name="Rectangle 146"/>
          <p:cNvSpPr>
            <a:spLocks noChangeArrowheads="1"/>
          </p:cNvSpPr>
          <p:nvPr/>
        </p:nvSpPr>
        <p:spPr bwMode="auto">
          <a:xfrm>
            <a:off x="2057400" y="1066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3635" name="Rectangle 147"/>
          <p:cNvSpPr>
            <a:spLocks noChangeArrowheads="1"/>
          </p:cNvSpPr>
          <p:nvPr/>
        </p:nvSpPr>
        <p:spPr bwMode="auto">
          <a:xfrm>
            <a:off x="2514600" y="1066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3636" name="Rectangle 148"/>
          <p:cNvSpPr>
            <a:spLocks noChangeArrowheads="1"/>
          </p:cNvSpPr>
          <p:nvPr/>
        </p:nvSpPr>
        <p:spPr bwMode="auto">
          <a:xfrm>
            <a:off x="2971800" y="1066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3637" name="Rectangle 149"/>
          <p:cNvSpPr>
            <a:spLocks noChangeArrowheads="1"/>
          </p:cNvSpPr>
          <p:nvPr/>
        </p:nvSpPr>
        <p:spPr bwMode="auto">
          <a:xfrm>
            <a:off x="3352800" y="1066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3638" name="Rectangle 150"/>
          <p:cNvSpPr>
            <a:spLocks noChangeArrowheads="1"/>
          </p:cNvSpPr>
          <p:nvPr/>
        </p:nvSpPr>
        <p:spPr bwMode="auto">
          <a:xfrm>
            <a:off x="3810000" y="1066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graphicFrame>
        <p:nvGraphicFramePr>
          <p:cNvPr id="63639" name="Group 151"/>
          <p:cNvGraphicFramePr>
            <a:graphicFrameLocks noGrp="1"/>
          </p:cNvGraphicFramePr>
          <p:nvPr/>
        </p:nvGraphicFramePr>
        <p:xfrm>
          <a:off x="5486400" y="13716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3724" name="Rectangle 236"/>
          <p:cNvSpPr>
            <a:spLocks noChangeArrowheads="1"/>
          </p:cNvSpPr>
          <p:nvPr/>
        </p:nvSpPr>
        <p:spPr bwMode="auto">
          <a:xfrm>
            <a:off x="60198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731" name="Rectangle 243"/>
          <p:cNvSpPr>
            <a:spLocks noChangeArrowheads="1"/>
          </p:cNvSpPr>
          <p:nvPr/>
        </p:nvSpPr>
        <p:spPr bwMode="auto">
          <a:xfrm>
            <a:off x="64008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736" name="Rectangle 248"/>
          <p:cNvSpPr>
            <a:spLocks noChangeArrowheads="1"/>
          </p:cNvSpPr>
          <p:nvPr/>
        </p:nvSpPr>
        <p:spPr bwMode="auto">
          <a:xfrm>
            <a:off x="68580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63737" name="Rectangle 249"/>
          <p:cNvSpPr>
            <a:spLocks noChangeArrowheads="1"/>
          </p:cNvSpPr>
          <p:nvPr/>
        </p:nvSpPr>
        <p:spPr bwMode="auto">
          <a:xfrm>
            <a:off x="68580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-4</a:t>
            </a:r>
          </a:p>
        </p:txBody>
      </p:sp>
      <p:sp>
        <p:nvSpPr>
          <p:cNvPr id="63738" name="Rectangle 250"/>
          <p:cNvSpPr>
            <a:spLocks noChangeArrowheads="1"/>
          </p:cNvSpPr>
          <p:nvPr/>
        </p:nvSpPr>
        <p:spPr bwMode="auto">
          <a:xfrm>
            <a:off x="68580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3739" name="Rectangle 251"/>
          <p:cNvSpPr>
            <a:spLocks noChangeArrowheads="1"/>
          </p:cNvSpPr>
          <p:nvPr/>
        </p:nvSpPr>
        <p:spPr bwMode="auto">
          <a:xfrm>
            <a:off x="68580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740" name="Rectangle 252"/>
          <p:cNvSpPr>
            <a:spLocks noChangeArrowheads="1"/>
          </p:cNvSpPr>
          <p:nvPr/>
        </p:nvSpPr>
        <p:spPr bwMode="auto">
          <a:xfrm>
            <a:off x="68580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741" name="Rectangle 253"/>
          <p:cNvSpPr>
            <a:spLocks noChangeArrowheads="1"/>
          </p:cNvSpPr>
          <p:nvPr/>
        </p:nvSpPr>
        <p:spPr bwMode="auto">
          <a:xfrm>
            <a:off x="68580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742" name="Rectangle 254"/>
          <p:cNvSpPr>
            <a:spLocks noChangeArrowheads="1"/>
          </p:cNvSpPr>
          <p:nvPr/>
        </p:nvSpPr>
        <p:spPr bwMode="auto">
          <a:xfrm>
            <a:off x="68580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  <a:endParaRPr lang="en-US"/>
          </a:p>
        </p:txBody>
      </p:sp>
      <p:sp>
        <p:nvSpPr>
          <p:cNvPr id="63743" name="Rectangle 255"/>
          <p:cNvSpPr>
            <a:spLocks noChangeArrowheads="1"/>
          </p:cNvSpPr>
          <p:nvPr/>
        </p:nvSpPr>
        <p:spPr bwMode="auto">
          <a:xfrm>
            <a:off x="72390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4</a:t>
            </a:r>
          </a:p>
        </p:txBody>
      </p:sp>
      <p:sp>
        <p:nvSpPr>
          <p:cNvPr id="63744" name="Rectangle 256"/>
          <p:cNvSpPr>
            <a:spLocks noChangeArrowheads="1"/>
          </p:cNvSpPr>
          <p:nvPr/>
        </p:nvSpPr>
        <p:spPr bwMode="auto">
          <a:xfrm>
            <a:off x="72390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5</a:t>
            </a:r>
          </a:p>
        </p:txBody>
      </p:sp>
      <p:sp>
        <p:nvSpPr>
          <p:cNvPr id="63745" name="Rectangle 257"/>
          <p:cNvSpPr>
            <a:spLocks noChangeArrowheads="1"/>
          </p:cNvSpPr>
          <p:nvPr/>
        </p:nvSpPr>
        <p:spPr bwMode="auto">
          <a:xfrm>
            <a:off x="72390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63752" name="Rectangle 264"/>
          <p:cNvSpPr>
            <a:spLocks noChangeArrowheads="1"/>
          </p:cNvSpPr>
          <p:nvPr/>
        </p:nvSpPr>
        <p:spPr bwMode="auto">
          <a:xfrm>
            <a:off x="76962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757" name="Rectangle 269"/>
          <p:cNvSpPr>
            <a:spLocks noChangeArrowheads="1"/>
          </p:cNvSpPr>
          <p:nvPr/>
        </p:nvSpPr>
        <p:spPr bwMode="auto">
          <a:xfrm>
            <a:off x="80772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0</a:t>
            </a:r>
          </a:p>
        </p:txBody>
      </p:sp>
      <p:sp>
        <p:nvSpPr>
          <p:cNvPr id="63758" name="Rectangle 270"/>
          <p:cNvSpPr>
            <a:spLocks noChangeArrowheads="1"/>
          </p:cNvSpPr>
          <p:nvPr/>
        </p:nvSpPr>
        <p:spPr bwMode="auto">
          <a:xfrm>
            <a:off x="80772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-1</a:t>
            </a:r>
          </a:p>
        </p:txBody>
      </p:sp>
      <p:sp>
        <p:nvSpPr>
          <p:cNvPr id="63759" name="Rectangle 271"/>
          <p:cNvSpPr>
            <a:spLocks noChangeArrowheads="1"/>
          </p:cNvSpPr>
          <p:nvPr/>
        </p:nvSpPr>
        <p:spPr bwMode="auto">
          <a:xfrm>
            <a:off x="80772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3766" name="Rectangle 278"/>
          <p:cNvSpPr>
            <a:spLocks noChangeArrowheads="1"/>
          </p:cNvSpPr>
          <p:nvPr/>
        </p:nvSpPr>
        <p:spPr bwMode="auto">
          <a:xfrm>
            <a:off x="85344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763" name="Rectangle 275"/>
          <p:cNvSpPr>
            <a:spLocks noChangeArrowheads="1"/>
          </p:cNvSpPr>
          <p:nvPr/>
        </p:nvSpPr>
        <p:spPr bwMode="auto">
          <a:xfrm>
            <a:off x="80772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4</a:t>
            </a:r>
          </a:p>
        </p:txBody>
      </p:sp>
      <p:grpSp>
        <p:nvGrpSpPr>
          <p:cNvPr id="2" name="Group 365"/>
          <p:cNvGrpSpPr>
            <a:grpSpLocks/>
          </p:cNvGrpSpPr>
          <p:nvPr/>
        </p:nvGrpSpPr>
        <p:grpSpPr bwMode="auto">
          <a:xfrm>
            <a:off x="6019800" y="1828800"/>
            <a:ext cx="2895600" cy="2667000"/>
            <a:chOff x="3792" y="1152"/>
            <a:chExt cx="1824" cy="1680"/>
          </a:xfrm>
        </p:grpSpPr>
        <p:sp>
          <p:nvSpPr>
            <p:cNvPr id="63722" name="Rectangle 234"/>
            <p:cNvSpPr>
              <a:spLocks noChangeArrowheads="1"/>
            </p:cNvSpPr>
            <p:nvPr/>
          </p:nvSpPr>
          <p:spPr bwMode="auto">
            <a:xfrm>
              <a:off x="3792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3723" name="Rectangle 235"/>
            <p:cNvSpPr>
              <a:spLocks noChangeArrowheads="1"/>
            </p:cNvSpPr>
            <p:nvPr/>
          </p:nvSpPr>
          <p:spPr bwMode="auto">
            <a:xfrm>
              <a:off x="3792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25" name="Rectangle 237"/>
            <p:cNvSpPr>
              <a:spLocks noChangeArrowheads="1"/>
            </p:cNvSpPr>
            <p:nvPr/>
          </p:nvSpPr>
          <p:spPr bwMode="auto">
            <a:xfrm>
              <a:off x="3792" y="2064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26" name="Rectangle 238"/>
            <p:cNvSpPr>
              <a:spLocks noChangeArrowheads="1"/>
            </p:cNvSpPr>
            <p:nvPr/>
          </p:nvSpPr>
          <p:spPr bwMode="auto">
            <a:xfrm>
              <a:off x="3792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27" name="Rectangle 239"/>
            <p:cNvSpPr>
              <a:spLocks noChangeArrowheads="1"/>
            </p:cNvSpPr>
            <p:nvPr/>
          </p:nvSpPr>
          <p:spPr bwMode="auto">
            <a:xfrm>
              <a:off x="3792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63728" name="Rectangle 240"/>
            <p:cNvSpPr>
              <a:spLocks noChangeArrowheads="1"/>
            </p:cNvSpPr>
            <p:nvPr/>
          </p:nvSpPr>
          <p:spPr bwMode="auto">
            <a:xfrm>
              <a:off x="3792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63729" name="Rectangle 241"/>
            <p:cNvSpPr>
              <a:spLocks noChangeArrowheads="1"/>
            </p:cNvSpPr>
            <p:nvPr/>
          </p:nvSpPr>
          <p:spPr bwMode="auto">
            <a:xfrm>
              <a:off x="4032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63730" name="Rectangle 242"/>
            <p:cNvSpPr>
              <a:spLocks noChangeArrowheads="1"/>
            </p:cNvSpPr>
            <p:nvPr/>
          </p:nvSpPr>
          <p:spPr bwMode="auto">
            <a:xfrm>
              <a:off x="4032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3732" name="Rectangle 244"/>
            <p:cNvSpPr>
              <a:spLocks noChangeArrowheads="1"/>
            </p:cNvSpPr>
            <p:nvPr/>
          </p:nvSpPr>
          <p:spPr bwMode="auto">
            <a:xfrm>
              <a:off x="4032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33" name="Rectangle 245"/>
            <p:cNvSpPr>
              <a:spLocks noChangeArrowheads="1"/>
            </p:cNvSpPr>
            <p:nvPr/>
          </p:nvSpPr>
          <p:spPr bwMode="auto">
            <a:xfrm>
              <a:off x="4032" y="21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34" name="Rectangle 246"/>
            <p:cNvSpPr>
              <a:spLocks noChangeArrowheads="1"/>
            </p:cNvSpPr>
            <p:nvPr/>
          </p:nvSpPr>
          <p:spPr bwMode="auto">
            <a:xfrm>
              <a:off x="4032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35" name="Rectangle 247"/>
            <p:cNvSpPr>
              <a:spLocks noChangeArrowheads="1"/>
            </p:cNvSpPr>
            <p:nvPr/>
          </p:nvSpPr>
          <p:spPr bwMode="auto">
            <a:xfrm>
              <a:off x="4032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46" name="Rectangle 258"/>
            <p:cNvSpPr>
              <a:spLocks noChangeArrowheads="1"/>
            </p:cNvSpPr>
            <p:nvPr/>
          </p:nvSpPr>
          <p:spPr bwMode="auto">
            <a:xfrm>
              <a:off x="4560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3747" name="Rectangle 259"/>
            <p:cNvSpPr>
              <a:spLocks noChangeArrowheads="1"/>
            </p:cNvSpPr>
            <p:nvPr/>
          </p:nvSpPr>
          <p:spPr bwMode="auto">
            <a:xfrm>
              <a:off x="4560" y="21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48" name="Rectangle 260"/>
            <p:cNvSpPr>
              <a:spLocks noChangeArrowheads="1"/>
            </p:cNvSpPr>
            <p:nvPr/>
          </p:nvSpPr>
          <p:spPr bwMode="auto">
            <a:xfrm>
              <a:off x="4560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63749" name="Rectangle 261"/>
            <p:cNvSpPr>
              <a:spLocks noChangeArrowheads="1"/>
            </p:cNvSpPr>
            <p:nvPr/>
          </p:nvSpPr>
          <p:spPr bwMode="auto">
            <a:xfrm>
              <a:off x="4560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63750" name="Rectangle 262"/>
            <p:cNvSpPr>
              <a:spLocks noChangeArrowheads="1"/>
            </p:cNvSpPr>
            <p:nvPr/>
          </p:nvSpPr>
          <p:spPr bwMode="auto">
            <a:xfrm>
              <a:off x="4848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51" name="Rectangle 263"/>
            <p:cNvSpPr>
              <a:spLocks noChangeArrowheads="1"/>
            </p:cNvSpPr>
            <p:nvPr/>
          </p:nvSpPr>
          <p:spPr bwMode="auto">
            <a:xfrm>
              <a:off x="484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53" name="Rectangle 265"/>
            <p:cNvSpPr>
              <a:spLocks noChangeArrowheads="1"/>
            </p:cNvSpPr>
            <p:nvPr/>
          </p:nvSpPr>
          <p:spPr bwMode="auto">
            <a:xfrm>
              <a:off x="4848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63754" name="Rectangle 266"/>
            <p:cNvSpPr>
              <a:spLocks noChangeArrowheads="1"/>
            </p:cNvSpPr>
            <p:nvPr/>
          </p:nvSpPr>
          <p:spPr bwMode="auto">
            <a:xfrm>
              <a:off x="4848" y="21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3755" name="Rectangle 267"/>
            <p:cNvSpPr>
              <a:spLocks noChangeArrowheads="1"/>
            </p:cNvSpPr>
            <p:nvPr/>
          </p:nvSpPr>
          <p:spPr bwMode="auto">
            <a:xfrm>
              <a:off x="484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63756" name="Rectangle 268"/>
            <p:cNvSpPr>
              <a:spLocks noChangeArrowheads="1"/>
            </p:cNvSpPr>
            <p:nvPr/>
          </p:nvSpPr>
          <p:spPr bwMode="auto">
            <a:xfrm>
              <a:off x="4848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-6</a:t>
              </a:r>
            </a:p>
          </p:txBody>
        </p:sp>
        <p:sp>
          <p:nvSpPr>
            <p:cNvPr id="63760" name="Rectangle 272"/>
            <p:cNvSpPr>
              <a:spLocks noChangeArrowheads="1"/>
            </p:cNvSpPr>
            <p:nvPr/>
          </p:nvSpPr>
          <p:spPr bwMode="auto">
            <a:xfrm>
              <a:off x="5088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61" name="Rectangle 273"/>
            <p:cNvSpPr>
              <a:spLocks noChangeArrowheads="1"/>
            </p:cNvSpPr>
            <p:nvPr/>
          </p:nvSpPr>
          <p:spPr bwMode="auto">
            <a:xfrm>
              <a:off x="5088" y="21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62" name="Rectangle 274"/>
            <p:cNvSpPr>
              <a:spLocks noChangeArrowheads="1"/>
            </p:cNvSpPr>
            <p:nvPr/>
          </p:nvSpPr>
          <p:spPr bwMode="auto">
            <a:xfrm>
              <a:off x="508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3764" name="Rectangle 276"/>
            <p:cNvSpPr>
              <a:spLocks noChangeArrowheads="1"/>
            </p:cNvSpPr>
            <p:nvPr/>
          </p:nvSpPr>
          <p:spPr bwMode="auto">
            <a:xfrm>
              <a:off x="5376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63765" name="Rectangle 277"/>
            <p:cNvSpPr>
              <a:spLocks noChangeArrowheads="1"/>
            </p:cNvSpPr>
            <p:nvPr/>
          </p:nvSpPr>
          <p:spPr bwMode="auto">
            <a:xfrm>
              <a:off x="5376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67" name="Rectangle 279"/>
            <p:cNvSpPr>
              <a:spLocks noChangeArrowheads="1"/>
            </p:cNvSpPr>
            <p:nvPr/>
          </p:nvSpPr>
          <p:spPr bwMode="auto">
            <a:xfrm>
              <a:off x="5376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68" name="Rectangle 280"/>
            <p:cNvSpPr>
              <a:spLocks noChangeArrowheads="1"/>
            </p:cNvSpPr>
            <p:nvPr/>
          </p:nvSpPr>
          <p:spPr bwMode="auto">
            <a:xfrm>
              <a:off x="5376" y="21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69" name="Rectangle 281"/>
            <p:cNvSpPr>
              <a:spLocks noChangeArrowheads="1"/>
            </p:cNvSpPr>
            <p:nvPr/>
          </p:nvSpPr>
          <p:spPr bwMode="auto">
            <a:xfrm>
              <a:off x="537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70" name="Rectangle 282"/>
            <p:cNvSpPr>
              <a:spLocks noChangeArrowheads="1"/>
            </p:cNvSpPr>
            <p:nvPr/>
          </p:nvSpPr>
          <p:spPr bwMode="auto">
            <a:xfrm>
              <a:off x="5376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3" name="Group 293"/>
          <p:cNvGrpSpPr>
            <a:grpSpLocks/>
          </p:cNvGrpSpPr>
          <p:nvPr/>
        </p:nvGrpSpPr>
        <p:grpSpPr bwMode="auto">
          <a:xfrm>
            <a:off x="1066800" y="1676400"/>
            <a:ext cx="2971800" cy="2819400"/>
            <a:chOff x="672" y="1056"/>
            <a:chExt cx="1872" cy="1776"/>
          </a:xfrm>
        </p:grpSpPr>
        <p:sp>
          <p:nvSpPr>
            <p:cNvPr id="63779" name="Line 291"/>
            <p:cNvSpPr>
              <a:spLocks noChangeShapeType="1"/>
            </p:cNvSpPr>
            <p:nvPr/>
          </p:nvSpPr>
          <p:spPr bwMode="auto">
            <a:xfrm>
              <a:off x="1440" y="1056"/>
              <a:ext cx="0" cy="17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780" name="Line 292"/>
            <p:cNvSpPr>
              <a:spLocks noChangeShapeType="1"/>
            </p:cNvSpPr>
            <p:nvPr/>
          </p:nvSpPr>
          <p:spPr bwMode="auto">
            <a:xfrm>
              <a:off x="672" y="1824"/>
              <a:ext cx="1872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301"/>
          <p:cNvGrpSpPr>
            <a:grpSpLocks/>
          </p:cNvGrpSpPr>
          <p:nvPr/>
        </p:nvGrpSpPr>
        <p:grpSpPr bwMode="auto">
          <a:xfrm>
            <a:off x="5105400" y="990600"/>
            <a:ext cx="3733800" cy="3505200"/>
            <a:chOff x="3216" y="624"/>
            <a:chExt cx="2352" cy="2208"/>
          </a:xfrm>
        </p:grpSpPr>
        <p:sp>
          <p:nvSpPr>
            <p:cNvPr id="63771" name="Rectangle 283"/>
            <p:cNvSpPr>
              <a:spLocks noChangeArrowheads="1"/>
            </p:cNvSpPr>
            <p:nvPr/>
          </p:nvSpPr>
          <p:spPr bwMode="auto">
            <a:xfrm>
              <a:off x="3216" y="11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3772" name="Rectangle 284"/>
            <p:cNvSpPr>
              <a:spLocks noChangeArrowheads="1"/>
            </p:cNvSpPr>
            <p:nvPr/>
          </p:nvSpPr>
          <p:spPr bwMode="auto">
            <a:xfrm>
              <a:off x="3216" y="13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3773" name="Rectangle 285"/>
            <p:cNvSpPr>
              <a:spLocks noChangeArrowheads="1"/>
            </p:cNvSpPr>
            <p:nvPr/>
          </p:nvSpPr>
          <p:spPr bwMode="auto">
            <a:xfrm>
              <a:off x="3216" y="163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3774" name="Rectangle 286"/>
            <p:cNvSpPr>
              <a:spLocks noChangeArrowheads="1"/>
            </p:cNvSpPr>
            <p:nvPr/>
          </p:nvSpPr>
          <p:spPr bwMode="auto">
            <a:xfrm>
              <a:off x="3216" y="187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3775" name="Rectangle 287"/>
            <p:cNvSpPr>
              <a:spLocks noChangeArrowheads="1"/>
            </p:cNvSpPr>
            <p:nvPr/>
          </p:nvSpPr>
          <p:spPr bwMode="auto">
            <a:xfrm>
              <a:off x="3216" y="211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3776" name="Rectangle 288"/>
            <p:cNvSpPr>
              <a:spLocks noChangeArrowheads="1"/>
            </p:cNvSpPr>
            <p:nvPr/>
          </p:nvSpPr>
          <p:spPr bwMode="auto">
            <a:xfrm>
              <a:off x="3216" y="235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3777" name="Rectangle 289"/>
            <p:cNvSpPr>
              <a:spLocks noChangeArrowheads="1"/>
            </p:cNvSpPr>
            <p:nvPr/>
          </p:nvSpPr>
          <p:spPr bwMode="auto">
            <a:xfrm>
              <a:off x="3216" y="25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3782" name="Rectangle 294"/>
            <p:cNvSpPr>
              <a:spLocks noChangeArrowheads="1"/>
            </p:cNvSpPr>
            <p:nvPr/>
          </p:nvSpPr>
          <p:spPr bwMode="auto">
            <a:xfrm>
              <a:off x="3792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3783" name="Rectangle 295"/>
            <p:cNvSpPr>
              <a:spLocks noChangeArrowheads="1"/>
            </p:cNvSpPr>
            <p:nvPr/>
          </p:nvSpPr>
          <p:spPr bwMode="auto">
            <a:xfrm>
              <a:off x="408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3784" name="Rectangle 296"/>
            <p:cNvSpPr>
              <a:spLocks noChangeArrowheads="1"/>
            </p:cNvSpPr>
            <p:nvPr/>
          </p:nvSpPr>
          <p:spPr bwMode="auto">
            <a:xfrm>
              <a:off x="432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3785" name="Rectangle 297"/>
            <p:cNvSpPr>
              <a:spLocks noChangeArrowheads="1"/>
            </p:cNvSpPr>
            <p:nvPr/>
          </p:nvSpPr>
          <p:spPr bwMode="auto">
            <a:xfrm>
              <a:off x="4608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3786" name="Rectangle 298"/>
            <p:cNvSpPr>
              <a:spLocks noChangeArrowheads="1"/>
            </p:cNvSpPr>
            <p:nvPr/>
          </p:nvSpPr>
          <p:spPr bwMode="auto">
            <a:xfrm>
              <a:off x="489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3787" name="Rectangle 299"/>
            <p:cNvSpPr>
              <a:spLocks noChangeArrowheads="1"/>
            </p:cNvSpPr>
            <p:nvPr/>
          </p:nvSpPr>
          <p:spPr bwMode="auto">
            <a:xfrm>
              <a:off x="513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3788" name="Rectangle 300"/>
            <p:cNvSpPr>
              <a:spLocks noChangeArrowheads="1"/>
            </p:cNvSpPr>
            <p:nvPr/>
          </p:nvSpPr>
          <p:spPr bwMode="auto">
            <a:xfrm>
              <a:off x="5424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grpSp>
        <p:nvGrpSpPr>
          <p:cNvPr id="5" name="Group 319"/>
          <p:cNvGrpSpPr>
            <a:grpSpLocks/>
          </p:cNvGrpSpPr>
          <p:nvPr/>
        </p:nvGrpSpPr>
        <p:grpSpPr bwMode="auto">
          <a:xfrm>
            <a:off x="3581400" y="228600"/>
            <a:ext cx="4953000" cy="2514600"/>
            <a:chOff x="2256" y="144"/>
            <a:chExt cx="3120" cy="1584"/>
          </a:xfrm>
        </p:grpSpPr>
        <p:sp>
          <p:nvSpPr>
            <p:cNvPr id="63794" name="Rectangle 306"/>
            <p:cNvSpPr>
              <a:spLocks noChangeArrowheads="1"/>
            </p:cNvSpPr>
            <p:nvPr/>
          </p:nvSpPr>
          <p:spPr bwMode="auto">
            <a:xfrm>
              <a:off x="4800" y="144"/>
              <a:ext cx="576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-3+3&lt; 3</a:t>
              </a:r>
              <a:endParaRPr lang="en-US" b="1">
                <a:sym typeface="Symbol" pitchFamily="18" charset="2"/>
              </a:endParaRPr>
            </a:p>
          </p:txBody>
        </p:sp>
        <p:sp>
          <p:nvSpPr>
            <p:cNvPr id="63796" name="Line 308"/>
            <p:cNvSpPr>
              <a:spLocks noChangeShapeType="1"/>
            </p:cNvSpPr>
            <p:nvPr/>
          </p:nvSpPr>
          <p:spPr bwMode="auto">
            <a:xfrm>
              <a:off x="5280" y="384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797" name="Line 309"/>
            <p:cNvSpPr>
              <a:spLocks noChangeShapeType="1"/>
            </p:cNvSpPr>
            <p:nvPr/>
          </p:nvSpPr>
          <p:spPr bwMode="auto">
            <a:xfrm>
              <a:off x="4464" y="62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798" name="Line 310"/>
            <p:cNvSpPr>
              <a:spLocks noChangeShapeType="1"/>
            </p:cNvSpPr>
            <p:nvPr/>
          </p:nvSpPr>
          <p:spPr bwMode="auto">
            <a:xfrm>
              <a:off x="4464" y="62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799" name="Line 311"/>
            <p:cNvSpPr>
              <a:spLocks noChangeShapeType="1"/>
            </p:cNvSpPr>
            <p:nvPr/>
          </p:nvSpPr>
          <p:spPr bwMode="auto">
            <a:xfrm>
              <a:off x="2256" y="62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00" name="Line 312"/>
            <p:cNvSpPr>
              <a:spLocks noChangeShapeType="1"/>
            </p:cNvSpPr>
            <p:nvPr/>
          </p:nvSpPr>
          <p:spPr bwMode="auto">
            <a:xfrm>
              <a:off x="2256" y="624"/>
              <a:ext cx="2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06" name="Line 318"/>
            <p:cNvSpPr>
              <a:spLocks noChangeShapeType="1"/>
            </p:cNvSpPr>
            <p:nvPr/>
          </p:nvSpPr>
          <p:spPr bwMode="auto">
            <a:xfrm>
              <a:off x="5136" y="62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6"/>
          <p:cNvGrpSpPr>
            <a:grpSpLocks/>
          </p:cNvGrpSpPr>
          <p:nvPr/>
        </p:nvGrpSpPr>
        <p:grpSpPr bwMode="auto">
          <a:xfrm>
            <a:off x="3276600" y="228600"/>
            <a:ext cx="5029200" cy="2438400"/>
            <a:chOff x="2064" y="144"/>
            <a:chExt cx="3168" cy="1536"/>
          </a:xfrm>
        </p:grpSpPr>
        <p:sp>
          <p:nvSpPr>
            <p:cNvPr id="63810" name="Line 322"/>
            <p:cNvSpPr>
              <a:spLocks noChangeShapeType="1"/>
            </p:cNvSpPr>
            <p:nvPr/>
          </p:nvSpPr>
          <p:spPr bwMode="auto">
            <a:xfrm>
              <a:off x="5232" y="528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793" name="Rectangle 305"/>
            <p:cNvSpPr>
              <a:spLocks noChangeArrowheads="1"/>
            </p:cNvSpPr>
            <p:nvPr/>
          </p:nvSpPr>
          <p:spPr bwMode="auto">
            <a:xfrm>
              <a:off x="3984" y="144"/>
              <a:ext cx="576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-4+3&lt; </a:t>
              </a:r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808" name="Line 320"/>
            <p:cNvSpPr>
              <a:spLocks noChangeShapeType="1"/>
            </p:cNvSpPr>
            <p:nvPr/>
          </p:nvSpPr>
          <p:spPr bwMode="auto">
            <a:xfrm>
              <a:off x="2064" y="528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09" name="Line 321"/>
            <p:cNvSpPr>
              <a:spLocks noChangeShapeType="1"/>
            </p:cNvSpPr>
            <p:nvPr/>
          </p:nvSpPr>
          <p:spPr bwMode="auto">
            <a:xfrm>
              <a:off x="4368" y="384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11" name="Line 323"/>
            <p:cNvSpPr>
              <a:spLocks noChangeShapeType="1"/>
            </p:cNvSpPr>
            <p:nvPr/>
          </p:nvSpPr>
          <p:spPr bwMode="auto">
            <a:xfrm>
              <a:off x="5136" y="52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12" name="Line 324"/>
            <p:cNvSpPr>
              <a:spLocks noChangeShapeType="1"/>
            </p:cNvSpPr>
            <p:nvPr/>
          </p:nvSpPr>
          <p:spPr bwMode="auto">
            <a:xfrm>
              <a:off x="2064" y="528"/>
              <a:ext cx="31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36"/>
          <p:cNvGrpSpPr>
            <a:grpSpLocks/>
          </p:cNvGrpSpPr>
          <p:nvPr/>
        </p:nvGrpSpPr>
        <p:grpSpPr bwMode="auto">
          <a:xfrm>
            <a:off x="2667000" y="228600"/>
            <a:ext cx="4724400" cy="2438400"/>
            <a:chOff x="1680" y="144"/>
            <a:chExt cx="2976" cy="1536"/>
          </a:xfrm>
        </p:grpSpPr>
        <p:sp>
          <p:nvSpPr>
            <p:cNvPr id="63816" name="Line 328"/>
            <p:cNvSpPr>
              <a:spLocks noChangeShapeType="1"/>
            </p:cNvSpPr>
            <p:nvPr/>
          </p:nvSpPr>
          <p:spPr bwMode="auto">
            <a:xfrm>
              <a:off x="3072" y="1680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790" name="Rectangle 302"/>
            <p:cNvSpPr>
              <a:spLocks noChangeArrowheads="1"/>
            </p:cNvSpPr>
            <p:nvPr/>
          </p:nvSpPr>
          <p:spPr bwMode="auto">
            <a:xfrm>
              <a:off x="3072" y="144"/>
              <a:ext cx="576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-3+8&lt; </a:t>
              </a:r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815" name="Line 327"/>
            <p:cNvSpPr>
              <a:spLocks noChangeShapeType="1"/>
            </p:cNvSpPr>
            <p:nvPr/>
          </p:nvSpPr>
          <p:spPr bwMode="auto">
            <a:xfrm>
              <a:off x="3072" y="1152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17" name="Line 329"/>
            <p:cNvSpPr>
              <a:spLocks noChangeShapeType="1"/>
            </p:cNvSpPr>
            <p:nvPr/>
          </p:nvSpPr>
          <p:spPr bwMode="auto">
            <a:xfrm>
              <a:off x="3072" y="1296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18" name="Line 330"/>
            <p:cNvSpPr>
              <a:spLocks noChangeShapeType="1"/>
            </p:cNvSpPr>
            <p:nvPr/>
          </p:nvSpPr>
          <p:spPr bwMode="auto">
            <a:xfrm>
              <a:off x="1680" y="480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19" name="Line 331"/>
            <p:cNvSpPr>
              <a:spLocks noChangeShapeType="1"/>
            </p:cNvSpPr>
            <p:nvPr/>
          </p:nvSpPr>
          <p:spPr bwMode="auto">
            <a:xfrm>
              <a:off x="1680" y="480"/>
              <a:ext cx="1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20" name="Line 332"/>
            <p:cNvSpPr>
              <a:spLocks noChangeShapeType="1"/>
            </p:cNvSpPr>
            <p:nvPr/>
          </p:nvSpPr>
          <p:spPr bwMode="auto">
            <a:xfrm flipV="1">
              <a:off x="3312" y="38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21" name="Line 333"/>
            <p:cNvSpPr>
              <a:spLocks noChangeShapeType="1"/>
            </p:cNvSpPr>
            <p:nvPr/>
          </p:nvSpPr>
          <p:spPr bwMode="auto">
            <a:xfrm flipV="1">
              <a:off x="3072" y="480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345"/>
          <p:cNvGrpSpPr>
            <a:grpSpLocks/>
          </p:cNvGrpSpPr>
          <p:nvPr/>
        </p:nvGrpSpPr>
        <p:grpSpPr bwMode="auto">
          <a:xfrm>
            <a:off x="2438400" y="228600"/>
            <a:ext cx="5029200" cy="2590800"/>
            <a:chOff x="1536" y="144"/>
            <a:chExt cx="3168" cy="1632"/>
          </a:xfrm>
        </p:grpSpPr>
        <p:sp>
          <p:nvSpPr>
            <p:cNvPr id="63791" name="Rectangle 303"/>
            <p:cNvSpPr>
              <a:spLocks noChangeArrowheads="1"/>
            </p:cNvSpPr>
            <p:nvPr/>
          </p:nvSpPr>
          <p:spPr bwMode="auto">
            <a:xfrm>
              <a:off x="2160" y="144"/>
              <a:ext cx="576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-4+8&lt; </a:t>
              </a:r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826" name="Line 338"/>
            <p:cNvSpPr>
              <a:spLocks noChangeShapeType="1"/>
            </p:cNvSpPr>
            <p:nvPr/>
          </p:nvSpPr>
          <p:spPr bwMode="auto">
            <a:xfrm>
              <a:off x="2832" y="1536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27" name="Line 339"/>
            <p:cNvSpPr>
              <a:spLocks noChangeShapeType="1"/>
            </p:cNvSpPr>
            <p:nvPr/>
          </p:nvSpPr>
          <p:spPr bwMode="auto">
            <a:xfrm>
              <a:off x="2832" y="1392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28" name="Line 340"/>
            <p:cNvSpPr>
              <a:spLocks noChangeShapeType="1"/>
            </p:cNvSpPr>
            <p:nvPr/>
          </p:nvSpPr>
          <p:spPr bwMode="auto">
            <a:xfrm>
              <a:off x="2832" y="1776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29" name="Line 341"/>
            <p:cNvSpPr>
              <a:spLocks noChangeShapeType="1"/>
            </p:cNvSpPr>
            <p:nvPr/>
          </p:nvSpPr>
          <p:spPr bwMode="auto">
            <a:xfrm flipV="1">
              <a:off x="2832" y="240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30" name="Line 342"/>
            <p:cNvSpPr>
              <a:spLocks noChangeShapeType="1"/>
            </p:cNvSpPr>
            <p:nvPr/>
          </p:nvSpPr>
          <p:spPr bwMode="auto">
            <a:xfrm flipH="1">
              <a:off x="2736" y="24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31" name="Line 343"/>
            <p:cNvSpPr>
              <a:spLocks noChangeShapeType="1"/>
            </p:cNvSpPr>
            <p:nvPr/>
          </p:nvSpPr>
          <p:spPr bwMode="auto">
            <a:xfrm>
              <a:off x="1536" y="28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32" name="Line 344"/>
            <p:cNvSpPr>
              <a:spLocks noChangeShapeType="1"/>
            </p:cNvSpPr>
            <p:nvPr/>
          </p:nvSpPr>
          <p:spPr bwMode="auto">
            <a:xfrm>
              <a:off x="1536" y="28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834" name="Rectangle 346"/>
          <p:cNvSpPr>
            <a:spLocks noChangeArrowheads="1"/>
          </p:cNvSpPr>
          <p:nvPr/>
        </p:nvSpPr>
        <p:spPr bwMode="auto">
          <a:xfrm>
            <a:off x="2057400" y="4953000"/>
            <a:ext cx="2667000" cy="457200"/>
          </a:xfrm>
          <a:prstGeom prst="rect">
            <a:avLst/>
          </a:prstGeom>
          <a:noFill/>
          <a:ln w="9525" cap="rnd">
            <a:solidFill>
              <a:srgbClr val="FF66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latin typeface="VNI-Times" pitchFamily="2" charset="0"/>
              </a:rPr>
              <a:t>Do laø </a:t>
            </a:r>
            <a:r>
              <a:rPr lang="en-US" sz="2000" b="1">
                <a:sym typeface="Symbol" pitchFamily="18" charset="2"/>
              </a:rPr>
              <a:t></a:t>
            </a:r>
            <a:r>
              <a:rPr lang="en-US" sz="2000">
                <a:latin typeface="VNI-Times" pitchFamily="2" charset="0"/>
              </a:rPr>
              <a:t>  neân vieát laïi heát</a:t>
            </a:r>
          </a:p>
        </p:txBody>
      </p:sp>
      <p:grpSp>
        <p:nvGrpSpPr>
          <p:cNvPr id="9" name="Group 356"/>
          <p:cNvGrpSpPr>
            <a:grpSpLocks/>
          </p:cNvGrpSpPr>
          <p:nvPr/>
        </p:nvGrpSpPr>
        <p:grpSpPr bwMode="auto">
          <a:xfrm>
            <a:off x="4343400" y="2590800"/>
            <a:ext cx="4267200" cy="2590800"/>
            <a:chOff x="2736" y="1632"/>
            <a:chExt cx="2688" cy="1632"/>
          </a:xfrm>
        </p:grpSpPr>
        <p:sp>
          <p:nvSpPr>
            <p:cNvPr id="63835" name="Line 347"/>
            <p:cNvSpPr>
              <a:spLocks noChangeShapeType="1"/>
            </p:cNvSpPr>
            <p:nvPr/>
          </p:nvSpPr>
          <p:spPr bwMode="auto">
            <a:xfrm>
              <a:off x="2736" y="1632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36" name="Line 348"/>
            <p:cNvSpPr>
              <a:spLocks noChangeShapeType="1"/>
            </p:cNvSpPr>
            <p:nvPr/>
          </p:nvSpPr>
          <p:spPr bwMode="auto">
            <a:xfrm>
              <a:off x="2736" y="1824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37" name="Line 349"/>
            <p:cNvSpPr>
              <a:spLocks noChangeShapeType="1"/>
            </p:cNvSpPr>
            <p:nvPr/>
          </p:nvSpPr>
          <p:spPr bwMode="auto">
            <a:xfrm flipV="1">
              <a:off x="5424" y="1728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38" name="Line 350"/>
            <p:cNvSpPr>
              <a:spLocks noChangeShapeType="1"/>
            </p:cNvSpPr>
            <p:nvPr/>
          </p:nvSpPr>
          <p:spPr bwMode="auto">
            <a:xfrm flipV="1">
              <a:off x="4896" y="1776"/>
              <a:ext cx="0" cy="1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39" name="Line 351"/>
            <p:cNvSpPr>
              <a:spLocks noChangeShapeType="1"/>
            </p:cNvSpPr>
            <p:nvPr/>
          </p:nvSpPr>
          <p:spPr bwMode="auto">
            <a:xfrm flipV="1">
              <a:off x="4512" y="1968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40" name="Line 352"/>
            <p:cNvSpPr>
              <a:spLocks noChangeShapeType="1"/>
            </p:cNvSpPr>
            <p:nvPr/>
          </p:nvSpPr>
          <p:spPr bwMode="auto">
            <a:xfrm flipV="1">
              <a:off x="4416" y="2256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41" name="Line 353"/>
            <p:cNvSpPr>
              <a:spLocks noChangeShapeType="1"/>
            </p:cNvSpPr>
            <p:nvPr/>
          </p:nvSpPr>
          <p:spPr bwMode="auto">
            <a:xfrm flipV="1">
              <a:off x="4368" y="2400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42" name="Line 354"/>
            <p:cNvSpPr>
              <a:spLocks noChangeShapeType="1"/>
            </p:cNvSpPr>
            <p:nvPr/>
          </p:nvSpPr>
          <p:spPr bwMode="auto">
            <a:xfrm flipH="1">
              <a:off x="2976" y="3264"/>
              <a:ext cx="24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43" name="Line 355"/>
            <p:cNvSpPr>
              <a:spLocks noChangeShapeType="1"/>
            </p:cNvSpPr>
            <p:nvPr/>
          </p:nvSpPr>
          <p:spPr bwMode="auto">
            <a:xfrm>
              <a:off x="2736" y="1632"/>
              <a:ext cx="0" cy="1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846" name="Rectangle 358"/>
          <p:cNvSpPr>
            <a:spLocks noChangeArrowheads="1"/>
          </p:cNvSpPr>
          <p:nvPr/>
        </p:nvSpPr>
        <p:spPr bwMode="auto">
          <a:xfrm>
            <a:off x="4953000" y="5029200"/>
            <a:ext cx="2514600" cy="5334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>
                <a:latin typeface="VNI-Times" pitchFamily="2" charset="0"/>
              </a:rPr>
              <a:t>Ñaõ coù L</a:t>
            </a:r>
            <a:r>
              <a:rPr lang="en-US" sz="2800" baseline="-25000">
                <a:latin typeface="VNI-Times" pitchFamily="2" charset="0"/>
              </a:rPr>
              <a:t>2</a:t>
            </a:r>
            <a:r>
              <a:rPr lang="en-US" sz="2800">
                <a:latin typeface="VNI-Times" pitchFamily="2" charset="0"/>
              </a:rPr>
              <a:t>. Tìm P</a:t>
            </a:r>
            <a:r>
              <a:rPr lang="en-US" sz="2800" baseline="-25000">
                <a:latin typeface="VNI-Times" pitchFamily="2" charset="0"/>
              </a:rPr>
              <a:t>2</a:t>
            </a:r>
          </a:p>
        </p:txBody>
      </p:sp>
      <p:grpSp>
        <p:nvGrpSpPr>
          <p:cNvPr id="10" name="Group 367"/>
          <p:cNvGrpSpPr>
            <a:grpSpLocks/>
          </p:cNvGrpSpPr>
          <p:nvPr/>
        </p:nvGrpSpPr>
        <p:grpSpPr bwMode="auto">
          <a:xfrm>
            <a:off x="3429000" y="2743200"/>
            <a:ext cx="5410200" cy="3276600"/>
            <a:chOff x="2160" y="1728"/>
            <a:chExt cx="3408" cy="2064"/>
          </a:xfrm>
        </p:grpSpPr>
        <p:grpSp>
          <p:nvGrpSpPr>
            <p:cNvPr id="11" name="Group 364"/>
            <p:cNvGrpSpPr>
              <a:grpSpLocks/>
            </p:cNvGrpSpPr>
            <p:nvPr/>
          </p:nvGrpSpPr>
          <p:grpSpPr bwMode="auto">
            <a:xfrm>
              <a:off x="2160" y="1728"/>
              <a:ext cx="3408" cy="2064"/>
              <a:chOff x="2160" y="1728"/>
              <a:chExt cx="3408" cy="2064"/>
            </a:xfrm>
          </p:grpSpPr>
          <p:sp>
            <p:nvSpPr>
              <p:cNvPr id="63847" name="Rectangle 359"/>
              <p:cNvSpPr>
                <a:spLocks noChangeArrowheads="1"/>
              </p:cNvSpPr>
              <p:nvPr/>
            </p:nvSpPr>
            <p:spPr bwMode="auto">
              <a:xfrm>
                <a:off x="4752" y="3408"/>
                <a:ext cx="816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Vì 3+1&lt; </a:t>
                </a:r>
                <a:r>
                  <a:rPr lang="en-US" b="1">
                    <a:sym typeface="Symbol" pitchFamily="18" charset="2"/>
                  </a:rPr>
                  <a:t></a:t>
                </a:r>
              </a:p>
            </p:txBody>
          </p:sp>
          <p:sp>
            <p:nvSpPr>
              <p:cNvPr id="63848" name="Line 360"/>
              <p:cNvSpPr>
                <a:spLocks noChangeShapeType="1"/>
              </p:cNvSpPr>
              <p:nvPr/>
            </p:nvSpPr>
            <p:spPr bwMode="auto">
              <a:xfrm flipV="1">
                <a:off x="4464" y="273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849" name="Line 361"/>
              <p:cNvSpPr>
                <a:spLocks noChangeShapeType="1"/>
              </p:cNvSpPr>
              <p:nvPr/>
            </p:nvSpPr>
            <p:spPr bwMode="auto">
              <a:xfrm flipV="1">
                <a:off x="5280" y="1728"/>
                <a:ext cx="0" cy="1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850" name="Line 362"/>
              <p:cNvSpPr>
                <a:spLocks noChangeShapeType="1"/>
              </p:cNvSpPr>
              <p:nvPr/>
            </p:nvSpPr>
            <p:spPr bwMode="auto">
              <a:xfrm flipV="1">
                <a:off x="2160" y="2784"/>
                <a:ext cx="0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851" name="Line 363"/>
              <p:cNvSpPr>
                <a:spLocks noChangeShapeType="1"/>
              </p:cNvSpPr>
              <p:nvPr/>
            </p:nvSpPr>
            <p:spPr bwMode="auto">
              <a:xfrm>
                <a:off x="2160" y="3600"/>
                <a:ext cx="25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3854" name="Line 366"/>
            <p:cNvSpPr>
              <a:spLocks noChangeShapeType="1"/>
            </p:cNvSpPr>
            <p:nvPr/>
          </p:nvSpPr>
          <p:spPr bwMode="auto">
            <a:xfrm flipV="1">
              <a:off x="5184" y="2784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856" name="Rectangle 368"/>
          <p:cNvSpPr>
            <a:spLocks noChangeArrowheads="1"/>
          </p:cNvSpPr>
          <p:nvPr/>
        </p:nvSpPr>
        <p:spPr bwMode="auto">
          <a:xfrm>
            <a:off x="685800" y="228600"/>
            <a:ext cx="1295400" cy="5334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800" b="1">
                <a:solidFill>
                  <a:srgbClr val="FF0000"/>
                </a:solidFill>
              </a:rPr>
              <a:t>ìm L</a:t>
            </a:r>
            <a:r>
              <a:rPr lang="en-US" sz="2800" b="1" baseline="-25000">
                <a:solidFill>
                  <a:srgbClr val="FF0000"/>
                </a:solidFill>
              </a:rPr>
              <a:t>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6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6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3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63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63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6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6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6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6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6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6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6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6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6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6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6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6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6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6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6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6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6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6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6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6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6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63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63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63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63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6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63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63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63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63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63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63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63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63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0"/>
                                        <p:tgtEl>
                                          <p:spTgt spid="6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6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6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6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63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000"/>
                            </p:stCondLst>
                            <p:childTnLst>
                              <p:par>
                                <p:cTn id="20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4" dur="500"/>
                                        <p:tgtEl>
                                          <p:spTgt spid="63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7" dur="500"/>
                                        <p:tgtEl>
                                          <p:spTgt spid="637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3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0" dur="500"/>
                                        <p:tgtEl>
                                          <p:spTgt spid="637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3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3" dur="500"/>
                                        <p:tgtEl>
                                          <p:spTgt spid="637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4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6" dur="500"/>
                                        <p:tgtEl>
                                          <p:spTgt spid="637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3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7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9" dur="500"/>
                                        <p:tgtEl>
                                          <p:spTgt spid="637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0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2" dur="500"/>
                                        <p:tgtEl>
                                          <p:spTgt spid="637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4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3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5" dur="500"/>
                                        <p:tgtEl>
                                          <p:spTgt spid="637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4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6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8" dur="500"/>
                                        <p:tgtEl>
                                          <p:spTgt spid="637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9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41" dur="500"/>
                                        <p:tgtEl>
                                          <p:spTgt spid="637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3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2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44" dur="500"/>
                                        <p:tgtEl>
                                          <p:spTgt spid="637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5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47" dur="500"/>
                                        <p:tgtEl>
                                          <p:spTgt spid="637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0" dur="500"/>
                                        <p:tgtEl>
                                          <p:spTgt spid="637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3" dur="500"/>
                                        <p:tgtEl>
                                          <p:spTgt spid="637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6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5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63" dur="2000"/>
                                        <p:tgtEl>
                                          <p:spTgt spid="637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500"/>
                            </p:stCondLst>
                            <p:childTnLst>
                              <p:par>
                                <p:cTn id="27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7" dur="500"/>
                                        <p:tgtEl>
                                          <p:spTgt spid="63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1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8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2000"/>
                            </p:stCondLst>
                            <p:childTnLst>
                              <p:par>
                                <p:cTn id="28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1" dur="500"/>
                                        <p:tgtEl>
                                          <p:spTgt spid="637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4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in)">
                                      <p:cBhvr>
                                        <p:cTn id="29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2000"/>
                            </p:stCondLst>
                            <p:childTnLst>
                              <p:par>
                                <p:cTn id="29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5" dur="500"/>
                                        <p:tgtEl>
                                          <p:spTgt spid="637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4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500"/>
                            </p:stCondLst>
                            <p:childTnLst>
                              <p:par>
                                <p:cTn id="3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9" dur="500"/>
                                        <p:tgtEl>
                                          <p:spTgt spid="637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6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500"/>
                            </p:stCondLst>
                            <p:childTnLst>
                              <p:par>
                                <p:cTn id="32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8" dur="500"/>
                                        <p:tgtEl>
                                          <p:spTgt spid="6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21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341" dur="2000"/>
                                        <p:tgtEl>
                                          <p:spTgt spid="638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21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34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2000"/>
                            </p:stCondLst>
                            <p:childTnLst>
                              <p:par>
                                <p:cTn id="34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9" dur="500"/>
                                        <p:tgtEl>
                                          <p:spTgt spid="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76" grpId="0"/>
      <p:bldP spid="63577" grpId="0"/>
      <p:bldP spid="63578" grpId="0"/>
      <p:bldP spid="63579" grpId="0"/>
      <p:bldP spid="63580" grpId="0"/>
      <p:bldP spid="63581" grpId="0"/>
      <p:bldP spid="63582" grpId="0"/>
      <p:bldP spid="63583" grpId="0"/>
      <p:bldP spid="63584" grpId="0"/>
      <p:bldP spid="63585" grpId="0"/>
      <p:bldP spid="63586" grpId="0"/>
      <p:bldP spid="63587" grpId="0"/>
      <p:bldP spid="63588" grpId="0"/>
      <p:bldP spid="63589" grpId="0"/>
      <p:bldP spid="63590" grpId="0"/>
      <p:bldP spid="63591" grpId="0"/>
      <p:bldP spid="63592" grpId="0"/>
      <p:bldP spid="63593" grpId="0"/>
      <p:bldP spid="63594" grpId="0"/>
      <p:bldP spid="63595" grpId="0"/>
      <p:bldP spid="63596" grpId="0"/>
      <p:bldP spid="63597" grpId="0"/>
      <p:bldP spid="63598" grpId="0"/>
      <p:bldP spid="63599" grpId="0"/>
      <p:bldP spid="63600" grpId="0"/>
      <p:bldP spid="63601" grpId="0"/>
      <p:bldP spid="63602" grpId="0"/>
      <p:bldP spid="63603" grpId="0"/>
      <p:bldP spid="63604" grpId="0"/>
      <p:bldP spid="63605" grpId="0"/>
      <p:bldP spid="63606" grpId="0"/>
      <p:bldP spid="63607" grpId="0"/>
      <p:bldP spid="63608" grpId="0"/>
      <p:bldP spid="63609" grpId="0"/>
      <p:bldP spid="63610" grpId="0"/>
      <p:bldP spid="63611" grpId="0"/>
      <p:bldP spid="63612" grpId="0"/>
      <p:bldP spid="63613" grpId="0"/>
      <p:bldP spid="63614" grpId="0"/>
      <p:bldP spid="63615" grpId="0"/>
      <p:bldP spid="63616" grpId="0"/>
      <p:bldP spid="63617" grpId="0"/>
      <p:bldP spid="63618" grpId="0"/>
      <p:bldP spid="63619" grpId="0"/>
      <p:bldP spid="63620" grpId="0"/>
      <p:bldP spid="63621" grpId="0"/>
      <p:bldP spid="63622" grpId="0"/>
      <p:bldP spid="63623" grpId="0"/>
      <p:bldP spid="63624" grpId="0"/>
      <p:bldP spid="63625" grpId="0"/>
      <p:bldP spid="63626" grpId="0"/>
      <p:bldP spid="63627" grpId="0"/>
      <p:bldP spid="63628" grpId="0"/>
      <p:bldP spid="63629" grpId="0"/>
      <p:bldP spid="63630" grpId="0"/>
      <p:bldP spid="63631" grpId="0"/>
      <p:bldP spid="63632" grpId="0"/>
      <p:bldP spid="63633" grpId="0"/>
      <p:bldP spid="63634" grpId="0"/>
      <p:bldP spid="63635" grpId="0"/>
      <p:bldP spid="63636" grpId="0"/>
      <p:bldP spid="63637" grpId="0"/>
      <p:bldP spid="63638" grpId="0"/>
      <p:bldP spid="63724" grpId="0"/>
      <p:bldP spid="63731" grpId="0"/>
      <p:bldP spid="63736" grpId="0"/>
      <p:bldP spid="63737" grpId="0"/>
      <p:bldP spid="63738" grpId="0"/>
      <p:bldP spid="63739" grpId="0"/>
      <p:bldP spid="63740" grpId="0"/>
      <p:bldP spid="63741" grpId="0"/>
      <p:bldP spid="63742" grpId="0"/>
      <p:bldP spid="63743" grpId="0"/>
      <p:bldP spid="63744" grpId="0"/>
      <p:bldP spid="63745" grpId="0"/>
      <p:bldP spid="63752" grpId="0"/>
      <p:bldP spid="63757" grpId="0"/>
      <p:bldP spid="63759" grpId="0"/>
      <p:bldP spid="63766" grpId="0"/>
      <p:bldP spid="63763" grpId="0"/>
      <p:bldP spid="63834" grpId="0" animBg="1"/>
      <p:bldP spid="63834" grpId="1" animBg="1"/>
      <p:bldP spid="63846" grpId="0" animBg="1"/>
      <p:bldP spid="6385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1524000" y="228600"/>
            <a:ext cx="1524000" cy="4572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800" b="1">
                <a:solidFill>
                  <a:srgbClr val="FF0000"/>
                </a:solidFill>
              </a:rPr>
              <a:t>ìm L</a:t>
            </a:r>
            <a:r>
              <a:rPr lang="en-US" sz="2800" b="1" baseline="-25000">
                <a:solidFill>
                  <a:srgbClr val="FF0000"/>
                </a:solidFill>
              </a:rPr>
              <a:t>3</a:t>
            </a:r>
          </a:p>
        </p:txBody>
      </p:sp>
      <p:grpSp>
        <p:nvGrpSpPr>
          <p:cNvPr id="2" name="Group 304"/>
          <p:cNvGrpSpPr>
            <a:grpSpLocks/>
          </p:cNvGrpSpPr>
          <p:nvPr/>
        </p:nvGrpSpPr>
        <p:grpSpPr bwMode="auto">
          <a:xfrm>
            <a:off x="0" y="1333500"/>
            <a:ext cx="3810000" cy="3543300"/>
            <a:chOff x="0" y="696"/>
            <a:chExt cx="2400" cy="2232"/>
          </a:xfrm>
        </p:grpSpPr>
        <p:sp>
          <p:nvSpPr>
            <p:cNvPr id="66566" name="Rectangle 6"/>
            <p:cNvSpPr>
              <a:spLocks noChangeArrowheads="1"/>
            </p:cNvSpPr>
            <p:nvPr/>
          </p:nvSpPr>
          <p:spPr bwMode="auto">
            <a:xfrm>
              <a:off x="2137" y="267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67" name="Rectangle 7"/>
            <p:cNvSpPr>
              <a:spLocks noChangeArrowheads="1"/>
            </p:cNvSpPr>
            <p:nvPr/>
          </p:nvSpPr>
          <p:spPr bwMode="auto">
            <a:xfrm>
              <a:off x="1873" y="2679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68" name="Rectangle 8"/>
            <p:cNvSpPr>
              <a:spLocks noChangeArrowheads="1"/>
            </p:cNvSpPr>
            <p:nvPr/>
          </p:nvSpPr>
          <p:spPr bwMode="auto">
            <a:xfrm>
              <a:off x="1610" y="267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69" name="Rectangle 9"/>
            <p:cNvSpPr>
              <a:spLocks noChangeArrowheads="1"/>
            </p:cNvSpPr>
            <p:nvPr/>
          </p:nvSpPr>
          <p:spPr bwMode="auto">
            <a:xfrm>
              <a:off x="1346" y="2679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70" name="Rectangle 10"/>
            <p:cNvSpPr>
              <a:spLocks noChangeArrowheads="1"/>
            </p:cNvSpPr>
            <p:nvPr/>
          </p:nvSpPr>
          <p:spPr bwMode="auto">
            <a:xfrm>
              <a:off x="1084" y="2679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71" name="Rectangle 11"/>
            <p:cNvSpPr>
              <a:spLocks noChangeArrowheads="1"/>
            </p:cNvSpPr>
            <p:nvPr/>
          </p:nvSpPr>
          <p:spPr bwMode="auto">
            <a:xfrm>
              <a:off x="819" y="2679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72" name="Rectangle 12"/>
            <p:cNvSpPr>
              <a:spLocks noChangeArrowheads="1"/>
            </p:cNvSpPr>
            <p:nvPr/>
          </p:nvSpPr>
          <p:spPr bwMode="auto">
            <a:xfrm>
              <a:off x="556" y="267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73" name="Rectangle 13"/>
            <p:cNvSpPr>
              <a:spLocks noChangeArrowheads="1"/>
            </p:cNvSpPr>
            <p:nvPr/>
          </p:nvSpPr>
          <p:spPr bwMode="auto">
            <a:xfrm>
              <a:off x="240" y="2679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574" name="Rectangle 14"/>
            <p:cNvSpPr>
              <a:spLocks noChangeArrowheads="1"/>
            </p:cNvSpPr>
            <p:nvPr/>
          </p:nvSpPr>
          <p:spPr bwMode="auto">
            <a:xfrm>
              <a:off x="2137" y="243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75" name="Rectangle 15"/>
            <p:cNvSpPr>
              <a:spLocks noChangeArrowheads="1"/>
            </p:cNvSpPr>
            <p:nvPr/>
          </p:nvSpPr>
          <p:spPr bwMode="auto">
            <a:xfrm>
              <a:off x="1873" y="2430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76" name="Rectangle 16"/>
            <p:cNvSpPr>
              <a:spLocks noChangeArrowheads="1"/>
            </p:cNvSpPr>
            <p:nvPr/>
          </p:nvSpPr>
          <p:spPr bwMode="auto">
            <a:xfrm>
              <a:off x="1610" y="243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77" name="Rectangle 17"/>
            <p:cNvSpPr>
              <a:spLocks noChangeArrowheads="1"/>
            </p:cNvSpPr>
            <p:nvPr/>
          </p:nvSpPr>
          <p:spPr bwMode="auto">
            <a:xfrm>
              <a:off x="1346" y="2430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78" name="Rectangle 18"/>
            <p:cNvSpPr>
              <a:spLocks noChangeArrowheads="1"/>
            </p:cNvSpPr>
            <p:nvPr/>
          </p:nvSpPr>
          <p:spPr bwMode="auto">
            <a:xfrm>
              <a:off x="1084" y="2430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79" name="Rectangle 19"/>
            <p:cNvSpPr>
              <a:spLocks noChangeArrowheads="1"/>
            </p:cNvSpPr>
            <p:nvPr/>
          </p:nvSpPr>
          <p:spPr bwMode="auto">
            <a:xfrm>
              <a:off x="819" y="2430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80" name="Rectangle 20"/>
            <p:cNvSpPr>
              <a:spLocks noChangeArrowheads="1"/>
            </p:cNvSpPr>
            <p:nvPr/>
          </p:nvSpPr>
          <p:spPr bwMode="auto">
            <a:xfrm>
              <a:off x="556" y="243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81" name="Rectangle 21"/>
            <p:cNvSpPr>
              <a:spLocks noChangeArrowheads="1"/>
            </p:cNvSpPr>
            <p:nvPr/>
          </p:nvSpPr>
          <p:spPr bwMode="auto">
            <a:xfrm>
              <a:off x="240" y="2430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582" name="Rectangle 22"/>
            <p:cNvSpPr>
              <a:spLocks noChangeArrowheads="1"/>
            </p:cNvSpPr>
            <p:nvPr/>
          </p:nvSpPr>
          <p:spPr bwMode="auto">
            <a:xfrm>
              <a:off x="2137" y="218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83" name="Rectangle 23"/>
            <p:cNvSpPr>
              <a:spLocks noChangeArrowheads="1"/>
            </p:cNvSpPr>
            <p:nvPr/>
          </p:nvSpPr>
          <p:spPr bwMode="auto">
            <a:xfrm>
              <a:off x="1873" y="2181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84" name="Rectangle 24"/>
            <p:cNvSpPr>
              <a:spLocks noChangeArrowheads="1"/>
            </p:cNvSpPr>
            <p:nvPr/>
          </p:nvSpPr>
          <p:spPr bwMode="auto">
            <a:xfrm>
              <a:off x="1610" y="218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85" name="Rectangle 25"/>
            <p:cNvSpPr>
              <a:spLocks noChangeArrowheads="1"/>
            </p:cNvSpPr>
            <p:nvPr/>
          </p:nvSpPr>
          <p:spPr bwMode="auto">
            <a:xfrm>
              <a:off x="1346" y="2181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86" name="Rectangle 26"/>
            <p:cNvSpPr>
              <a:spLocks noChangeArrowheads="1"/>
            </p:cNvSpPr>
            <p:nvPr/>
          </p:nvSpPr>
          <p:spPr bwMode="auto">
            <a:xfrm>
              <a:off x="1084" y="2181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87" name="Rectangle 27"/>
            <p:cNvSpPr>
              <a:spLocks noChangeArrowheads="1"/>
            </p:cNvSpPr>
            <p:nvPr/>
          </p:nvSpPr>
          <p:spPr bwMode="auto">
            <a:xfrm>
              <a:off x="819" y="2181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88" name="Rectangle 28"/>
            <p:cNvSpPr>
              <a:spLocks noChangeArrowheads="1"/>
            </p:cNvSpPr>
            <p:nvPr/>
          </p:nvSpPr>
          <p:spPr bwMode="auto">
            <a:xfrm>
              <a:off x="556" y="218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89" name="Rectangle 29"/>
            <p:cNvSpPr>
              <a:spLocks noChangeArrowheads="1"/>
            </p:cNvSpPr>
            <p:nvPr/>
          </p:nvSpPr>
          <p:spPr bwMode="auto">
            <a:xfrm>
              <a:off x="240" y="2181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590" name="Rectangle 30"/>
            <p:cNvSpPr>
              <a:spLocks noChangeArrowheads="1"/>
            </p:cNvSpPr>
            <p:nvPr/>
          </p:nvSpPr>
          <p:spPr bwMode="auto">
            <a:xfrm>
              <a:off x="2137" y="193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91" name="Rectangle 31"/>
            <p:cNvSpPr>
              <a:spLocks noChangeArrowheads="1"/>
            </p:cNvSpPr>
            <p:nvPr/>
          </p:nvSpPr>
          <p:spPr bwMode="auto">
            <a:xfrm>
              <a:off x="1873" y="1932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92" name="Rectangle 32"/>
            <p:cNvSpPr>
              <a:spLocks noChangeArrowheads="1"/>
            </p:cNvSpPr>
            <p:nvPr/>
          </p:nvSpPr>
          <p:spPr bwMode="auto">
            <a:xfrm>
              <a:off x="1610" y="193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93" name="Rectangle 33"/>
            <p:cNvSpPr>
              <a:spLocks noChangeArrowheads="1"/>
            </p:cNvSpPr>
            <p:nvPr/>
          </p:nvSpPr>
          <p:spPr bwMode="auto">
            <a:xfrm>
              <a:off x="1346" y="1932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94" name="Rectangle 34"/>
            <p:cNvSpPr>
              <a:spLocks noChangeArrowheads="1"/>
            </p:cNvSpPr>
            <p:nvPr/>
          </p:nvSpPr>
          <p:spPr bwMode="auto">
            <a:xfrm>
              <a:off x="1084" y="1932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95" name="Rectangle 35"/>
            <p:cNvSpPr>
              <a:spLocks noChangeArrowheads="1"/>
            </p:cNvSpPr>
            <p:nvPr/>
          </p:nvSpPr>
          <p:spPr bwMode="auto">
            <a:xfrm>
              <a:off x="819" y="1932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96" name="Rectangle 36"/>
            <p:cNvSpPr>
              <a:spLocks noChangeArrowheads="1"/>
            </p:cNvSpPr>
            <p:nvPr/>
          </p:nvSpPr>
          <p:spPr bwMode="auto">
            <a:xfrm>
              <a:off x="556" y="193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97" name="Rectangle 37"/>
            <p:cNvSpPr>
              <a:spLocks noChangeArrowheads="1"/>
            </p:cNvSpPr>
            <p:nvPr/>
          </p:nvSpPr>
          <p:spPr bwMode="auto">
            <a:xfrm>
              <a:off x="240" y="1932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598" name="Rectangle 38"/>
            <p:cNvSpPr>
              <a:spLocks noChangeArrowheads="1"/>
            </p:cNvSpPr>
            <p:nvPr/>
          </p:nvSpPr>
          <p:spPr bwMode="auto">
            <a:xfrm>
              <a:off x="2137" y="168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99" name="Rectangle 39"/>
            <p:cNvSpPr>
              <a:spLocks noChangeArrowheads="1"/>
            </p:cNvSpPr>
            <p:nvPr/>
          </p:nvSpPr>
          <p:spPr bwMode="auto">
            <a:xfrm>
              <a:off x="1873" y="1683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00" name="Rectangle 40"/>
            <p:cNvSpPr>
              <a:spLocks noChangeArrowheads="1"/>
            </p:cNvSpPr>
            <p:nvPr/>
          </p:nvSpPr>
          <p:spPr bwMode="auto">
            <a:xfrm>
              <a:off x="1610" y="168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01" name="Rectangle 41"/>
            <p:cNvSpPr>
              <a:spLocks noChangeArrowheads="1"/>
            </p:cNvSpPr>
            <p:nvPr/>
          </p:nvSpPr>
          <p:spPr bwMode="auto">
            <a:xfrm>
              <a:off x="1346" y="1683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02" name="Rectangle 42"/>
            <p:cNvSpPr>
              <a:spLocks noChangeArrowheads="1"/>
            </p:cNvSpPr>
            <p:nvPr/>
          </p:nvSpPr>
          <p:spPr bwMode="auto">
            <a:xfrm>
              <a:off x="1084" y="1683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03" name="Rectangle 43"/>
            <p:cNvSpPr>
              <a:spLocks noChangeArrowheads="1"/>
            </p:cNvSpPr>
            <p:nvPr/>
          </p:nvSpPr>
          <p:spPr bwMode="auto">
            <a:xfrm>
              <a:off x="819" y="1683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04" name="Rectangle 44"/>
            <p:cNvSpPr>
              <a:spLocks noChangeArrowheads="1"/>
            </p:cNvSpPr>
            <p:nvPr/>
          </p:nvSpPr>
          <p:spPr bwMode="auto">
            <a:xfrm>
              <a:off x="556" y="168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05" name="Rectangle 45"/>
            <p:cNvSpPr>
              <a:spLocks noChangeArrowheads="1"/>
            </p:cNvSpPr>
            <p:nvPr/>
          </p:nvSpPr>
          <p:spPr bwMode="auto">
            <a:xfrm>
              <a:off x="240" y="1683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06" name="Rectangle 46"/>
            <p:cNvSpPr>
              <a:spLocks noChangeArrowheads="1"/>
            </p:cNvSpPr>
            <p:nvPr/>
          </p:nvSpPr>
          <p:spPr bwMode="auto">
            <a:xfrm>
              <a:off x="2137" y="143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07" name="Rectangle 47"/>
            <p:cNvSpPr>
              <a:spLocks noChangeArrowheads="1"/>
            </p:cNvSpPr>
            <p:nvPr/>
          </p:nvSpPr>
          <p:spPr bwMode="auto">
            <a:xfrm>
              <a:off x="1873" y="1434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08" name="Rectangle 48"/>
            <p:cNvSpPr>
              <a:spLocks noChangeArrowheads="1"/>
            </p:cNvSpPr>
            <p:nvPr/>
          </p:nvSpPr>
          <p:spPr bwMode="auto">
            <a:xfrm>
              <a:off x="1610" y="143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09" name="Rectangle 49"/>
            <p:cNvSpPr>
              <a:spLocks noChangeArrowheads="1"/>
            </p:cNvSpPr>
            <p:nvPr/>
          </p:nvSpPr>
          <p:spPr bwMode="auto">
            <a:xfrm>
              <a:off x="1346" y="1434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10" name="Rectangle 50"/>
            <p:cNvSpPr>
              <a:spLocks noChangeArrowheads="1"/>
            </p:cNvSpPr>
            <p:nvPr/>
          </p:nvSpPr>
          <p:spPr bwMode="auto">
            <a:xfrm>
              <a:off x="1084" y="1434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11" name="Rectangle 51"/>
            <p:cNvSpPr>
              <a:spLocks noChangeArrowheads="1"/>
            </p:cNvSpPr>
            <p:nvPr/>
          </p:nvSpPr>
          <p:spPr bwMode="auto">
            <a:xfrm>
              <a:off x="819" y="1434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12" name="Rectangle 52"/>
            <p:cNvSpPr>
              <a:spLocks noChangeArrowheads="1"/>
            </p:cNvSpPr>
            <p:nvPr/>
          </p:nvSpPr>
          <p:spPr bwMode="auto">
            <a:xfrm>
              <a:off x="556" y="143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13" name="Rectangle 53"/>
            <p:cNvSpPr>
              <a:spLocks noChangeArrowheads="1"/>
            </p:cNvSpPr>
            <p:nvPr/>
          </p:nvSpPr>
          <p:spPr bwMode="auto">
            <a:xfrm>
              <a:off x="240" y="1434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14" name="Rectangle 54"/>
            <p:cNvSpPr>
              <a:spLocks noChangeArrowheads="1"/>
            </p:cNvSpPr>
            <p:nvPr/>
          </p:nvSpPr>
          <p:spPr bwMode="auto">
            <a:xfrm>
              <a:off x="2137" y="118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15" name="Rectangle 55"/>
            <p:cNvSpPr>
              <a:spLocks noChangeArrowheads="1"/>
            </p:cNvSpPr>
            <p:nvPr/>
          </p:nvSpPr>
          <p:spPr bwMode="auto">
            <a:xfrm>
              <a:off x="1873" y="1185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16" name="Rectangle 56"/>
            <p:cNvSpPr>
              <a:spLocks noChangeArrowheads="1"/>
            </p:cNvSpPr>
            <p:nvPr/>
          </p:nvSpPr>
          <p:spPr bwMode="auto">
            <a:xfrm>
              <a:off x="1610" y="118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17" name="Rectangle 57"/>
            <p:cNvSpPr>
              <a:spLocks noChangeArrowheads="1"/>
            </p:cNvSpPr>
            <p:nvPr/>
          </p:nvSpPr>
          <p:spPr bwMode="auto">
            <a:xfrm>
              <a:off x="1346" y="1185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18" name="Rectangle 58"/>
            <p:cNvSpPr>
              <a:spLocks noChangeArrowheads="1"/>
            </p:cNvSpPr>
            <p:nvPr/>
          </p:nvSpPr>
          <p:spPr bwMode="auto">
            <a:xfrm>
              <a:off x="1084" y="1185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19" name="Rectangle 59"/>
            <p:cNvSpPr>
              <a:spLocks noChangeArrowheads="1"/>
            </p:cNvSpPr>
            <p:nvPr/>
          </p:nvSpPr>
          <p:spPr bwMode="auto">
            <a:xfrm>
              <a:off x="819" y="1185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20" name="Rectangle 60"/>
            <p:cNvSpPr>
              <a:spLocks noChangeArrowheads="1"/>
            </p:cNvSpPr>
            <p:nvPr/>
          </p:nvSpPr>
          <p:spPr bwMode="auto">
            <a:xfrm>
              <a:off x="556" y="118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21" name="Rectangle 61"/>
            <p:cNvSpPr>
              <a:spLocks noChangeArrowheads="1"/>
            </p:cNvSpPr>
            <p:nvPr/>
          </p:nvSpPr>
          <p:spPr bwMode="auto">
            <a:xfrm>
              <a:off x="240" y="1185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22" name="Rectangle 62"/>
            <p:cNvSpPr>
              <a:spLocks noChangeArrowheads="1"/>
            </p:cNvSpPr>
            <p:nvPr/>
          </p:nvSpPr>
          <p:spPr bwMode="auto">
            <a:xfrm>
              <a:off x="2137" y="93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23" name="Rectangle 63"/>
            <p:cNvSpPr>
              <a:spLocks noChangeArrowheads="1"/>
            </p:cNvSpPr>
            <p:nvPr/>
          </p:nvSpPr>
          <p:spPr bwMode="auto">
            <a:xfrm>
              <a:off x="1873" y="936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24" name="Rectangle 64"/>
            <p:cNvSpPr>
              <a:spLocks noChangeArrowheads="1"/>
            </p:cNvSpPr>
            <p:nvPr/>
          </p:nvSpPr>
          <p:spPr bwMode="auto">
            <a:xfrm>
              <a:off x="1610" y="93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25" name="Rectangle 65"/>
            <p:cNvSpPr>
              <a:spLocks noChangeArrowheads="1"/>
            </p:cNvSpPr>
            <p:nvPr/>
          </p:nvSpPr>
          <p:spPr bwMode="auto">
            <a:xfrm>
              <a:off x="1346" y="936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26" name="Rectangle 66"/>
            <p:cNvSpPr>
              <a:spLocks noChangeArrowheads="1"/>
            </p:cNvSpPr>
            <p:nvPr/>
          </p:nvSpPr>
          <p:spPr bwMode="auto">
            <a:xfrm>
              <a:off x="1084" y="936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27" name="Rectangle 67"/>
            <p:cNvSpPr>
              <a:spLocks noChangeArrowheads="1"/>
            </p:cNvSpPr>
            <p:nvPr/>
          </p:nvSpPr>
          <p:spPr bwMode="auto">
            <a:xfrm>
              <a:off x="819" y="936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28" name="Rectangle 68"/>
            <p:cNvSpPr>
              <a:spLocks noChangeArrowheads="1"/>
            </p:cNvSpPr>
            <p:nvPr/>
          </p:nvSpPr>
          <p:spPr bwMode="auto">
            <a:xfrm>
              <a:off x="556" y="93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29" name="Rectangle 69"/>
            <p:cNvSpPr>
              <a:spLocks noChangeArrowheads="1"/>
            </p:cNvSpPr>
            <p:nvPr/>
          </p:nvSpPr>
          <p:spPr bwMode="auto">
            <a:xfrm>
              <a:off x="240" y="936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b="1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L</a:t>
              </a:r>
              <a:r>
                <a:rPr lang="en-US" b="1" baseline="-25000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b="1" baseline="-25000">
                <a:latin typeface="VNI-Times" pitchFamily="2" charset="0"/>
              </a:endParaRPr>
            </a:p>
          </p:txBody>
        </p:sp>
        <p:sp>
          <p:nvSpPr>
            <p:cNvPr id="66630" name="Line 70"/>
            <p:cNvSpPr>
              <a:spLocks noChangeShapeType="1"/>
            </p:cNvSpPr>
            <p:nvPr/>
          </p:nvSpPr>
          <p:spPr bwMode="auto">
            <a:xfrm>
              <a:off x="240" y="936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1" name="Line 71"/>
            <p:cNvSpPr>
              <a:spLocks noChangeShapeType="1"/>
            </p:cNvSpPr>
            <p:nvPr/>
          </p:nvSpPr>
          <p:spPr bwMode="auto">
            <a:xfrm>
              <a:off x="240" y="2928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2" name="Line 72"/>
            <p:cNvSpPr>
              <a:spLocks noChangeShapeType="1"/>
            </p:cNvSpPr>
            <p:nvPr/>
          </p:nvSpPr>
          <p:spPr bwMode="auto">
            <a:xfrm>
              <a:off x="240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3" name="Line 73"/>
            <p:cNvSpPr>
              <a:spLocks noChangeShapeType="1"/>
            </p:cNvSpPr>
            <p:nvPr/>
          </p:nvSpPr>
          <p:spPr bwMode="auto">
            <a:xfrm>
              <a:off x="2400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4" name="Line 74"/>
            <p:cNvSpPr>
              <a:spLocks noChangeShapeType="1"/>
            </p:cNvSpPr>
            <p:nvPr/>
          </p:nvSpPr>
          <p:spPr bwMode="auto">
            <a:xfrm>
              <a:off x="240" y="1185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5" name="Line 75"/>
            <p:cNvSpPr>
              <a:spLocks noChangeShapeType="1"/>
            </p:cNvSpPr>
            <p:nvPr/>
          </p:nvSpPr>
          <p:spPr bwMode="auto">
            <a:xfrm>
              <a:off x="556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6" name="Line 76"/>
            <p:cNvSpPr>
              <a:spLocks noChangeShapeType="1"/>
            </p:cNvSpPr>
            <p:nvPr/>
          </p:nvSpPr>
          <p:spPr bwMode="auto">
            <a:xfrm>
              <a:off x="819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7" name="Line 77"/>
            <p:cNvSpPr>
              <a:spLocks noChangeShapeType="1"/>
            </p:cNvSpPr>
            <p:nvPr/>
          </p:nvSpPr>
          <p:spPr bwMode="auto">
            <a:xfrm>
              <a:off x="1084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8" name="Line 78"/>
            <p:cNvSpPr>
              <a:spLocks noChangeShapeType="1"/>
            </p:cNvSpPr>
            <p:nvPr/>
          </p:nvSpPr>
          <p:spPr bwMode="auto">
            <a:xfrm>
              <a:off x="1346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9" name="Line 79"/>
            <p:cNvSpPr>
              <a:spLocks noChangeShapeType="1"/>
            </p:cNvSpPr>
            <p:nvPr/>
          </p:nvSpPr>
          <p:spPr bwMode="auto">
            <a:xfrm>
              <a:off x="1610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0" name="Line 80"/>
            <p:cNvSpPr>
              <a:spLocks noChangeShapeType="1"/>
            </p:cNvSpPr>
            <p:nvPr/>
          </p:nvSpPr>
          <p:spPr bwMode="auto">
            <a:xfrm>
              <a:off x="1873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1" name="Line 81"/>
            <p:cNvSpPr>
              <a:spLocks noChangeShapeType="1"/>
            </p:cNvSpPr>
            <p:nvPr/>
          </p:nvSpPr>
          <p:spPr bwMode="auto">
            <a:xfrm>
              <a:off x="2137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2" name="Line 82"/>
            <p:cNvSpPr>
              <a:spLocks noChangeShapeType="1"/>
            </p:cNvSpPr>
            <p:nvPr/>
          </p:nvSpPr>
          <p:spPr bwMode="auto">
            <a:xfrm>
              <a:off x="240" y="1434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3" name="Line 83"/>
            <p:cNvSpPr>
              <a:spLocks noChangeShapeType="1"/>
            </p:cNvSpPr>
            <p:nvPr/>
          </p:nvSpPr>
          <p:spPr bwMode="auto">
            <a:xfrm>
              <a:off x="240" y="1683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4" name="Line 84"/>
            <p:cNvSpPr>
              <a:spLocks noChangeShapeType="1"/>
            </p:cNvSpPr>
            <p:nvPr/>
          </p:nvSpPr>
          <p:spPr bwMode="auto">
            <a:xfrm>
              <a:off x="240" y="1932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5" name="Line 85"/>
            <p:cNvSpPr>
              <a:spLocks noChangeShapeType="1"/>
            </p:cNvSpPr>
            <p:nvPr/>
          </p:nvSpPr>
          <p:spPr bwMode="auto">
            <a:xfrm>
              <a:off x="240" y="2181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6" name="Line 86"/>
            <p:cNvSpPr>
              <a:spLocks noChangeShapeType="1"/>
            </p:cNvSpPr>
            <p:nvPr/>
          </p:nvSpPr>
          <p:spPr bwMode="auto">
            <a:xfrm>
              <a:off x="240" y="2430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7" name="Line 87"/>
            <p:cNvSpPr>
              <a:spLocks noChangeShapeType="1"/>
            </p:cNvSpPr>
            <p:nvPr/>
          </p:nvSpPr>
          <p:spPr bwMode="auto">
            <a:xfrm>
              <a:off x="240" y="2679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8" name="Rectangle 88"/>
            <p:cNvSpPr>
              <a:spLocks noChangeArrowheads="1"/>
            </p:cNvSpPr>
            <p:nvPr/>
          </p:nvSpPr>
          <p:spPr bwMode="auto">
            <a:xfrm>
              <a:off x="576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49" name="Rectangle 89"/>
            <p:cNvSpPr>
              <a:spLocks noChangeArrowheads="1"/>
            </p:cNvSpPr>
            <p:nvPr/>
          </p:nvSpPr>
          <p:spPr bwMode="auto">
            <a:xfrm>
              <a:off x="816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50" name="Rectangle 90"/>
            <p:cNvSpPr>
              <a:spLocks noChangeArrowheads="1"/>
            </p:cNvSpPr>
            <p:nvPr/>
          </p:nvSpPr>
          <p:spPr bwMode="auto">
            <a:xfrm>
              <a:off x="1104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66651" name="Rectangle 91"/>
            <p:cNvSpPr>
              <a:spLocks noChangeArrowheads="1"/>
            </p:cNvSpPr>
            <p:nvPr/>
          </p:nvSpPr>
          <p:spPr bwMode="auto">
            <a:xfrm>
              <a:off x="1104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66652" name="Rectangle 92"/>
            <p:cNvSpPr>
              <a:spLocks noChangeArrowheads="1"/>
            </p:cNvSpPr>
            <p:nvPr/>
          </p:nvSpPr>
          <p:spPr bwMode="auto">
            <a:xfrm>
              <a:off x="1104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6653" name="Rectangle 93"/>
            <p:cNvSpPr>
              <a:spLocks noChangeArrowheads="1"/>
            </p:cNvSpPr>
            <p:nvPr/>
          </p:nvSpPr>
          <p:spPr bwMode="auto">
            <a:xfrm>
              <a:off x="1104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54" name="Rectangle 94"/>
            <p:cNvSpPr>
              <a:spLocks noChangeArrowheads="1"/>
            </p:cNvSpPr>
            <p:nvPr/>
          </p:nvSpPr>
          <p:spPr bwMode="auto">
            <a:xfrm>
              <a:off x="1104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55" name="Rectangle 95"/>
            <p:cNvSpPr>
              <a:spLocks noChangeArrowheads="1"/>
            </p:cNvSpPr>
            <p:nvPr/>
          </p:nvSpPr>
          <p:spPr bwMode="auto">
            <a:xfrm>
              <a:off x="1104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56" name="Rectangle 96"/>
            <p:cNvSpPr>
              <a:spLocks noChangeArrowheads="1"/>
            </p:cNvSpPr>
            <p:nvPr/>
          </p:nvSpPr>
          <p:spPr bwMode="auto">
            <a:xfrm>
              <a:off x="1104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66657" name="Rectangle 97"/>
            <p:cNvSpPr>
              <a:spLocks noChangeArrowheads="1"/>
            </p:cNvSpPr>
            <p:nvPr/>
          </p:nvSpPr>
          <p:spPr bwMode="auto">
            <a:xfrm>
              <a:off x="1344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66658" name="Rectangle 98"/>
            <p:cNvSpPr>
              <a:spLocks noChangeArrowheads="1"/>
            </p:cNvSpPr>
            <p:nvPr/>
          </p:nvSpPr>
          <p:spPr bwMode="auto">
            <a:xfrm>
              <a:off x="1344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66659" name="Rectangle 99"/>
            <p:cNvSpPr>
              <a:spLocks noChangeArrowheads="1"/>
            </p:cNvSpPr>
            <p:nvPr/>
          </p:nvSpPr>
          <p:spPr bwMode="auto">
            <a:xfrm>
              <a:off x="1344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66660" name="Rectangle 100"/>
            <p:cNvSpPr>
              <a:spLocks noChangeArrowheads="1"/>
            </p:cNvSpPr>
            <p:nvPr/>
          </p:nvSpPr>
          <p:spPr bwMode="auto">
            <a:xfrm>
              <a:off x="1632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61" name="Rectangle 101"/>
            <p:cNvSpPr>
              <a:spLocks noChangeArrowheads="1"/>
            </p:cNvSpPr>
            <p:nvPr/>
          </p:nvSpPr>
          <p:spPr bwMode="auto">
            <a:xfrm>
              <a:off x="1872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6662" name="Rectangle 102"/>
            <p:cNvSpPr>
              <a:spLocks noChangeArrowheads="1"/>
            </p:cNvSpPr>
            <p:nvPr/>
          </p:nvSpPr>
          <p:spPr bwMode="auto">
            <a:xfrm>
              <a:off x="1872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-1</a:t>
              </a:r>
            </a:p>
          </p:txBody>
        </p:sp>
        <p:sp>
          <p:nvSpPr>
            <p:cNvPr id="66663" name="Rectangle 103"/>
            <p:cNvSpPr>
              <a:spLocks noChangeArrowheads="1"/>
            </p:cNvSpPr>
            <p:nvPr/>
          </p:nvSpPr>
          <p:spPr bwMode="auto">
            <a:xfrm>
              <a:off x="1872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66664" name="Rectangle 104"/>
            <p:cNvSpPr>
              <a:spLocks noChangeArrowheads="1"/>
            </p:cNvSpPr>
            <p:nvPr/>
          </p:nvSpPr>
          <p:spPr bwMode="auto">
            <a:xfrm>
              <a:off x="2160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66" name="Rectangle 106"/>
            <p:cNvSpPr>
              <a:spLocks noChangeArrowheads="1"/>
            </p:cNvSpPr>
            <p:nvPr/>
          </p:nvSpPr>
          <p:spPr bwMode="auto">
            <a:xfrm>
              <a:off x="576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6667" name="Rectangle 107"/>
            <p:cNvSpPr>
              <a:spLocks noChangeArrowheads="1"/>
            </p:cNvSpPr>
            <p:nvPr/>
          </p:nvSpPr>
          <p:spPr bwMode="auto">
            <a:xfrm>
              <a:off x="576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68" name="Rectangle 108"/>
            <p:cNvSpPr>
              <a:spLocks noChangeArrowheads="1"/>
            </p:cNvSpPr>
            <p:nvPr/>
          </p:nvSpPr>
          <p:spPr bwMode="auto">
            <a:xfrm>
              <a:off x="576" y="213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69" name="Rectangle 109"/>
            <p:cNvSpPr>
              <a:spLocks noChangeArrowheads="1"/>
            </p:cNvSpPr>
            <p:nvPr/>
          </p:nvSpPr>
          <p:spPr bwMode="auto">
            <a:xfrm>
              <a:off x="576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70" name="Rectangle 110"/>
            <p:cNvSpPr>
              <a:spLocks noChangeArrowheads="1"/>
            </p:cNvSpPr>
            <p:nvPr/>
          </p:nvSpPr>
          <p:spPr bwMode="auto">
            <a:xfrm>
              <a:off x="576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66671" name="Rectangle 111"/>
            <p:cNvSpPr>
              <a:spLocks noChangeArrowheads="1"/>
            </p:cNvSpPr>
            <p:nvPr/>
          </p:nvSpPr>
          <p:spPr bwMode="auto">
            <a:xfrm>
              <a:off x="576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66672" name="Rectangle 112"/>
            <p:cNvSpPr>
              <a:spLocks noChangeArrowheads="1"/>
            </p:cNvSpPr>
            <p:nvPr/>
          </p:nvSpPr>
          <p:spPr bwMode="auto">
            <a:xfrm>
              <a:off x="816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66673" name="Rectangle 113"/>
            <p:cNvSpPr>
              <a:spLocks noChangeArrowheads="1"/>
            </p:cNvSpPr>
            <p:nvPr/>
          </p:nvSpPr>
          <p:spPr bwMode="auto">
            <a:xfrm>
              <a:off x="816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6674" name="Rectangle 114"/>
            <p:cNvSpPr>
              <a:spLocks noChangeArrowheads="1"/>
            </p:cNvSpPr>
            <p:nvPr/>
          </p:nvSpPr>
          <p:spPr bwMode="auto">
            <a:xfrm>
              <a:off x="816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75" name="Rectangle 115"/>
            <p:cNvSpPr>
              <a:spLocks noChangeArrowheads="1"/>
            </p:cNvSpPr>
            <p:nvPr/>
          </p:nvSpPr>
          <p:spPr bwMode="auto">
            <a:xfrm>
              <a:off x="816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76" name="Rectangle 116"/>
            <p:cNvSpPr>
              <a:spLocks noChangeArrowheads="1"/>
            </p:cNvSpPr>
            <p:nvPr/>
          </p:nvSpPr>
          <p:spPr bwMode="auto">
            <a:xfrm>
              <a:off x="816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77" name="Rectangle 117"/>
            <p:cNvSpPr>
              <a:spLocks noChangeArrowheads="1"/>
            </p:cNvSpPr>
            <p:nvPr/>
          </p:nvSpPr>
          <p:spPr bwMode="auto">
            <a:xfrm>
              <a:off x="816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78" name="Rectangle 118"/>
            <p:cNvSpPr>
              <a:spLocks noChangeArrowheads="1"/>
            </p:cNvSpPr>
            <p:nvPr/>
          </p:nvSpPr>
          <p:spPr bwMode="auto">
            <a:xfrm>
              <a:off x="1344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6679" name="Rectangle 119"/>
            <p:cNvSpPr>
              <a:spLocks noChangeArrowheads="1"/>
            </p:cNvSpPr>
            <p:nvPr/>
          </p:nvSpPr>
          <p:spPr bwMode="auto">
            <a:xfrm>
              <a:off x="1344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80" name="Rectangle 120"/>
            <p:cNvSpPr>
              <a:spLocks noChangeArrowheads="1"/>
            </p:cNvSpPr>
            <p:nvPr/>
          </p:nvSpPr>
          <p:spPr bwMode="auto">
            <a:xfrm>
              <a:off x="1344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66681" name="Rectangle 121"/>
            <p:cNvSpPr>
              <a:spLocks noChangeArrowheads="1"/>
            </p:cNvSpPr>
            <p:nvPr/>
          </p:nvSpPr>
          <p:spPr bwMode="auto">
            <a:xfrm>
              <a:off x="1344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66682" name="Rectangle 122"/>
            <p:cNvSpPr>
              <a:spLocks noChangeArrowheads="1"/>
            </p:cNvSpPr>
            <p:nvPr/>
          </p:nvSpPr>
          <p:spPr bwMode="auto">
            <a:xfrm>
              <a:off x="1632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83" name="Rectangle 123"/>
            <p:cNvSpPr>
              <a:spLocks noChangeArrowheads="1"/>
            </p:cNvSpPr>
            <p:nvPr/>
          </p:nvSpPr>
          <p:spPr bwMode="auto">
            <a:xfrm>
              <a:off x="1632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84" name="Rectangle 124"/>
            <p:cNvSpPr>
              <a:spLocks noChangeArrowheads="1"/>
            </p:cNvSpPr>
            <p:nvPr/>
          </p:nvSpPr>
          <p:spPr bwMode="auto">
            <a:xfrm>
              <a:off x="1632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66685" name="Rectangle 125"/>
            <p:cNvSpPr>
              <a:spLocks noChangeArrowheads="1"/>
            </p:cNvSpPr>
            <p:nvPr/>
          </p:nvSpPr>
          <p:spPr bwMode="auto">
            <a:xfrm>
              <a:off x="1632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6686" name="Rectangle 126"/>
            <p:cNvSpPr>
              <a:spLocks noChangeArrowheads="1"/>
            </p:cNvSpPr>
            <p:nvPr/>
          </p:nvSpPr>
          <p:spPr bwMode="auto">
            <a:xfrm>
              <a:off x="1632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66687" name="Rectangle 127"/>
            <p:cNvSpPr>
              <a:spLocks noChangeArrowheads="1"/>
            </p:cNvSpPr>
            <p:nvPr/>
          </p:nvSpPr>
          <p:spPr bwMode="auto">
            <a:xfrm>
              <a:off x="1632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-6</a:t>
              </a:r>
            </a:p>
          </p:txBody>
        </p:sp>
        <p:sp>
          <p:nvSpPr>
            <p:cNvPr id="66688" name="Rectangle 128"/>
            <p:cNvSpPr>
              <a:spLocks noChangeArrowheads="1"/>
            </p:cNvSpPr>
            <p:nvPr/>
          </p:nvSpPr>
          <p:spPr bwMode="auto">
            <a:xfrm>
              <a:off x="1872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89" name="Rectangle 129"/>
            <p:cNvSpPr>
              <a:spLocks noChangeArrowheads="1"/>
            </p:cNvSpPr>
            <p:nvPr/>
          </p:nvSpPr>
          <p:spPr bwMode="auto">
            <a:xfrm>
              <a:off x="1872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90" name="Rectangle 130"/>
            <p:cNvSpPr>
              <a:spLocks noChangeArrowheads="1"/>
            </p:cNvSpPr>
            <p:nvPr/>
          </p:nvSpPr>
          <p:spPr bwMode="auto">
            <a:xfrm>
              <a:off x="1872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6691" name="Rectangle 131"/>
            <p:cNvSpPr>
              <a:spLocks noChangeArrowheads="1"/>
            </p:cNvSpPr>
            <p:nvPr/>
          </p:nvSpPr>
          <p:spPr bwMode="auto">
            <a:xfrm>
              <a:off x="1872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  <a:endParaRPr lang="en-US"/>
            </a:p>
          </p:txBody>
        </p:sp>
        <p:sp>
          <p:nvSpPr>
            <p:cNvPr id="66692" name="Rectangle 132"/>
            <p:cNvSpPr>
              <a:spLocks noChangeArrowheads="1"/>
            </p:cNvSpPr>
            <p:nvPr/>
          </p:nvSpPr>
          <p:spPr bwMode="auto">
            <a:xfrm>
              <a:off x="2160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66693" name="Rectangle 133"/>
            <p:cNvSpPr>
              <a:spLocks noChangeArrowheads="1"/>
            </p:cNvSpPr>
            <p:nvPr/>
          </p:nvSpPr>
          <p:spPr bwMode="auto">
            <a:xfrm>
              <a:off x="2160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94" name="Rectangle 134"/>
            <p:cNvSpPr>
              <a:spLocks noChangeArrowheads="1"/>
            </p:cNvSpPr>
            <p:nvPr/>
          </p:nvSpPr>
          <p:spPr bwMode="auto">
            <a:xfrm>
              <a:off x="2160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95" name="Rectangle 135"/>
            <p:cNvSpPr>
              <a:spLocks noChangeArrowheads="1"/>
            </p:cNvSpPr>
            <p:nvPr/>
          </p:nvSpPr>
          <p:spPr bwMode="auto">
            <a:xfrm>
              <a:off x="2160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96" name="Rectangle 136"/>
            <p:cNvSpPr>
              <a:spLocks noChangeArrowheads="1"/>
            </p:cNvSpPr>
            <p:nvPr/>
          </p:nvSpPr>
          <p:spPr bwMode="auto">
            <a:xfrm>
              <a:off x="2160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97" name="Rectangle 137"/>
            <p:cNvSpPr>
              <a:spLocks noChangeArrowheads="1"/>
            </p:cNvSpPr>
            <p:nvPr/>
          </p:nvSpPr>
          <p:spPr bwMode="auto">
            <a:xfrm>
              <a:off x="2160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6699" name="Rectangle 139"/>
            <p:cNvSpPr>
              <a:spLocks noChangeArrowheads="1"/>
            </p:cNvSpPr>
            <p:nvPr/>
          </p:nvSpPr>
          <p:spPr bwMode="auto">
            <a:xfrm>
              <a:off x="0" y="1176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i</a:t>
              </a:r>
              <a:r>
                <a:rPr lang="en-US" b="1">
                  <a:sym typeface="Wingdings" pitchFamily="2" charset="2"/>
                </a:rPr>
                <a:t></a:t>
              </a:r>
              <a:endParaRPr lang="en-US" b="1"/>
            </a:p>
          </p:txBody>
        </p:sp>
        <p:sp>
          <p:nvSpPr>
            <p:cNvPr id="66700" name="Rectangle 140"/>
            <p:cNvSpPr>
              <a:spLocks noChangeArrowheads="1"/>
            </p:cNvSpPr>
            <p:nvPr/>
          </p:nvSpPr>
          <p:spPr bwMode="auto">
            <a:xfrm>
              <a:off x="0" y="146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i</a:t>
              </a:r>
              <a:r>
                <a:rPr lang="en-US" b="1">
                  <a:sym typeface="Wingdings" pitchFamily="2" charset="2"/>
                </a:rPr>
                <a:t></a:t>
              </a:r>
              <a:endParaRPr lang="en-US" b="1"/>
            </a:p>
          </p:txBody>
        </p:sp>
        <p:sp>
          <p:nvSpPr>
            <p:cNvPr id="66701" name="Rectangle 141"/>
            <p:cNvSpPr>
              <a:spLocks noChangeArrowheads="1"/>
            </p:cNvSpPr>
            <p:nvPr/>
          </p:nvSpPr>
          <p:spPr bwMode="auto">
            <a:xfrm>
              <a:off x="0" y="17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i</a:t>
              </a:r>
              <a:r>
                <a:rPr lang="en-US" b="1">
                  <a:sym typeface="Wingdings" pitchFamily="2" charset="2"/>
                </a:rPr>
                <a:t></a:t>
              </a:r>
              <a:endParaRPr lang="en-US" b="1"/>
            </a:p>
          </p:txBody>
        </p:sp>
        <p:sp>
          <p:nvSpPr>
            <p:cNvPr id="66702" name="Rectangle 142"/>
            <p:cNvSpPr>
              <a:spLocks noChangeArrowheads="1"/>
            </p:cNvSpPr>
            <p:nvPr/>
          </p:nvSpPr>
          <p:spPr bwMode="auto">
            <a:xfrm>
              <a:off x="0" y="194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i</a:t>
              </a:r>
              <a:r>
                <a:rPr lang="en-US" b="1">
                  <a:sym typeface="Wingdings" pitchFamily="2" charset="2"/>
                </a:rPr>
                <a:t></a:t>
              </a:r>
              <a:endParaRPr lang="en-US" b="1"/>
            </a:p>
          </p:txBody>
        </p:sp>
        <p:sp>
          <p:nvSpPr>
            <p:cNvPr id="66703" name="Rectangle 143"/>
            <p:cNvSpPr>
              <a:spLocks noChangeArrowheads="1"/>
            </p:cNvSpPr>
            <p:nvPr/>
          </p:nvSpPr>
          <p:spPr bwMode="auto">
            <a:xfrm>
              <a:off x="0" y="218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i</a:t>
              </a:r>
              <a:r>
                <a:rPr lang="en-US" b="1">
                  <a:sym typeface="Wingdings" pitchFamily="2" charset="2"/>
                </a:rPr>
                <a:t></a:t>
              </a:r>
              <a:endParaRPr lang="en-US" b="1"/>
            </a:p>
          </p:txBody>
        </p:sp>
        <p:sp>
          <p:nvSpPr>
            <p:cNvPr id="66704" name="Rectangle 144"/>
            <p:cNvSpPr>
              <a:spLocks noChangeArrowheads="1"/>
            </p:cNvSpPr>
            <p:nvPr/>
          </p:nvSpPr>
          <p:spPr bwMode="auto">
            <a:xfrm>
              <a:off x="0" y="242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i</a:t>
              </a:r>
              <a:r>
                <a:rPr lang="en-US" b="1">
                  <a:sym typeface="Wingdings" pitchFamily="2" charset="2"/>
                </a:rPr>
                <a:t></a:t>
              </a:r>
              <a:endParaRPr lang="en-US" b="1"/>
            </a:p>
          </p:txBody>
        </p:sp>
        <p:sp>
          <p:nvSpPr>
            <p:cNvPr id="66705" name="Rectangle 145"/>
            <p:cNvSpPr>
              <a:spLocks noChangeArrowheads="1"/>
            </p:cNvSpPr>
            <p:nvPr/>
          </p:nvSpPr>
          <p:spPr bwMode="auto">
            <a:xfrm>
              <a:off x="0" y="266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i</a:t>
              </a:r>
              <a:r>
                <a:rPr lang="en-US" b="1">
                  <a:sym typeface="Wingdings" pitchFamily="2" charset="2"/>
                </a:rPr>
                <a:t></a:t>
              </a:r>
              <a:endParaRPr lang="en-US" b="1"/>
            </a:p>
          </p:txBody>
        </p:sp>
        <p:sp>
          <p:nvSpPr>
            <p:cNvPr id="66706" name="Rectangle 146"/>
            <p:cNvSpPr>
              <a:spLocks noChangeArrowheads="1"/>
            </p:cNvSpPr>
            <p:nvPr/>
          </p:nvSpPr>
          <p:spPr bwMode="auto">
            <a:xfrm>
              <a:off x="576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j</a:t>
              </a:r>
              <a:r>
                <a:rPr lang="en-US" b="1">
                  <a:sym typeface="Wingdings 3" pitchFamily="18" charset="2"/>
                </a:rPr>
                <a:t></a:t>
              </a:r>
            </a:p>
          </p:txBody>
        </p:sp>
        <p:sp>
          <p:nvSpPr>
            <p:cNvPr id="66707" name="Rectangle 147"/>
            <p:cNvSpPr>
              <a:spLocks noChangeArrowheads="1"/>
            </p:cNvSpPr>
            <p:nvPr/>
          </p:nvSpPr>
          <p:spPr bwMode="auto">
            <a:xfrm>
              <a:off x="864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j</a:t>
              </a:r>
              <a:r>
                <a:rPr lang="en-US" b="1">
                  <a:sym typeface="Wingdings 3" pitchFamily="18" charset="2"/>
                </a:rPr>
                <a:t></a:t>
              </a:r>
            </a:p>
          </p:txBody>
        </p:sp>
        <p:sp>
          <p:nvSpPr>
            <p:cNvPr id="66708" name="Rectangle 148"/>
            <p:cNvSpPr>
              <a:spLocks noChangeArrowheads="1"/>
            </p:cNvSpPr>
            <p:nvPr/>
          </p:nvSpPr>
          <p:spPr bwMode="auto">
            <a:xfrm>
              <a:off x="1104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j</a:t>
              </a:r>
              <a:r>
                <a:rPr lang="en-US" b="1">
                  <a:sym typeface="Wingdings 3" pitchFamily="18" charset="2"/>
                </a:rPr>
                <a:t></a:t>
              </a:r>
            </a:p>
          </p:txBody>
        </p:sp>
        <p:sp>
          <p:nvSpPr>
            <p:cNvPr id="66709" name="Rectangle 149"/>
            <p:cNvSpPr>
              <a:spLocks noChangeArrowheads="1"/>
            </p:cNvSpPr>
            <p:nvPr/>
          </p:nvSpPr>
          <p:spPr bwMode="auto">
            <a:xfrm>
              <a:off x="1392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j</a:t>
              </a:r>
              <a:r>
                <a:rPr lang="en-US" b="1">
                  <a:sym typeface="Wingdings 3" pitchFamily="18" charset="2"/>
                </a:rPr>
                <a:t></a:t>
              </a:r>
            </a:p>
          </p:txBody>
        </p:sp>
        <p:sp>
          <p:nvSpPr>
            <p:cNvPr id="66710" name="Rectangle 150"/>
            <p:cNvSpPr>
              <a:spLocks noChangeArrowheads="1"/>
            </p:cNvSpPr>
            <p:nvPr/>
          </p:nvSpPr>
          <p:spPr bwMode="auto">
            <a:xfrm>
              <a:off x="1680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j</a:t>
              </a:r>
              <a:r>
                <a:rPr lang="en-US" b="1">
                  <a:sym typeface="Wingdings 3" pitchFamily="18" charset="2"/>
                </a:rPr>
                <a:t></a:t>
              </a:r>
            </a:p>
          </p:txBody>
        </p:sp>
        <p:sp>
          <p:nvSpPr>
            <p:cNvPr id="66711" name="Rectangle 151"/>
            <p:cNvSpPr>
              <a:spLocks noChangeArrowheads="1"/>
            </p:cNvSpPr>
            <p:nvPr/>
          </p:nvSpPr>
          <p:spPr bwMode="auto">
            <a:xfrm>
              <a:off x="1920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j</a:t>
              </a:r>
              <a:r>
                <a:rPr lang="en-US" b="1">
                  <a:sym typeface="Wingdings 3" pitchFamily="18" charset="2"/>
                </a:rPr>
                <a:t></a:t>
              </a:r>
            </a:p>
          </p:txBody>
        </p:sp>
        <p:sp>
          <p:nvSpPr>
            <p:cNvPr id="66712" name="Rectangle 152"/>
            <p:cNvSpPr>
              <a:spLocks noChangeArrowheads="1"/>
            </p:cNvSpPr>
            <p:nvPr/>
          </p:nvSpPr>
          <p:spPr bwMode="auto">
            <a:xfrm>
              <a:off x="2208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j</a:t>
              </a:r>
              <a:r>
                <a:rPr lang="en-US" b="1">
                  <a:sym typeface="Wingdings 3" pitchFamily="18" charset="2"/>
                </a:rPr>
                <a:t></a:t>
              </a:r>
            </a:p>
          </p:txBody>
        </p:sp>
      </p:grpSp>
      <p:grpSp>
        <p:nvGrpSpPr>
          <p:cNvPr id="3" name="Group 305"/>
          <p:cNvGrpSpPr>
            <a:grpSpLocks/>
          </p:cNvGrpSpPr>
          <p:nvPr/>
        </p:nvGrpSpPr>
        <p:grpSpPr bwMode="auto">
          <a:xfrm>
            <a:off x="914400" y="1981200"/>
            <a:ext cx="2971800" cy="2819400"/>
            <a:chOff x="576" y="1104"/>
            <a:chExt cx="1872" cy="1776"/>
          </a:xfrm>
        </p:grpSpPr>
        <p:sp>
          <p:nvSpPr>
            <p:cNvPr id="66714" name="Line 154"/>
            <p:cNvSpPr>
              <a:spLocks noChangeShapeType="1"/>
            </p:cNvSpPr>
            <p:nvPr/>
          </p:nvSpPr>
          <p:spPr bwMode="auto">
            <a:xfrm>
              <a:off x="1536" y="1104"/>
              <a:ext cx="0" cy="17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715" name="Line 155"/>
            <p:cNvSpPr>
              <a:spLocks noChangeShapeType="1"/>
            </p:cNvSpPr>
            <p:nvPr/>
          </p:nvSpPr>
          <p:spPr bwMode="auto">
            <a:xfrm>
              <a:off x="576" y="2112"/>
              <a:ext cx="1872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6923" name="Group 363"/>
          <p:cNvGraphicFramePr>
            <a:graphicFrameLocks noGrp="1"/>
          </p:cNvGraphicFramePr>
          <p:nvPr/>
        </p:nvGraphicFramePr>
        <p:xfrm>
          <a:off x="5334000" y="17526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6804" name="Rectangle 244"/>
          <p:cNvSpPr>
            <a:spLocks noChangeArrowheads="1"/>
          </p:cNvSpPr>
          <p:nvPr/>
        </p:nvSpPr>
        <p:spPr bwMode="auto">
          <a:xfrm>
            <a:off x="6629400" y="3276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6808" name="Rectangle 248"/>
          <p:cNvSpPr>
            <a:spLocks noChangeArrowheads="1"/>
          </p:cNvSpPr>
          <p:nvPr/>
        </p:nvSpPr>
        <p:spPr bwMode="auto">
          <a:xfrm>
            <a:off x="7086600" y="2514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4</a:t>
            </a:r>
          </a:p>
        </p:txBody>
      </p:sp>
      <p:sp>
        <p:nvSpPr>
          <p:cNvPr id="66809" name="Rectangle 249"/>
          <p:cNvSpPr>
            <a:spLocks noChangeArrowheads="1"/>
          </p:cNvSpPr>
          <p:nvPr/>
        </p:nvSpPr>
        <p:spPr bwMode="auto">
          <a:xfrm>
            <a:off x="7086600" y="2133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5</a:t>
            </a:r>
          </a:p>
        </p:txBody>
      </p:sp>
      <p:sp>
        <p:nvSpPr>
          <p:cNvPr id="66810" name="Rectangle 250"/>
          <p:cNvSpPr>
            <a:spLocks noChangeArrowheads="1"/>
          </p:cNvSpPr>
          <p:nvPr/>
        </p:nvSpPr>
        <p:spPr bwMode="auto">
          <a:xfrm>
            <a:off x="7086600" y="2895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66811" name="Rectangle 251"/>
          <p:cNvSpPr>
            <a:spLocks noChangeArrowheads="1"/>
          </p:cNvSpPr>
          <p:nvPr/>
        </p:nvSpPr>
        <p:spPr bwMode="auto">
          <a:xfrm>
            <a:off x="7543800" y="2895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11</a:t>
            </a:r>
          </a:p>
        </p:txBody>
      </p:sp>
      <p:sp>
        <p:nvSpPr>
          <p:cNvPr id="66820" name="Rectangle 260"/>
          <p:cNvSpPr>
            <a:spLocks noChangeArrowheads="1"/>
          </p:cNvSpPr>
          <p:nvPr/>
        </p:nvSpPr>
        <p:spPr bwMode="auto">
          <a:xfrm>
            <a:off x="58674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6825" name="Rectangle 265"/>
          <p:cNvSpPr>
            <a:spLocks noChangeArrowheads="1"/>
          </p:cNvSpPr>
          <p:nvPr/>
        </p:nvSpPr>
        <p:spPr bwMode="auto">
          <a:xfrm>
            <a:off x="62484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6829" name="Rectangle 269"/>
          <p:cNvSpPr>
            <a:spLocks noChangeArrowheads="1"/>
          </p:cNvSpPr>
          <p:nvPr/>
        </p:nvSpPr>
        <p:spPr bwMode="auto">
          <a:xfrm>
            <a:off x="70866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66830" name="Rectangle 270"/>
          <p:cNvSpPr>
            <a:spLocks noChangeArrowheads="1"/>
          </p:cNvSpPr>
          <p:nvPr/>
        </p:nvSpPr>
        <p:spPr bwMode="auto">
          <a:xfrm>
            <a:off x="70866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6831" name="Rectangle 271"/>
          <p:cNvSpPr>
            <a:spLocks noChangeArrowheads="1"/>
          </p:cNvSpPr>
          <p:nvPr/>
        </p:nvSpPr>
        <p:spPr bwMode="auto">
          <a:xfrm>
            <a:off x="7086600" y="4152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66832" name="Rectangle 272"/>
          <p:cNvSpPr>
            <a:spLocks noChangeArrowheads="1"/>
          </p:cNvSpPr>
          <p:nvPr/>
        </p:nvSpPr>
        <p:spPr bwMode="auto">
          <a:xfrm>
            <a:off x="70866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66833" name="Rectangle 273"/>
          <p:cNvSpPr>
            <a:spLocks noChangeArrowheads="1"/>
          </p:cNvSpPr>
          <p:nvPr/>
        </p:nvSpPr>
        <p:spPr bwMode="auto">
          <a:xfrm>
            <a:off x="7543800" y="2171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8</a:t>
            </a:r>
          </a:p>
        </p:txBody>
      </p:sp>
      <p:sp>
        <p:nvSpPr>
          <p:cNvPr id="66834" name="Rectangle 274"/>
          <p:cNvSpPr>
            <a:spLocks noChangeArrowheads="1"/>
          </p:cNvSpPr>
          <p:nvPr/>
        </p:nvSpPr>
        <p:spPr bwMode="auto">
          <a:xfrm>
            <a:off x="75438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7</a:t>
            </a:r>
          </a:p>
        </p:txBody>
      </p:sp>
      <p:sp>
        <p:nvSpPr>
          <p:cNvPr id="66835" name="Rectangle 275"/>
          <p:cNvSpPr>
            <a:spLocks noChangeArrowheads="1"/>
          </p:cNvSpPr>
          <p:nvPr/>
        </p:nvSpPr>
        <p:spPr bwMode="auto">
          <a:xfrm>
            <a:off x="75438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6839" name="Rectangle 279"/>
          <p:cNvSpPr>
            <a:spLocks noChangeArrowheads="1"/>
          </p:cNvSpPr>
          <p:nvPr/>
        </p:nvSpPr>
        <p:spPr bwMode="auto">
          <a:xfrm>
            <a:off x="79248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6845" name="Rectangle 285"/>
          <p:cNvSpPr>
            <a:spLocks noChangeArrowheads="1"/>
          </p:cNvSpPr>
          <p:nvPr/>
        </p:nvSpPr>
        <p:spPr bwMode="auto">
          <a:xfrm>
            <a:off x="83820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6838" name="Rectangle 278"/>
          <p:cNvSpPr>
            <a:spLocks noChangeArrowheads="1"/>
          </p:cNvSpPr>
          <p:nvPr/>
        </p:nvSpPr>
        <p:spPr bwMode="auto">
          <a:xfrm>
            <a:off x="75438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grpSp>
        <p:nvGrpSpPr>
          <p:cNvPr id="4" name="Group 362"/>
          <p:cNvGrpSpPr>
            <a:grpSpLocks/>
          </p:cNvGrpSpPr>
          <p:nvPr/>
        </p:nvGrpSpPr>
        <p:grpSpPr bwMode="auto">
          <a:xfrm>
            <a:off x="5867400" y="2133600"/>
            <a:ext cx="2895600" cy="2705100"/>
            <a:chOff x="3696" y="1344"/>
            <a:chExt cx="1824" cy="1704"/>
          </a:xfrm>
        </p:grpSpPr>
        <p:sp>
          <p:nvSpPr>
            <p:cNvPr id="66842" name="Rectangle 282"/>
            <p:cNvSpPr>
              <a:spLocks noChangeArrowheads="1"/>
            </p:cNvSpPr>
            <p:nvPr/>
          </p:nvSpPr>
          <p:spPr bwMode="auto">
            <a:xfrm>
              <a:off x="4992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  <a:endParaRPr lang="en-US"/>
            </a:p>
          </p:txBody>
        </p:sp>
        <p:sp>
          <p:nvSpPr>
            <p:cNvPr id="66799" name="Rectangle 239"/>
            <p:cNvSpPr>
              <a:spLocks noChangeArrowheads="1"/>
            </p:cNvSpPr>
            <p:nvPr/>
          </p:nvSpPr>
          <p:spPr bwMode="auto">
            <a:xfrm>
              <a:off x="3696" y="18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00" name="Rectangle 240"/>
            <p:cNvSpPr>
              <a:spLocks noChangeArrowheads="1"/>
            </p:cNvSpPr>
            <p:nvPr/>
          </p:nvSpPr>
          <p:spPr bwMode="auto">
            <a:xfrm>
              <a:off x="3936" y="18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01" name="Rectangle 241"/>
            <p:cNvSpPr>
              <a:spLocks noChangeArrowheads="1"/>
            </p:cNvSpPr>
            <p:nvPr/>
          </p:nvSpPr>
          <p:spPr bwMode="auto">
            <a:xfrm>
              <a:off x="4224" y="13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66802" name="Rectangle 242"/>
            <p:cNvSpPr>
              <a:spLocks noChangeArrowheads="1"/>
            </p:cNvSpPr>
            <p:nvPr/>
          </p:nvSpPr>
          <p:spPr bwMode="auto">
            <a:xfrm>
              <a:off x="4224" y="15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66803" name="Rectangle 243"/>
            <p:cNvSpPr>
              <a:spLocks noChangeArrowheads="1"/>
            </p:cNvSpPr>
            <p:nvPr/>
          </p:nvSpPr>
          <p:spPr bwMode="auto">
            <a:xfrm>
              <a:off x="4224" y="18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6805" name="Rectangle 245"/>
            <p:cNvSpPr>
              <a:spLocks noChangeArrowheads="1"/>
            </p:cNvSpPr>
            <p:nvPr/>
          </p:nvSpPr>
          <p:spPr bwMode="auto">
            <a:xfrm>
              <a:off x="4224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06" name="Rectangle 246"/>
            <p:cNvSpPr>
              <a:spLocks noChangeArrowheads="1"/>
            </p:cNvSpPr>
            <p:nvPr/>
          </p:nvSpPr>
          <p:spPr bwMode="auto">
            <a:xfrm>
              <a:off x="4224" y="25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07" name="Rectangle 247"/>
            <p:cNvSpPr>
              <a:spLocks noChangeArrowheads="1"/>
            </p:cNvSpPr>
            <p:nvPr/>
          </p:nvSpPr>
          <p:spPr bwMode="auto">
            <a:xfrm>
              <a:off x="4224" y="28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66812" name="Rectangle 252"/>
            <p:cNvSpPr>
              <a:spLocks noChangeArrowheads="1"/>
            </p:cNvSpPr>
            <p:nvPr/>
          </p:nvSpPr>
          <p:spPr bwMode="auto">
            <a:xfrm>
              <a:off x="4992" y="13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6813" name="Rectangle 253"/>
            <p:cNvSpPr>
              <a:spLocks noChangeArrowheads="1"/>
            </p:cNvSpPr>
            <p:nvPr/>
          </p:nvSpPr>
          <p:spPr bwMode="auto">
            <a:xfrm>
              <a:off x="4992" y="15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-1</a:t>
              </a:r>
            </a:p>
          </p:txBody>
        </p:sp>
        <p:sp>
          <p:nvSpPr>
            <p:cNvPr id="66814" name="Rectangle 254"/>
            <p:cNvSpPr>
              <a:spLocks noChangeArrowheads="1"/>
            </p:cNvSpPr>
            <p:nvPr/>
          </p:nvSpPr>
          <p:spPr bwMode="auto">
            <a:xfrm>
              <a:off x="4992" y="18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66815" name="Rectangle 255"/>
            <p:cNvSpPr>
              <a:spLocks noChangeArrowheads="1"/>
            </p:cNvSpPr>
            <p:nvPr/>
          </p:nvSpPr>
          <p:spPr bwMode="auto">
            <a:xfrm>
              <a:off x="5280" y="184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17" name="Rectangle 257"/>
            <p:cNvSpPr>
              <a:spLocks noChangeArrowheads="1"/>
            </p:cNvSpPr>
            <p:nvPr/>
          </p:nvSpPr>
          <p:spPr bwMode="auto">
            <a:xfrm>
              <a:off x="3696" y="13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6818" name="Rectangle 258"/>
            <p:cNvSpPr>
              <a:spLocks noChangeArrowheads="1"/>
            </p:cNvSpPr>
            <p:nvPr/>
          </p:nvSpPr>
          <p:spPr bwMode="auto">
            <a:xfrm>
              <a:off x="3696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19" name="Rectangle 259"/>
            <p:cNvSpPr>
              <a:spLocks noChangeArrowheads="1"/>
            </p:cNvSpPr>
            <p:nvPr/>
          </p:nvSpPr>
          <p:spPr bwMode="auto">
            <a:xfrm>
              <a:off x="3696" y="228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21" name="Rectangle 261"/>
            <p:cNvSpPr>
              <a:spLocks noChangeArrowheads="1"/>
            </p:cNvSpPr>
            <p:nvPr/>
          </p:nvSpPr>
          <p:spPr bwMode="auto">
            <a:xfrm>
              <a:off x="3696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66822" name="Rectangle 262"/>
            <p:cNvSpPr>
              <a:spLocks noChangeArrowheads="1"/>
            </p:cNvSpPr>
            <p:nvPr/>
          </p:nvSpPr>
          <p:spPr bwMode="auto">
            <a:xfrm>
              <a:off x="3696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66823" name="Rectangle 263"/>
            <p:cNvSpPr>
              <a:spLocks noChangeArrowheads="1"/>
            </p:cNvSpPr>
            <p:nvPr/>
          </p:nvSpPr>
          <p:spPr bwMode="auto">
            <a:xfrm>
              <a:off x="3936" y="13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66824" name="Rectangle 264"/>
            <p:cNvSpPr>
              <a:spLocks noChangeArrowheads="1"/>
            </p:cNvSpPr>
            <p:nvPr/>
          </p:nvSpPr>
          <p:spPr bwMode="auto">
            <a:xfrm>
              <a:off x="3936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6826" name="Rectangle 266"/>
            <p:cNvSpPr>
              <a:spLocks noChangeArrowheads="1"/>
            </p:cNvSpPr>
            <p:nvPr/>
          </p:nvSpPr>
          <p:spPr bwMode="auto">
            <a:xfrm>
              <a:off x="3936" y="23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27" name="Rectangle 267"/>
            <p:cNvSpPr>
              <a:spLocks noChangeArrowheads="1"/>
            </p:cNvSpPr>
            <p:nvPr/>
          </p:nvSpPr>
          <p:spPr bwMode="auto">
            <a:xfrm>
              <a:off x="3936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28" name="Rectangle 268"/>
            <p:cNvSpPr>
              <a:spLocks noChangeArrowheads="1"/>
            </p:cNvSpPr>
            <p:nvPr/>
          </p:nvSpPr>
          <p:spPr bwMode="auto">
            <a:xfrm>
              <a:off x="3936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36" name="Rectangle 276"/>
            <p:cNvSpPr>
              <a:spLocks noChangeArrowheads="1"/>
            </p:cNvSpPr>
            <p:nvPr/>
          </p:nvSpPr>
          <p:spPr bwMode="auto">
            <a:xfrm>
              <a:off x="4752" y="23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6837" name="Rectangle 277"/>
            <p:cNvSpPr>
              <a:spLocks noChangeArrowheads="1"/>
            </p:cNvSpPr>
            <p:nvPr/>
          </p:nvSpPr>
          <p:spPr bwMode="auto">
            <a:xfrm>
              <a:off x="4752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66840" name="Rectangle 280"/>
            <p:cNvSpPr>
              <a:spLocks noChangeArrowheads="1"/>
            </p:cNvSpPr>
            <p:nvPr/>
          </p:nvSpPr>
          <p:spPr bwMode="auto">
            <a:xfrm>
              <a:off x="4992" y="23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41" name="Rectangle 281"/>
            <p:cNvSpPr>
              <a:spLocks noChangeArrowheads="1"/>
            </p:cNvSpPr>
            <p:nvPr/>
          </p:nvSpPr>
          <p:spPr bwMode="auto">
            <a:xfrm>
              <a:off x="4992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6843" name="Rectangle 283"/>
            <p:cNvSpPr>
              <a:spLocks noChangeArrowheads="1"/>
            </p:cNvSpPr>
            <p:nvPr/>
          </p:nvSpPr>
          <p:spPr bwMode="auto">
            <a:xfrm>
              <a:off x="5280" y="13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66844" name="Rectangle 284"/>
            <p:cNvSpPr>
              <a:spLocks noChangeArrowheads="1"/>
            </p:cNvSpPr>
            <p:nvPr/>
          </p:nvSpPr>
          <p:spPr bwMode="auto">
            <a:xfrm>
              <a:off x="5280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46" name="Rectangle 286"/>
            <p:cNvSpPr>
              <a:spLocks noChangeArrowheads="1"/>
            </p:cNvSpPr>
            <p:nvPr/>
          </p:nvSpPr>
          <p:spPr bwMode="auto">
            <a:xfrm>
              <a:off x="5280" y="23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47" name="Rectangle 287"/>
            <p:cNvSpPr>
              <a:spLocks noChangeArrowheads="1"/>
            </p:cNvSpPr>
            <p:nvPr/>
          </p:nvSpPr>
          <p:spPr bwMode="auto">
            <a:xfrm>
              <a:off x="5280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48" name="Rectangle 288"/>
            <p:cNvSpPr>
              <a:spLocks noChangeArrowheads="1"/>
            </p:cNvSpPr>
            <p:nvPr/>
          </p:nvSpPr>
          <p:spPr bwMode="auto">
            <a:xfrm>
              <a:off x="5280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5" name="Group 289"/>
          <p:cNvGrpSpPr>
            <a:grpSpLocks/>
          </p:cNvGrpSpPr>
          <p:nvPr/>
        </p:nvGrpSpPr>
        <p:grpSpPr bwMode="auto">
          <a:xfrm>
            <a:off x="4953000" y="1295400"/>
            <a:ext cx="3733800" cy="3505200"/>
            <a:chOff x="3216" y="624"/>
            <a:chExt cx="2352" cy="2208"/>
          </a:xfrm>
        </p:grpSpPr>
        <p:sp>
          <p:nvSpPr>
            <p:cNvPr id="66850" name="Rectangle 290"/>
            <p:cNvSpPr>
              <a:spLocks noChangeArrowheads="1"/>
            </p:cNvSpPr>
            <p:nvPr/>
          </p:nvSpPr>
          <p:spPr bwMode="auto">
            <a:xfrm>
              <a:off x="3216" y="11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6851" name="Rectangle 291"/>
            <p:cNvSpPr>
              <a:spLocks noChangeArrowheads="1"/>
            </p:cNvSpPr>
            <p:nvPr/>
          </p:nvSpPr>
          <p:spPr bwMode="auto">
            <a:xfrm>
              <a:off x="3216" y="13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6852" name="Rectangle 292"/>
            <p:cNvSpPr>
              <a:spLocks noChangeArrowheads="1"/>
            </p:cNvSpPr>
            <p:nvPr/>
          </p:nvSpPr>
          <p:spPr bwMode="auto">
            <a:xfrm>
              <a:off x="3216" y="163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6853" name="Rectangle 293"/>
            <p:cNvSpPr>
              <a:spLocks noChangeArrowheads="1"/>
            </p:cNvSpPr>
            <p:nvPr/>
          </p:nvSpPr>
          <p:spPr bwMode="auto">
            <a:xfrm>
              <a:off x="3216" y="187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6854" name="Rectangle 294"/>
            <p:cNvSpPr>
              <a:spLocks noChangeArrowheads="1"/>
            </p:cNvSpPr>
            <p:nvPr/>
          </p:nvSpPr>
          <p:spPr bwMode="auto">
            <a:xfrm>
              <a:off x="3216" y="211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6855" name="Rectangle 295"/>
            <p:cNvSpPr>
              <a:spLocks noChangeArrowheads="1"/>
            </p:cNvSpPr>
            <p:nvPr/>
          </p:nvSpPr>
          <p:spPr bwMode="auto">
            <a:xfrm>
              <a:off x="3216" y="235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6856" name="Rectangle 296"/>
            <p:cNvSpPr>
              <a:spLocks noChangeArrowheads="1"/>
            </p:cNvSpPr>
            <p:nvPr/>
          </p:nvSpPr>
          <p:spPr bwMode="auto">
            <a:xfrm>
              <a:off x="3216" y="25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6857" name="Rectangle 297"/>
            <p:cNvSpPr>
              <a:spLocks noChangeArrowheads="1"/>
            </p:cNvSpPr>
            <p:nvPr/>
          </p:nvSpPr>
          <p:spPr bwMode="auto">
            <a:xfrm>
              <a:off x="3792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6858" name="Rectangle 298"/>
            <p:cNvSpPr>
              <a:spLocks noChangeArrowheads="1"/>
            </p:cNvSpPr>
            <p:nvPr/>
          </p:nvSpPr>
          <p:spPr bwMode="auto">
            <a:xfrm>
              <a:off x="408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6859" name="Rectangle 299"/>
            <p:cNvSpPr>
              <a:spLocks noChangeArrowheads="1"/>
            </p:cNvSpPr>
            <p:nvPr/>
          </p:nvSpPr>
          <p:spPr bwMode="auto">
            <a:xfrm>
              <a:off x="432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6860" name="Rectangle 300"/>
            <p:cNvSpPr>
              <a:spLocks noChangeArrowheads="1"/>
            </p:cNvSpPr>
            <p:nvPr/>
          </p:nvSpPr>
          <p:spPr bwMode="auto">
            <a:xfrm>
              <a:off x="4608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6861" name="Rectangle 301"/>
            <p:cNvSpPr>
              <a:spLocks noChangeArrowheads="1"/>
            </p:cNvSpPr>
            <p:nvPr/>
          </p:nvSpPr>
          <p:spPr bwMode="auto">
            <a:xfrm>
              <a:off x="489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6862" name="Rectangle 302"/>
            <p:cNvSpPr>
              <a:spLocks noChangeArrowheads="1"/>
            </p:cNvSpPr>
            <p:nvPr/>
          </p:nvSpPr>
          <p:spPr bwMode="auto">
            <a:xfrm>
              <a:off x="513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6863" name="Rectangle 303"/>
            <p:cNvSpPr>
              <a:spLocks noChangeArrowheads="1"/>
            </p:cNvSpPr>
            <p:nvPr/>
          </p:nvSpPr>
          <p:spPr bwMode="auto">
            <a:xfrm>
              <a:off x="5424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grpSp>
        <p:nvGrpSpPr>
          <p:cNvPr id="6" name="Group 320"/>
          <p:cNvGrpSpPr>
            <a:grpSpLocks/>
          </p:cNvGrpSpPr>
          <p:nvPr/>
        </p:nvGrpSpPr>
        <p:grpSpPr bwMode="auto">
          <a:xfrm>
            <a:off x="2895600" y="685800"/>
            <a:ext cx="5867400" cy="2743200"/>
            <a:chOff x="1824" y="432"/>
            <a:chExt cx="3696" cy="1728"/>
          </a:xfrm>
        </p:grpSpPr>
        <p:sp>
          <p:nvSpPr>
            <p:cNvPr id="66871" name="Rectangle 311"/>
            <p:cNvSpPr>
              <a:spLocks noChangeArrowheads="1"/>
            </p:cNvSpPr>
            <p:nvPr/>
          </p:nvSpPr>
          <p:spPr bwMode="auto">
            <a:xfrm>
              <a:off x="4800" y="432"/>
              <a:ext cx="7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8+3&lt; </a:t>
              </a:r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72" name="Line 312"/>
            <p:cNvSpPr>
              <a:spLocks noChangeShapeType="1"/>
            </p:cNvSpPr>
            <p:nvPr/>
          </p:nvSpPr>
          <p:spPr bwMode="auto">
            <a:xfrm>
              <a:off x="4656" y="816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73" name="Line 313"/>
            <p:cNvSpPr>
              <a:spLocks noChangeShapeType="1"/>
            </p:cNvSpPr>
            <p:nvPr/>
          </p:nvSpPr>
          <p:spPr bwMode="auto">
            <a:xfrm>
              <a:off x="4944" y="816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75" name="Line 315"/>
            <p:cNvSpPr>
              <a:spLocks noChangeShapeType="1"/>
            </p:cNvSpPr>
            <p:nvPr/>
          </p:nvSpPr>
          <p:spPr bwMode="auto">
            <a:xfrm>
              <a:off x="4800" y="816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76" name="Line 316"/>
            <p:cNvSpPr>
              <a:spLocks noChangeShapeType="1"/>
            </p:cNvSpPr>
            <p:nvPr/>
          </p:nvSpPr>
          <p:spPr bwMode="auto">
            <a:xfrm>
              <a:off x="1824" y="816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77" name="Line 317"/>
            <p:cNvSpPr>
              <a:spLocks noChangeShapeType="1"/>
            </p:cNvSpPr>
            <p:nvPr/>
          </p:nvSpPr>
          <p:spPr bwMode="auto">
            <a:xfrm>
              <a:off x="1824" y="81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78" name="Line 318"/>
            <p:cNvSpPr>
              <a:spLocks noChangeShapeType="1"/>
            </p:cNvSpPr>
            <p:nvPr/>
          </p:nvSpPr>
          <p:spPr bwMode="auto">
            <a:xfrm flipV="1">
              <a:off x="494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28"/>
          <p:cNvGrpSpPr>
            <a:grpSpLocks/>
          </p:cNvGrpSpPr>
          <p:nvPr/>
        </p:nvGrpSpPr>
        <p:grpSpPr bwMode="auto">
          <a:xfrm>
            <a:off x="2667000" y="762000"/>
            <a:ext cx="5029200" cy="2743200"/>
            <a:chOff x="1680" y="432"/>
            <a:chExt cx="3168" cy="1728"/>
          </a:xfrm>
        </p:grpSpPr>
        <p:sp>
          <p:nvSpPr>
            <p:cNvPr id="66870" name="Rectangle 310"/>
            <p:cNvSpPr>
              <a:spLocks noChangeArrowheads="1"/>
            </p:cNvSpPr>
            <p:nvPr/>
          </p:nvSpPr>
          <p:spPr bwMode="auto">
            <a:xfrm>
              <a:off x="3792" y="432"/>
              <a:ext cx="720" cy="192"/>
            </a:xfrm>
            <a:prstGeom prst="rect">
              <a:avLst/>
            </a:prstGeom>
            <a:noFill/>
            <a:ln w="9525">
              <a:solidFill>
                <a:srgbClr val="FF66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4+3&lt; </a:t>
              </a:r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81" name="Line 321"/>
            <p:cNvSpPr>
              <a:spLocks noChangeShapeType="1"/>
            </p:cNvSpPr>
            <p:nvPr/>
          </p:nvSpPr>
          <p:spPr bwMode="auto">
            <a:xfrm>
              <a:off x="4752" y="720"/>
              <a:ext cx="0" cy="144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82" name="Line 322"/>
            <p:cNvSpPr>
              <a:spLocks noChangeShapeType="1"/>
            </p:cNvSpPr>
            <p:nvPr/>
          </p:nvSpPr>
          <p:spPr bwMode="auto">
            <a:xfrm>
              <a:off x="4560" y="720"/>
              <a:ext cx="0" cy="91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83" name="Line 323"/>
            <p:cNvSpPr>
              <a:spLocks noChangeShapeType="1"/>
            </p:cNvSpPr>
            <p:nvPr/>
          </p:nvSpPr>
          <p:spPr bwMode="auto">
            <a:xfrm>
              <a:off x="1680" y="720"/>
              <a:ext cx="0" cy="96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84" name="Line 324"/>
            <p:cNvSpPr>
              <a:spLocks noChangeShapeType="1"/>
            </p:cNvSpPr>
            <p:nvPr/>
          </p:nvSpPr>
          <p:spPr bwMode="auto">
            <a:xfrm>
              <a:off x="1680" y="720"/>
              <a:ext cx="3168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86" name="Line 326"/>
            <p:cNvSpPr>
              <a:spLocks noChangeShapeType="1"/>
            </p:cNvSpPr>
            <p:nvPr/>
          </p:nvSpPr>
          <p:spPr bwMode="auto">
            <a:xfrm flipV="1">
              <a:off x="4080" y="624"/>
              <a:ext cx="0" cy="9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87" name="Line 327"/>
            <p:cNvSpPr>
              <a:spLocks noChangeShapeType="1"/>
            </p:cNvSpPr>
            <p:nvPr/>
          </p:nvSpPr>
          <p:spPr bwMode="auto">
            <a:xfrm>
              <a:off x="4848" y="720"/>
              <a:ext cx="0" cy="91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347"/>
          <p:cNvGrpSpPr>
            <a:grpSpLocks/>
          </p:cNvGrpSpPr>
          <p:nvPr/>
        </p:nvGrpSpPr>
        <p:grpSpPr bwMode="auto">
          <a:xfrm>
            <a:off x="1524000" y="3352800"/>
            <a:ext cx="6934200" cy="2514600"/>
            <a:chOff x="960" y="2112"/>
            <a:chExt cx="4368" cy="1584"/>
          </a:xfrm>
        </p:grpSpPr>
        <p:sp>
          <p:nvSpPr>
            <p:cNvPr id="66897" name="Rectangle 337"/>
            <p:cNvSpPr>
              <a:spLocks noChangeArrowheads="1"/>
            </p:cNvSpPr>
            <p:nvPr/>
          </p:nvSpPr>
          <p:spPr bwMode="auto">
            <a:xfrm>
              <a:off x="960" y="3408"/>
              <a:ext cx="14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>
                  <a:latin typeface="VNI-Times" pitchFamily="2" charset="0"/>
                </a:rPr>
                <a:t>Do </a:t>
              </a:r>
              <a:r>
                <a:rPr lang="en-US" sz="2000" b="1">
                  <a:sym typeface="Symbol" pitchFamily="18" charset="2"/>
                </a:rPr>
                <a:t></a:t>
              </a:r>
              <a:r>
                <a:rPr lang="en-US" sz="2000"/>
                <a:t>  </a:t>
              </a:r>
              <a:r>
                <a:rPr lang="en-US" sz="2000">
                  <a:latin typeface="VNI-Times" pitchFamily="2" charset="0"/>
                </a:rPr>
                <a:t>heát neân vieát laïi</a:t>
              </a:r>
            </a:p>
          </p:txBody>
        </p:sp>
        <p:sp>
          <p:nvSpPr>
            <p:cNvPr id="66898" name="Line 338"/>
            <p:cNvSpPr>
              <a:spLocks noChangeShapeType="1"/>
            </p:cNvSpPr>
            <p:nvPr/>
          </p:nvSpPr>
          <p:spPr bwMode="auto">
            <a:xfrm>
              <a:off x="2976" y="211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99" name="Line 339"/>
            <p:cNvSpPr>
              <a:spLocks noChangeShapeType="1"/>
            </p:cNvSpPr>
            <p:nvPr/>
          </p:nvSpPr>
          <p:spPr bwMode="auto">
            <a:xfrm>
              <a:off x="2976" y="2256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00" name="Line 340"/>
            <p:cNvSpPr>
              <a:spLocks noChangeShapeType="1"/>
            </p:cNvSpPr>
            <p:nvPr/>
          </p:nvSpPr>
          <p:spPr bwMode="auto">
            <a:xfrm flipV="1">
              <a:off x="4272" y="2208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01" name="Line 341"/>
            <p:cNvSpPr>
              <a:spLocks noChangeShapeType="1"/>
            </p:cNvSpPr>
            <p:nvPr/>
          </p:nvSpPr>
          <p:spPr bwMode="auto">
            <a:xfrm flipV="1">
              <a:off x="5328" y="2208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02" name="Line 342"/>
            <p:cNvSpPr>
              <a:spLocks noChangeShapeType="1"/>
            </p:cNvSpPr>
            <p:nvPr/>
          </p:nvSpPr>
          <p:spPr bwMode="auto">
            <a:xfrm flipV="1">
              <a:off x="5088" y="2208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03" name="Line 343"/>
            <p:cNvSpPr>
              <a:spLocks noChangeShapeType="1"/>
            </p:cNvSpPr>
            <p:nvPr/>
          </p:nvSpPr>
          <p:spPr bwMode="auto">
            <a:xfrm flipH="1">
              <a:off x="2448" y="3552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04" name="Line 344"/>
            <p:cNvSpPr>
              <a:spLocks noChangeShapeType="1"/>
            </p:cNvSpPr>
            <p:nvPr/>
          </p:nvSpPr>
          <p:spPr bwMode="auto">
            <a:xfrm>
              <a:off x="2976" y="2112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351"/>
          <p:cNvGrpSpPr>
            <a:grpSpLocks/>
          </p:cNvGrpSpPr>
          <p:nvPr/>
        </p:nvGrpSpPr>
        <p:grpSpPr bwMode="auto">
          <a:xfrm>
            <a:off x="2819400" y="381000"/>
            <a:ext cx="4953000" cy="3048000"/>
            <a:chOff x="1776" y="240"/>
            <a:chExt cx="3120" cy="1920"/>
          </a:xfrm>
        </p:grpSpPr>
        <p:sp>
          <p:nvSpPr>
            <p:cNvPr id="66869" name="Rectangle 309"/>
            <p:cNvSpPr>
              <a:spLocks noChangeArrowheads="1"/>
            </p:cNvSpPr>
            <p:nvPr/>
          </p:nvSpPr>
          <p:spPr bwMode="auto">
            <a:xfrm>
              <a:off x="2784" y="432"/>
              <a:ext cx="720" cy="192"/>
            </a:xfrm>
            <a:prstGeom prst="rect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5+3&lt; </a:t>
              </a:r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89" name="Line 329"/>
            <p:cNvSpPr>
              <a:spLocks noChangeShapeType="1"/>
            </p:cNvSpPr>
            <p:nvPr/>
          </p:nvSpPr>
          <p:spPr bwMode="auto">
            <a:xfrm>
              <a:off x="1776" y="528"/>
              <a:ext cx="0" cy="912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90" name="Line 330"/>
            <p:cNvSpPr>
              <a:spLocks noChangeShapeType="1"/>
            </p:cNvSpPr>
            <p:nvPr/>
          </p:nvSpPr>
          <p:spPr bwMode="auto">
            <a:xfrm>
              <a:off x="1776" y="528"/>
              <a:ext cx="1008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92" name="Line 332"/>
            <p:cNvSpPr>
              <a:spLocks noChangeShapeType="1"/>
            </p:cNvSpPr>
            <p:nvPr/>
          </p:nvSpPr>
          <p:spPr bwMode="auto">
            <a:xfrm>
              <a:off x="4896" y="240"/>
              <a:ext cx="0" cy="120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93" name="Line 333"/>
            <p:cNvSpPr>
              <a:spLocks noChangeShapeType="1"/>
            </p:cNvSpPr>
            <p:nvPr/>
          </p:nvSpPr>
          <p:spPr bwMode="auto">
            <a:xfrm>
              <a:off x="4848" y="240"/>
              <a:ext cx="0" cy="192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94" name="Line 334"/>
            <p:cNvSpPr>
              <a:spLocks noChangeShapeType="1"/>
            </p:cNvSpPr>
            <p:nvPr/>
          </p:nvSpPr>
          <p:spPr bwMode="auto">
            <a:xfrm flipH="1">
              <a:off x="3072" y="240"/>
              <a:ext cx="1824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95" name="Line 335"/>
            <p:cNvSpPr>
              <a:spLocks noChangeShapeType="1"/>
            </p:cNvSpPr>
            <p:nvPr/>
          </p:nvSpPr>
          <p:spPr bwMode="auto">
            <a:xfrm>
              <a:off x="3072" y="240"/>
              <a:ext cx="0" cy="192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08" name="Line 348"/>
            <p:cNvSpPr>
              <a:spLocks noChangeShapeType="1"/>
            </p:cNvSpPr>
            <p:nvPr/>
          </p:nvSpPr>
          <p:spPr bwMode="auto">
            <a:xfrm>
              <a:off x="4512" y="240"/>
              <a:ext cx="0" cy="120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910" name="Rectangle 350"/>
          <p:cNvSpPr>
            <a:spLocks noChangeArrowheads="1"/>
          </p:cNvSpPr>
          <p:nvPr/>
        </p:nvSpPr>
        <p:spPr bwMode="auto">
          <a:xfrm>
            <a:off x="5638800" y="5334000"/>
            <a:ext cx="2819400" cy="6858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>
                <a:latin typeface="VNI-Times" pitchFamily="2" charset="0"/>
              </a:rPr>
              <a:t>Coù L</a:t>
            </a:r>
            <a:r>
              <a:rPr lang="en-US" sz="2800" baseline="-25000">
                <a:latin typeface="VNI-Times" pitchFamily="2" charset="0"/>
              </a:rPr>
              <a:t>3</a:t>
            </a:r>
            <a:r>
              <a:rPr lang="en-US" sz="2800">
                <a:latin typeface="VNI-Times" pitchFamily="2" charset="0"/>
              </a:rPr>
              <a:t>. Tìm P</a:t>
            </a:r>
            <a:r>
              <a:rPr lang="en-US" sz="2800" baseline="-25000">
                <a:latin typeface="VNI-Times" pitchFamily="2" charset="0"/>
              </a:rPr>
              <a:t>3</a:t>
            </a:r>
          </a:p>
        </p:txBody>
      </p:sp>
      <p:grpSp>
        <p:nvGrpSpPr>
          <p:cNvPr id="10" name="Group 361"/>
          <p:cNvGrpSpPr>
            <a:grpSpLocks/>
          </p:cNvGrpSpPr>
          <p:nvPr/>
        </p:nvGrpSpPr>
        <p:grpSpPr bwMode="auto">
          <a:xfrm>
            <a:off x="2667000" y="3505200"/>
            <a:ext cx="5181600" cy="2590800"/>
            <a:chOff x="1680" y="2208"/>
            <a:chExt cx="3264" cy="1632"/>
          </a:xfrm>
        </p:grpSpPr>
        <p:sp>
          <p:nvSpPr>
            <p:cNvPr id="66912" name="Rectangle 352"/>
            <p:cNvSpPr>
              <a:spLocks noChangeArrowheads="1"/>
            </p:cNvSpPr>
            <p:nvPr/>
          </p:nvSpPr>
          <p:spPr bwMode="auto">
            <a:xfrm>
              <a:off x="2880" y="3504"/>
              <a:ext cx="67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7+3&gt;-6</a:t>
              </a:r>
            </a:p>
          </p:txBody>
        </p:sp>
        <p:sp>
          <p:nvSpPr>
            <p:cNvPr id="66913" name="Line 353"/>
            <p:cNvSpPr>
              <a:spLocks noChangeShapeType="1"/>
            </p:cNvSpPr>
            <p:nvPr/>
          </p:nvSpPr>
          <p:spPr bwMode="auto">
            <a:xfrm flipV="1">
              <a:off x="1680" y="297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14" name="Line 354"/>
            <p:cNvSpPr>
              <a:spLocks noChangeShapeType="1"/>
            </p:cNvSpPr>
            <p:nvPr/>
          </p:nvSpPr>
          <p:spPr bwMode="auto">
            <a:xfrm>
              <a:off x="1680" y="374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15" name="Line 355"/>
            <p:cNvSpPr>
              <a:spLocks noChangeShapeType="1"/>
            </p:cNvSpPr>
            <p:nvPr/>
          </p:nvSpPr>
          <p:spPr bwMode="auto">
            <a:xfrm flipV="1">
              <a:off x="4800" y="2976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16" name="Line 356"/>
            <p:cNvSpPr>
              <a:spLocks noChangeShapeType="1"/>
            </p:cNvSpPr>
            <p:nvPr/>
          </p:nvSpPr>
          <p:spPr bwMode="auto">
            <a:xfrm flipV="1">
              <a:off x="4944" y="2208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17" name="Line 357"/>
            <p:cNvSpPr>
              <a:spLocks noChangeShapeType="1"/>
            </p:cNvSpPr>
            <p:nvPr/>
          </p:nvSpPr>
          <p:spPr bwMode="auto">
            <a:xfrm flipV="1">
              <a:off x="4512" y="2928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18" name="Line 358"/>
            <p:cNvSpPr>
              <a:spLocks noChangeShapeType="1"/>
            </p:cNvSpPr>
            <p:nvPr/>
          </p:nvSpPr>
          <p:spPr bwMode="auto">
            <a:xfrm flipH="1">
              <a:off x="3552" y="3648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668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0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668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0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668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668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2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668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3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668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3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668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668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2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668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2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668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0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668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668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3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668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668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8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668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3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668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66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6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1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"/>
                            </p:stCondLst>
                            <p:childTnLst>
                              <p:par>
                                <p:cTn id="1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1" dur="500"/>
                                        <p:tgtEl>
                                          <p:spTgt spid="66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4" grpId="0" animBg="1"/>
      <p:bldP spid="66804" grpId="0"/>
      <p:bldP spid="66808" grpId="0"/>
      <p:bldP spid="66809" grpId="0"/>
      <p:bldP spid="66810" grpId="0"/>
      <p:bldP spid="66811" grpId="0"/>
      <p:bldP spid="66820" grpId="0"/>
      <p:bldP spid="66825" grpId="0"/>
      <p:bldP spid="66829" grpId="0"/>
      <p:bldP spid="66830" grpId="0"/>
      <p:bldP spid="66831" grpId="0"/>
      <p:bldP spid="66832" grpId="0"/>
      <p:bldP spid="66833" grpId="0"/>
      <p:bldP spid="66834" grpId="0"/>
      <p:bldP spid="66835" grpId="0"/>
      <p:bldP spid="66839" grpId="0"/>
      <p:bldP spid="66845" grpId="0"/>
      <p:bldP spid="66838" grpId="0"/>
      <p:bldP spid="6691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1143000" y="152400"/>
            <a:ext cx="1143000" cy="3810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400" b="1">
                <a:solidFill>
                  <a:srgbClr val="FF0000"/>
                </a:solidFill>
              </a:rPr>
              <a:t>ìm L</a:t>
            </a:r>
            <a:r>
              <a:rPr lang="en-US" sz="2400" b="1" baseline="-25000">
                <a:solidFill>
                  <a:srgbClr val="FF0000"/>
                </a:solidFill>
              </a:rPr>
              <a:t>4</a:t>
            </a:r>
          </a:p>
        </p:txBody>
      </p:sp>
      <p:graphicFrame>
        <p:nvGraphicFramePr>
          <p:cNvPr id="73733" name="Group 5"/>
          <p:cNvGraphicFramePr>
            <a:graphicFrameLocks noGrp="1"/>
          </p:cNvGraphicFramePr>
          <p:nvPr/>
        </p:nvGraphicFramePr>
        <p:xfrm>
          <a:off x="609600" y="12192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3816" name="Rectangle 88"/>
          <p:cNvSpPr>
            <a:spLocks noChangeArrowheads="1"/>
          </p:cNvSpPr>
          <p:nvPr/>
        </p:nvSpPr>
        <p:spPr bwMode="auto">
          <a:xfrm>
            <a:off x="1981200" y="2781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3817" name="Rectangle 89"/>
          <p:cNvSpPr>
            <a:spLocks noChangeArrowheads="1"/>
          </p:cNvSpPr>
          <p:nvPr/>
        </p:nvSpPr>
        <p:spPr bwMode="auto">
          <a:xfrm>
            <a:off x="23622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4</a:t>
            </a:r>
          </a:p>
        </p:txBody>
      </p:sp>
      <p:sp>
        <p:nvSpPr>
          <p:cNvPr id="73818" name="Rectangle 90"/>
          <p:cNvSpPr>
            <a:spLocks noChangeArrowheads="1"/>
          </p:cNvSpPr>
          <p:nvPr/>
        </p:nvSpPr>
        <p:spPr bwMode="auto">
          <a:xfrm>
            <a:off x="23622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5</a:t>
            </a:r>
          </a:p>
        </p:txBody>
      </p:sp>
      <p:sp>
        <p:nvSpPr>
          <p:cNvPr id="73819" name="Rectangle 91"/>
          <p:cNvSpPr>
            <a:spLocks noChangeArrowheads="1"/>
          </p:cNvSpPr>
          <p:nvPr/>
        </p:nvSpPr>
        <p:spPr bwMode="auto">
          <a:xfrm>
            <a:off x="23622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73820" name="Rectangle 92"/>
          <p:cNvSpPr>
            <a:spLocks noChangeArrowheads="1"/>
          </p:cNvSpPr>
          <p:nvPr/>
        </p:nvSpPr>
        <p:spPr bwMode="auto">
          <a:xfrm>
            <a:off x="28194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11</a:t>
            </a:r>
          </a:p>
        </p:txBody>
      </p:sp>
      <p:sp>
        <p:nvSpPr>
          <p:cNvPr id="73821" name="Rectangle 93"/>
          <p:cNvSpPr>
            <a:spLocks noChangeArrowheads="1"/>
          </p:cNvSpPr>
          <p:nvPr/>
        </p:nvSpPr>
        <p:spPr bwMode="auto">
          <a:xfrm>
            <a:off x="11430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3822" name="Rectangle 94"/>
          <p:cNvSpPr>
            <a:spLocks noChangeArrowheads="1"/>
          </p:cNvSpPr>
          <p:nvPr/>
        </p:nvSpPr>
        <p:spPr bwMode="auto">
          <a:xfrm>
            <a:off x="15240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3823" name="Rectangle 95"/>
          <p:cNvSpPr>
            <a:spLocks noChangeArrowheads="1"/>
          </p:cNvSpPr>
          <p:nvPr/>
        </p:nvSpPr>
        <p:spPr bwMode="auto">
          <a:xfrm>
            <a:off x="23622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3824" name="Rectangle 96"/>
          <p:cNvSpPr>
            <a:spLocks noChangeArrowheads="1"/>
          </p:cNvSpPr>
          <p:nvPr/>
        </p:nvSpPr>
        <p:spPr bwMode="auto">
          <a:xfrm>
            <a:off x="23622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3825" name="Rectangle 97"/>
          <p:cNvSpPr>
            <a:spLocks noChangeArrowheads="1"/>
          </p:cNvSpPr>
          <p:nvPr/>
        </p:nvSpPr>
        <p:spPr bwMode="auto">
          <a:xfrm>
            <a:off x="2362200" y="3657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73826" name="Rectangle 98"/>
          <p:cNvSpPr>
            <a:spLocks noChangeArrowheads="1"/>
          </p:cNvSpPr>
          <p:nvPr/>
        </p:nvSpPr>
        <p:spPr bwMode="auto">
          <a:xfrm>
            <a:off x="2362200" y="4038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73827" name="Rectangle 99"/>
          <p:cNvSpPr>
            <a:spLocks noChangeArrowheads="1"/>
          </p:cNvSpPr>
          <p:nvPr/>
        </p:nvSpPr>
        <p:spPr bwMode="auto">
          <a:xfrm>
            <a:off x="2819400" y="1676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8</a:t>
            </a:r>
          </a:p>
        </p:txBody>
      </p:sp>
      <p:sp>
        <p:nvSpPr>
          <p:cNvPr id="73828" name="Rectangle 100"/>
          <p:cNvSpPr>
            <a:spLocks noChangeArrowheads="1"/>
          </p:cNvSpPr>
          <p:nvPr/>
        </p:nvSpPr>
        <p:spPr bwMode="auto">
          <a:xfrm>
            <a:off x="2819400" y="2057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7</a:t>
            </a:r>
          </a:p>
        </p:txBody>
      </p:sp>
      <p:sp>
        <p:nvSpPr>
          <p:cNvPr id="73829" name="Rectangle 101"/>
          <p:cNvSpPr>
            <a:spLocks noChangeArrowheads="1"/>
          </p:cNvSpPr>
          <p:nvPr/>
        </p:nvSpPr>
        <p:spPr bwMode="auto">
          <a:xfrm>
            <a:off x="28194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73830" name="Rectangle 102"/>
          <p:cNvSpPr>
            <a:spLocks noChangeArrowheads="1"/>
          </p:cNvSpPr>
          <p:nvPr/>
        </p:nvSpPr>
        <p:spPr bwMode="auto">
          <a:xfrm>
            <a:off x="32004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3831" name="Rectangle 103"/>
          <p:cNvSpPr>
            <a:spLocks noChangeArrowheads="1"/>
          </p:cNvSpPr>
          <p:nvPr/>
        </p:nvSpPr>
        <p:spPr bwMode="auto">
          <a:xfrm>
            <a:off x="36576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grpSp>
        <p:nvGrpSpPr>
          <p:cNvPr id="2" name="Group 104"/>
          <p:cNvGrpSpPr>
            <a:grpSpLocks/>
          </p:cNvGrpSpPr>
          <p:nvPr/>
        </p:nvGrpSpPr>
        <p:grpSpPr bwMode="auto">
          <a:xfrm>
            <a:off x="1143000" y="1638300"/>
            <a:ext cx="2895600" cy="2705100"/>
            <a:chOff x="3696" y="1344"/>
            <a:chExt cx="1824" cy="1704"/>
          </a:xfrm>
        </p:grpSpPr>
        <p:sp>
          <p:nvSpPr>
            <p:cNvPr id="73833" name="Rectangle 105"/>
            <p:cNvSpPr>
              <a:spLocks noChangeArrowheads="1"/>
            </p:cNvSpPr>
            <p:nvPr/>
          </p:nvSpPr>
          <p:spPr bwMode="auto">
            <a:xfrm>
              <a:off x="3696" y="18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34" name="Rectangle 106"/>
            <p:cNvSpPr>
              <a:spLocks noChangeArrowheads="1"/>
            </p:cNvSpPr>
            <p:nvPr/>
          </p:nvSpPr>
          <p:spPr bwMode="auto">
            <a:xfrm>
              <a:off x="3936" y="18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35" name="Rectangle 107"/>
            <p:cNvSpPr>
              <a:spLocks noChangeArrowheads="1"/>
            </p:cNvSpPr>
            <p:nvPr/>
          </p:nvSpPr>
          <p:spPr bwMode="auto">
            <a:xfrm>
              <a:off x="4224" y="13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3836" name="Rectangle 108"/>
            <p:cNvSpPr>
              <a:spLocks noChangeArrowheads="1"/>
            </p:cNvSpPr>
            <p:nvPr/>
          </p:nvSpPr>
          <p:spPr bwMode="auto">
            <a:xfrm>
              <a:off x="4224" y="15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73837" name="Rectangle 109"/>
            <p:cNvSpPr>
              <a:spLocks noChangeArrowheads="1"/>
            </p:cNvSpPr>
            <p:nvPr/>
          </p:nvSpPr>
          <p:spPr bwMode="auto">
            <a:xfrm>
              <a:off x="4224" y="18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3838" name="Rectangle 110"/>
            <p:cNvSpPr>
              <a:spLocks noChangeArrowheads="1"/>
            </p:cNvSpPr>
            <p:nvPr/>
          </p:nvSpPr>
          <p:spPr bwMode="auto">
            <a:xfrm>
              <a:off x="4224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39" name="Rectangle 111"/>
            <p:cNvSpPr>
              <a:spLocks noChangeArrowheads="1"/>
            </p:cNvSpPr>
            <p:nvPr/>
          </p:nvSpPr>
          <p:spPr bwMode="auto">
            <a:xfrm>
              <a:off x="4224" y="25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40" name="Rectangle 112"/>
            <p:cNvSpPr>
              <a:spLocks noChangeArrowheads="1"/>
            </p:cNvSpPr>
            <p:nvPr/>
          </p:nvSpPr>
          <p:spPr bwMode="auto">
            <a:xfrm>
              <a:off x="4224" y="28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73841" name="Rectangle 113"/>
            <p:cNvSpPr>
              <a:spLocks noChangeArrowheads="1"/>
            </p:cNvSpPr>
            <p:nvPr/>
          </p:nvSpPr>
          <p:spPr bwMode="auto">
            <a:xfrm>
              <a:off x="4992" y="13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3842" name="Rectangle 114"/>
            <p:cNvSpPr>
              <a:spLocks noChangeArrowheads="1"/>
            </p:cNvSpPr>
            <p:nvPr/>
          </p:nvSpPr>
          <p:spPr bwMode="auto">
            <a:xfrm>
              <a:off x="4992" y="15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-1</a:t>
              </a:r>
            </a:p>
          </p:txBody>
        </p:sp>
        <p:sp>
          <p:nvSpPr>
            <p:cNvPr id="73843" name="Rectangle 115"/>
            <p:cNvSpPr>
              <a:spLocks noChangeArrowheads="1"/>
            </p:cNvSpPr>
            <p:nvPr/>
          </p:nvSpPr>
          <p:spPr bwMode="auto">
            <a:xfrm>
              <a:off x="4992" y="18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3844" name="Rectangle 116"/>
            <p:cNvSpPr>
              <a:spLocks noChangeArrowheads="1"/>
            </p:cNvSpPr>
            <p:nvPr/>
          </p:nvSpPr>
          <p:spPr bwMode="auto">
            <a:xfrm>
              <a:off x="5280" y="184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45" name="Rectangle 117"/>
            <p:cNvSpPr>
              <a:spLocks noChangeArrowheads="1"/>
            </p:cNvSpPr>
            <p:nvPr/>
          </p:nvSpPr>
          <p:spPr bwMode="auto">
            <a:xfrm>
              <a:off x="3696" y="13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3846" name="Rectangle 118"/>
            <p:cNvSpPr>
              <a:spLocks noChangeArrowheads="1"/>
            </p:cNvSpPr>
            <p:nvPr/>
          </p:nvSpPr>
          <p:spPr bwMode="auto">
            <a:xfrm>
              <a:off x="3696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47" name="Rectangle 119"/>
            <p:cNvSpPr>
              <a:spLocks noChangeArrowheads="1"/>
            </p:cNvSpPr>
            <p:nvPr/>
          </p:nvSpPr>
          <p:spPr bwMode="auto">
            <a:xfrm>
              <a:off x="3696" y="228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48" name="Rectangle 120"/>
            <p:cNvSpPr>
              <a:spLocks noChangeArrowheads="1"/>
            </p:cNvSpPr>
            <p:nvPr/>
          </p:nvSpPr>
          <p:spPr bwMode="auto">
            <a:xfrm>
              <a:off x="3696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3849" name="Rectangle 121"/>
            <p:cNvSpPr>
              <a:spLocks noChangeArrowheads="1"/>
            </p:cNvSpPr>
            <p:nvPr/>
          </p:nvSpPr>
          <p:spPr bwMode="auto">
            <a:xfrm>
              <a:off x="3696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3850" name="Rectangle 122"/>
            <p:cNvSpPr>
              <a:spLocks noChangeArrowheads="1"/>
            </p:cNvSpPr>
            <p:nvPr/>
          </p:nvSpPr>
          <p:spPr bwMode="auto">
            <a:xfrm>
              <a:off x="3936" y="13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3851" name="Rectangle 123"/>
            <p:cNvSpPr>
              <a:spLocks noChangeArrowheads="1"/>
            </p:cNvSpPr>
            <p:nvPr/>
          </p:nvSpPr>
          <p:spPr bwMode="auto">
            <a:xfrm>
              <a:off x="3936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3852" name="Rectangle 124"/>
            <p:cNvSpPr>
              <a:spLocks noChangeArrowheads="1"/>
            </p:cNvSpPr>
            <p:nvPr/>
          </p:nvSpPr>
          <p:spPr bwMode="auto">
            <a:xfrm>
              <a:off x="3936" y="23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53" name="Rectangle 125"/>
            <p:cNvSpPr>
              <a:spLocks noChangeArrowheads="1"/>
            </p:cNvSpPr>
            <p:nvPr/>
          </p:nvSpPr>
          <p:spPr bwMode="auto">
            <a:xfrm>
              <a:off x="3936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54" name="Rectangle 126"/>
            <p:cNvSpPr>
              <a:spLocks noChangeArrowheads="1"/>
            </p:cNvSpPr>
            <p:nvPr/>
          </p:nvSpPr>
          <p:spPr bwMode="auto">
            <a:xfrm>
              <a:off x="3936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55" name="Rectangle 127"/>
            <p:cNvSpPr>
              <a:spLocks noChangeArrowheads="1"/>
            </p:cNvSpPr>
            <p:nvPr/>
          </p:nvSpPr>
          <p:spPr bwMode="auto">
            <a:xfrm>
              <a:off x="4752" y="23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3856" name="Rectangle 128"/>
            <p:cNvSpPr>
              <a:spLocks noChangeArrowheads="1"/>
            </p:cNvSpPr>
            <p:nvPr/>
          </p:nvSpPr>
          <p:spPr bwMode="auto">
            <a:xfrm>
              <a:off x="4752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3857" name="Rectangle 129"/>
            <p:cNvSpPr>
              <a:spLocks noChangeArrowheads="1"/>
            </p:cNvSpPr>
            <p:nvPr/>
          </p:nvSpPr>
          <p:spPr bwMode="auto">
            <a:xfrm>
              <a:off x="4752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-6</a:t>
              </a:r>
            </a:p>
          </p:txBody>
        </p:sp>
        <p:sp>
          <p:nvSpPr>
            <p:cNvPr id="73858" name="Rectangle 130"/>
            <p:cNvSpPr>
              <a:spLocks noChangeArrowheads="1"/>
            </p:cNvSpPr>
            <p:nvPr/>
          </p:nvSpPr>
          <p:spPr bwMode="auto">
            <a:xfrm>
              <a:off x="4992" y="23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59" name="Rectangle 131"/>
            <p:cNvSpPr>
              <a:spLocks noChangeArrowheads="1"/>
            </p:cNvSpPr>
            <p:nvPr/>
          </p:nvSpPr>
          <p:spPr bwMode="auto">
            <a:xfrm>
              <a:off x="4992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3860" name="Rectangle 132"/>
            <p:cNvSpPr>
              <a:spLocks noChangeArrowheads="1"/>
            </p:cNvSpPr>
            <p:nvPr/>
          </p:nvSpPr>
          <p:spPr bwMode="auto">
            <a:xfrm>
              <a:off x="4992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  <a:endParaRPr lang="en-US"/>
            </a:p>
          </p:txBody>
        </p:sp>
        <p:sp>
          <p:nvSpPr>
            <p:cNvPr id="73861" name="Rectangle 133"/>
            <p:cNvSpPr>
              <a:spLocks noChangeArrowheads="1"/>
            </p:cNvSpPr>
            <p:nvPr/>
          </p:nvSpPr>
          <p:spPr bwMode="auto">
            <a:xfrm>
              <a:off x="5280" y="13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3862" name="Rectangle 134"/>
            <p:cNvSpPr>
              <a:spLocks noChangeArrowheads="1"/>
            </p:cNvSpPr>
            <p:nvPr/>
          </p:nvSpPr>
          <p:spPr bwMode="auto">
            <a:xfrm>
              <a:off x="5280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63" name="Rectangle 135"/>
            <p:cNvSpPr>
              <a:spLocks noChangeArrowheads="1"/>
            </p:cNvSpPr>
            <p:nvPr/>
          </p:nvSpPr>
          <p:spPr bwMode="auto">
            <a:xfrm>
              <a:off x="5280" y="23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64" name="Rectangle 136"/>
            <p:cNvSpPr>
              <a:spLocks noChangeArrowheads="1"/>
            </p:cNvSpPr>
            <p:nvPr/>
          </p:nvSpPr>
          <p:spPr bwMode="auto">
            <a:xfrm>
              <a:off x="5280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65" name="Rectangle 137"/>
            <p:cNvSpPr>
              <a:spLocks noChangeArrowheads="1"/>
            </p:cNvSpPr>
            <p:nvPr/>
          </p:nvSpPr>
          <p:spPr bwMode="auto">
            <a:xfrm>
              <a:off x="5280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3" name="Group 138"/>
          <p:cNvGrpSpPr>
            <a:grpSpLocks/>
          </p:cNvGrpSpPr>
          <p:nvPr/>
        </p:nvGrpSpPr>
        <p:grpSpPr bwMode="auto">
          <a:xfrm>
            <a:off x="228600" y="800100"/>
            <a:ext cx="3733800" cy="3505200"/>
            <a:chOff x="3216" y="624"/>
            <a:chExt cx="2352" cy="2208"/>
          </a:xfrm>
        </p:grpSpPr>
        <p:sp>
          <p:nvSpPr>
            <p:cNvPr id="73867" name="Rectangle 139"/>
            <p:cNvSpPr>
              <a:spLocks noChangeArrowheads="1"/>
            </p:cNvSpPr>
            <p:nvPr/>
          </p:nvSpPr>
          <p:spPr bwMode="auto">
            <a:xfrm>
              <a:off x="3216" y="11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3868" name="Rectangle 140"/>
            <p:cNvSpPr>
              <a:spLocks noChangeArrowheads="1"/>
            </p:cNvSpPr>
            <p:nvPr/>
          </p:nvSpPr>
          <p:spPr bwMode="auto">
            <a:xfrm>
              <a:off x="3216" y="13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3869" name="Rectangle 141"/>
            <p:cNvSpPr>
              <a:spLocks noChangeArrowheads="1"/>
            </p:cNvSpPr>
            <p:nvPr/>
          </p:nvSpPr>
          <p:spPr bwMode="auto">
            <a:xfrm>
              <a:off x="3216" y="163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3870" name="Rectangle 142"/>
            <p:cNvSpPr>
              <a:spLocks noChangeArrowheads="1"/>
            </p:cNvSpPr>
            <p:nvPr/>
          </p:nvSpPr>
          <p:spPr bwMode="auto">
            <a:xfrm>
              <a:off x="3216" y="187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3871" name="Rectangle 143"/>
            <p:cNvSpPr>
              <a:spLocks noChangeArrowheads="1"/>
            </p:cNvSpPr>
            <p:nvPr/>
          </p:nvSpPr>
          <p:spPr bwMode="auto">
            <a:xfrm>
              <a:off x="3216" y="211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3872" name="Rectangle 144"/>
            <p:cNvSpPr>
              <a:spLocks noChangeArrowheads="1"/>
            </p:cNvSpPr>
            <p:nvPr/>
          </p:nvSpPr>
          <p:spPr bwMode="auto">
            <a:xfrm>
              <a:off x="3216" y="235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3873" name="Rectangle 145"/>
            <p:cNvSpPr>
              <a:spLocks noChangeArrowheads="1"/>
            </p:cNvSpPr>
            <p:nvPr/>
          </p:nvSpPr>
          <p:spPr bwMode="auto">
            <a:xfrm>
              <a:off x="3216" y="25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3874" name="Rectangle 146"/>
            <p:cNvSpPr>
              <a:spLocks noChangeArrowheads="1"/>
            </p:cNvSpPr>
            <p:nvPr/>
          </p:nvSpPr>
          <p:spPr bwMode="auto">
            <a:xfrm>
              <a:off x="3792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3875" name="Rectangle 147"/>
            <p:cNvSpPr>
              <a:spLocks noChangeArrowheads="1"/>
            </p:cNvSpPr>
            <p:nvPr/>
          </p:nvSpPr>
          <p:spPr bwMode="auto">
            <a:xfrm>
              <a:off x="408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3876" name="Rectangle 148"/>
            <p:cNvSpPr>
              <a:spLocks noChangeArrowheads="1"/>
            </p:cNvSpPr>
            <p:nvPr/>
          </p:nvSpPr>
          <p:spPr bwMode="auto">
            <a:xfrm>
              <a:off x="432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3877" name="Rectangle 149"/>
            <p:cNvSpPr>
              <a:spLocks noChangeArrowheads="1"/>
            </p:cNvSpPr>
            <p:nvPr/>
          </p:nvSpPr>
          <p:spPr bwMode="auto">
            <a:xfrm>
              <a:off x="4608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3878" name="Rectangle 150"/>
            <p:cNvSpPr>
              <a:spLocks noChangeArrowheads="1"/>
            </p:cNvSpPr>
            <p:nvPr/>
          </p:nvSpPr>
          <p:spPr bwMode="auto">
            <a:xfrm>
              <a:off x="489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3879" name="Rectangle 151"/>
            <p:cNvSpPr>
              <a:spLocks noChangeArrowheads="1"/>
            </p:cNvSpPr>
            <p:nvPr/>
          </p:nvSpPr>
          <p:spPr bwMode="auto">
            <a:xfrm>
              <a:off x="513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3880" name="Rectangle 152"/>
            <p:cNvSpPr>
              <a:spLocks noChangeArrowheads="1"/>
            </p:cNvSpPr>
            <p:nvPr/>
          </p:nvSpPr>
          <p:spPr bwMode="auto">
            <a:xfrm>
              <a:off x="5424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graphicFrame>
        <p:nvGraphicFramePr>
          <p:cNvPr id="73881" name="Group 153"/>
          <p:cNvGraphicFramePr>
            <a:graphicFrameLocks noGrp="1"/>
          </p:cNvGraphicFramePr>
          <p:nvPr/>
        </p:nvGraphicFramePr>
        <p:xfrm>
          <a:off x="5257800" y="12192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3968" name="Rectangle 240"/>
          <p:cNvSpPr>
            <a:spLocks noChangeArrowheads="1"/>
          </p:cNvSpPr>
          <p:nvPr/>
        </p:nvSpPr>
        <p:spPr bwMode="auto">
          <a:xfrm>
            <a:off x="74676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11</a:t>
            </a:r>
          </a:p>
        </p:txBody>
      </p:sp>
      <p:sp>
        <p:nvSpPr>
          <p:cNvPr id="73972" name="Rectangle 244"/>
          <p:cNvSpPr>
            <a:spLocks noChangeArrowheads="1"/>
          </p:cNvSpPr>
          <p:nvPr/>
        </p:nvSpPr>
        <p:spPr bwMode="auto">
          <a:xfrm>
            <a:off x="70104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3975" name="Rectangle 247"/>
          <p:cNvSpPr>
            <a:spLocks noChangeArrowheads="1"/>
          </p:cNvSpPr>
          <p:nvPr/>
        </p:nvSpPr>
        <p:spPr bwMode="auto">
          <a:xfrm>
            <a:off x="7467600" y="1676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8</a:t>
            </a:r>
          </a:p>
        </p:txBody>
      </p:sp>
      <p:sp>
        <p:nvSpPr>
          <p:cNvPr id="73976" name="Rectangle 248"/>
          <p:cNvSpPr>
            <a:spLocks noChangeArrowheads="1"/>
          </p:cNvSpPr>
          <p:nvPr/>
        </p:nvSpPr>
        <p:spPr bwMode="auto">
          <a:xfrm>
            <a:off x="7467600" y="2057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7</a:t>
            </a:r>
          </a:p>
        </p:txBody>
      </p:sp>
      <p:sp>
        <p:nvSpPr>
          <p:cNvPr id="73977" name="Rectangle 249"/>
          <p:cNvSpPr>
            <a:spLocks noChangeArrowheads="1"/>
          </p:cNvSpPr>
          <p:nvPr/>
        </p:nvSpPr>
        <p:spPr bwMode="auto">
          <a:xfrm>
            <a:off x="74676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73986" name="Rectangle 258"/>
          <p:cNvSpPr>
            <a:spLocks noChangeArrowheads="1"/>
          </p:cNvSpPr>
          <p:nvPr/>
        </p:nvSpPr>
        <p:spPr bwMode="auto">
          <a:xfrm>
            <a:off x="6629400" y="3162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3995" name="Rectangle 267"/>
          <p:cNvSpPr>
            <a:spLocks noChangeArrowheads="1"/>
          </p:cNvSpPr>
          <p:nvPr/>
        </p:nvSpPr>
        <p:spPr bwMode="auto">
          <a:xfrm>
            <a:off x="5791200" y="31242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4000" name="Rectangle 272"/>
          <p:cNvSpPr>
            <a:spLocks noChangeArrowheads="1"/>
          </p:cNvSpPr>
          <p:nvPr/>
        </p:nvSpPr>
        <p:spPr bwMode="auto">
          <a:xfrm>
            <a:off x="61722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4003" name="Rectangle 275"/>
          <p:cNvSpPr>
            <a:spLocks noChangeArrowheads="1"/>
          </p:cNvSpPr>
          <p:nvPr/>
        </p:nvSpPr>
        <p:spPr bwMode="auto">
          <a:xfrm>
            <a:off x="74676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4004" name="Rectangle 276"/>
          <p:cNvSpPr>
            <a:spLocks noChangeArrowheads="1"/>
          </p:cNvSpPr>
          <p:nvPr/>
        </p:nvSpPr>
        <p:spPr bwMode="auto">
          <a:xfrm>
            <a:off x="7467600" y="3657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74005" name="Rectangle 277"/>
          <p:cNvSpPr>
            <a:spLocks noChangeArrowheads="1"/>
          </p:cNvSpPr>
          <p:nvPr/>
        </p:nvSpPr>
        <p:spPr bwMode="auto">
          <a:xfrm>
            <a:off x="7467600" y="4038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sp>
        <p:nvSpPr>
          <p:cNvPr id="74006" name="Rectangle 278"/>
          <p:cNvSpPr>
            <a:spLocks noChangeArrowheads="1"/>
          </p:cNvSpPr>
          <p:nvPr/>
        </p:nvSpPr>
        <p:spPr bwMode="auto">
          <a:xfrm>
            <a:off x="78486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4011" name="Rectangle 283"/>
          <p:cNvSpPr>
            <a:spLocks noChangeArrowheads="1"/>
          </p:cNvSpPr>
          <p:nvPr/>
        </p:nvSpPr>
        <p:spPr bwMode="auto">
          <a:xfrm>
            <a:off x="83058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grpSp>
        <p:nvGrpSpPr>
          <p:cNvPr id="4" name="Group 317"/>
          <p:cNvGrpSpPr>
            <a:grpSpLocks/>
          </p:cNvGrpSpPr>
          <p:nvPr/>
        </p:nvGrpSpPr>
        <p:grpSpPr bwMode="auto">
          <a:xfrm>
            <a:off x="5791200" y="1638300"/>
            <a:ext cx="2895600" cy="2705100"/>
            <a:chOff x="3648" y="1032"/>
            <a:chExt cx="1824" cy="1704"/>
          </a:xfrm>
        </p:grpSpPr>
        <p:sp>
          <p:nvSpPr>
            <p:cNvPr id="73964" name="Rectangle 236"/>
            <p:cNvSpPr>
              <a:spLocks noChangeArrowheads="1"/>
            </p:cNvSpPr>
            <p:nvPr/>
          </p:nvSpPr>
          <p:spPr bwMode="auto">
            <a:xfrm>
              <a:off x="4176" y="17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65" name="Rectangle 237"/>
            <p:cNvSpPr>
              <a:spLocks noChangeArrowheads="1"/>
            </p:cNvSpPr>
            <p:nvPr/>
          </p:nvSpPr>
          <p:spPr bwMode="auto">
            <a:xfrm>
              <a:off x="4416" y="12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73966" name="Rectangle 238"/>
            <p:cNvSpPr>
              <a:spLocks noChangeArrowheads="1"/>
            </p:cNvSpPr>
            <p:nvPr/>
          </p:nvSpPr>
          <p:spPr bwMode="auto">
            <a:xfrm>
              <a:off x="4416" y="10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73967" name="Rectangle 239"/>
            <p:cNvSpPr>
              <a:spLocks noChangeArrowheads="1"/>
            </p:cNvSpPr>
            <p:nvPr/>
          </p:nvSpPr>
          <p:spPr bwMode="auto">
            <a:xfrm>
              <a:off x="4416" y="15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73969" name="Rectangle 241"/>
            <p:cNvSpPr>
              <a:spLocks noChangeArrowheads="1"/>
            </p:cNvSpPr>
            <p:nvPr/>
          </p:nvSpPr>
          <p:spPr bwMode="auto">
            <a:xfrm>
              <a:off x="3648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70" name="Rectangle 242"/>
            <p:cNvSpPr>
              <a:spLocks noChangeArrowheads="1"/>
            </p:cNvSpPr>
            <p:nvPr/>
          </p:nvSpPr>
          <p:spPr bwMode="auto">
            <a:xfrm>
              <a:off x="3888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71" name="Rectangle 243"/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3973" name="Rectangle 245"/>
            <p:cNvSpPr>
              <a:spLocks noChangeArrowheads="1"/>
            </p:cNvSpPr>
            <p:nvPr/>
          </p:nvSpPr>
          <p:spPr bwMode="auto">
            <a:xfrm>
              <a:off x="4416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73974" name="Rectangle 246"/>
            <p:cNvSpPr>
              <a:spLocks noChangeArrowheads="1"/>
            </p:cNvSpPr>
            <p:nvPr/>
          </p:nvSpPr>
          <p:spPr bwMode="auto">
            <a:xfrm>
              <a:off x="4416" y="25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73978" name="Rectangle 250"/>
            <p:cNvSpPr>
              <a:spLocks noChangeArrowheads="1"/>
            </p:cNvSpPr>
            <p:nvPr/>
          </p:nvSpPr>
          <p:spPr bwMode="auto">
            <a:xfrm>
              <a:off x="4944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79" name="Rectangle 251"/>
            <p:cNvSpPr>
              <a:spLocks noChangeArrowheads="1"/>
            </p:cNvSpPr>
            <p:nvPr/>
          </p:nvSpPr>
          <p:spPr bwMode="auto">
            <a:xfrm>
              <a:off x="5232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81" name="Rectangle 253"/>
            <p:cNvSpPr>
              <a:spLocks noChangeArrowheads="1"/>
            </p:cNvSpPr>
            <p:nvPr/>
          </p:nvSpPr>
          <p:spPr bwMode="auto">
            <a:xfrm>
              <a:off x="3648" y="15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82" name="Rectangle 254"/>
            <p:cNvSpPr>
              <a:spLocks noChangeArrowheads="1"/>
            </p:cNvSpPr>
            <p:nvPr/>
          </p:nvSpPr>
          <p:spPr bwMode="auto">
            <a:xfrm>
              <a:off x="3888" y="15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83" name="Rectangle 255"/>
            <p:cNvSpPr>
              <a:spLocks noChangeArrowheads="1"/>
            </p:cNvSpPr>
            <p:nvPr/>
          </p:nvSpPr>
          <p:spPr bwMode="auto">
            <a:xfrm>
              <a:off x="4176" y="10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3984" name="Rectangle 256"/>
            <p:cNvSpPr>
              <a:spLocks noChangeArrowheads="1"/>
            </p:cNvSpPr>
            <p:nvPr/>
          </p:nvSpPr>
          <p:spPr bwMode="auto">
            <a:xfrm>
              <a:off x="4176" y="12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73985" name="Rectangle 257"/>
            <p:cNvSpPr>
              <a:spLocks noChangeArrowheads="1"/>
            </p:cNvSpPr>
            <p:nvPr/>
          </p:nvSpPr>
          <p:spPr bwMode="auto">
            <a:xfrm>
              <a:off x="4176" y="15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3987" name="Rectangle 259"/>
            <p:cNvSpPr>
              <a:spLocks noChangeArrowheads="1"/>
            </p:cNvSpPr>
            <p:nvPr/>
          </p:nvSpPr>
          <p:spPr bwMode="auto">
            <a:xfrm>
              <a:off x="4176" y="22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88" name="Rectangle 260"/>
            <p:cNvSpPr>
              <a:spLocks noChangeArrowheads="1"/>
            </p:cNvSpPr>
            <p:nvPr/>
          </p:nvSpPr>
          <p:spPr bwMode="auto">
            <a:xfrm>
              <a:off x="4176" y="25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73989" name="Rectangle 261"/>
            <p:cNvSpPr>
              <a:spLocks noChangeArrowheads="1"/>
            </p:cNvSpPr>
            <p:nvPr/>
          </p:nvSpPr>
          <p:spPr bwMode="auto">
            <a:xfrm>
              <a:off x="4944" y="10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3990" name="Rectangle 262"/>
            <p:cNvSpPr>
              <a:spLocks noChangeArrowheads="1"/>
            </p:cNvSpPr>
            <p:nvPr/>
          </p:nvSpPr>
          <p:spPr bwMode="auto">
            <a:xfrm>
              <a:off x="4944" y="12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-1</a:t>
              </a:r>
            </a:p>
          </p:txBody>
        </p:sp>
        <p:sp>
          <p:nvSpPr>
            <p:cNvPr id="73991" name="Rectangle 263"/>
            <p:cNvSpPr>
              <a:spLocks noChangeArrowheads="1"/>
            </p:cNvSpPr>
            <p:nvPr/>
          </p:nvSpPr>
          <p:spPr bwMode="auto">
            <a:xfrm>
              <a:off x="4944" y="15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3992" name="Rectangle 264"/>
            <p:cNvSpPr>
              <a:spLocks noChangeArrowheads="1"/>
            </p:cNvSpPr>
            <p:nvPr/>
          </p:nvSpPr>
          <p:spPr bwMode="auto">
            <a:xfrm>
              <a:off x="5232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93" name="Rectangle 265"/>
            <p:cNvSpPr>
              <a:spLocks noChangeArrowheads="1"/>
            </p:cNvSpPr>
            <p:nvPr/>
          </p:nvSpPr>
          <p:spPr bwMode="auto">
            <a:xfrm>
              <a:off x="3648" y="10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3994" name="Rectangle 266"/>
            <p:cNvSpPr>
              <a:spLocks noChangeArrowheads="1"/>
            </p:cNvSpPr>
            <p:nvPr/>
          </p:nvSpPr>
          <p:spPr bwMode="auto">
            <a:xfrm>
              <a:off x="3648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96" name="Rectangle 268"/>
            <p:cNvSpPr>
              <a:spLocks noChangeArrowheads="1"/>
            </p:cNvSpPr>
            <p:nvPr/>
          </p:nvSpPr>
          <p:spPr bwMode="auto">
            <a:xfrm>
              <a:off x="3648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3997" name="Rectangle 269"/>
            <p:cNvSpPr>
              <a:spLocks noChangeArrowheads="1"/>
            </p:cNvSpPr>
            <p:nvPr/>
          </p:nvSpPr>
          <p:spPr bwMode="auto">
            <a:xfrm>
              <a:off x="3648" y="25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3998" name="Rectangle 270"/>
            <p:cNvSpPr>
              <a:spLocks noChangeArrowheads="1"/>
            </p:cNvSpPr>
            <p:nvPr/>
          </p:nvSpPr>
          <p:spPr bwMode="auto">
            <a:xfrm>
              <a:off x="3888" y="10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3999" name="Rectangle 271"/>
            <p:cNvSpPr>
              <a:spLocks noChangeArrowheads="1"/>
            </p:cNvSpPr>
            <p:nvPr/>
          </p:nvSpPr>
          <p:spPr bwMode="auto">
            <a:xfrm>
              <a:off x="3888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001" name="Rectangle 273"/>
            <p:cNvSpPr>
              <a:spLocks noChangeArrowheads="1"/>
            </p:cNvSpPr>
            <p:nvPr/>
          </p:nvSpPr>
          <p:spPr bwMode="auto">
            <a:xfrm>
              <a:off x="3888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4002" name="Rectangle 274"/>
            <p:cNvSpPr>
              <a:spLocks noChangeArrowheads="1"/>
            </p:cNvSpPr>
            <p:nvPr/>
          </p:nvSpPr>
          <p:spPr bwMode="auto">
            <a:xfrm>
              <a:off x="3888" y="25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4007" name="Rectangle 279"/>
            <p:cNvSpPr>
              <a:spLocks noChangeArrowheads="1"/>
            </p:cNvSpPr>
            <p:nvPr/>
          </p:nvSpPr>
          <p:spPr bwMode="auto">
            <a:xfrm>
              <a:off x="4944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4008" name="Rectangle 280"/>
            <p:cNvSpPr>
              <a:spLocks noChangeArrowheads="1"/>
            </p:cNvSpPr>
            <p:nvPr/>
          </p:nvSpPr>
          <p:spPr bwMode="auto">
            <a:xfrm>
              <a:off x="4944" y="25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  <a:endParaRPr lang="en-US"/>
            </a:p>
          </p:txBody>
        </p:sp>
        <p:sp>
          <p:nvSpPr>
            <p:cNvPr id="74009" name="Rectangle 281"/>
            <p:cNvSpPr>
              <a:spLocks noChangeArrowheads="1"/>
            </p:cNvSpPr>
            <p:nvPr/>
          </p:nvSpPr>
          <p:spPr bwMode="auto">
            <a:xfrm>
              <a:off x="5232" y="10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4010" name="Rectangle 282"/>
            <p:cNvSpPr>
              <a:spLocks noChangeArrowheads="1"/>
            </p:cNvSpPr>
            <p:nvPr/>
          </p:nvSpPr>
          <p:spPr bwMode="auto">
            <a:xfrm>
              <a:off x="5232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4012" name="Rectangle 284"/>
            <p:cNvSpPr>
              <a:spLocks noChangeArrowheads="1"/>
            </p:cNvSpPr>
            <p:nvPr/>
          </p:nvSpPr>
          <p:spPr bwMode="auto">
            <a:xfrm>
              <a:off x="5232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4013" name="Rectangle 285"/>
            <p:cNvSpPr>
              <a:spLocks noChangeArrowheads="1"/>
            </p:cNvSpPr>
            <p:nvPr/>
          </p:nvSpPr>
          <p:spPr bwMode="auto">
            <a:xfrm>
              <a:off x="5232" y="25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5" name="Group 286"/>
          <p:cNvGrpSpPr>
            <a:grpSpLocks/>
          </p:cNvGrpSpPr>
          <p:nvPr/>
        </p:nvGrpSpPr>
        <p:grpSpPr bwMode="auto">
          <a:xfrm>
            <a:off x="4876800" y="800100"/>
            <a:ext cx="3733800" cy="3505200"/>
            <a:chOff x="3216" y="624"/>
            <a:chExt cx="2352" cy="2208"/>
          </a:xfrm>
        </p:grpSpPr>
        <p:sp>
          <p:nvSpPr>
            <p:cNvPr id="74015" name="Rectangle 287"/>
            <p:cNvSpPr>
              <a:spLocks noChangeArrowheads="1"/>
            </p:cNvSpPr>
            <p:nvPr/>
          </p:nvSpPr>
          <p:spPr bwMode="auto">
            <a:xfrm>
              <a:off x="3216" y="11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4016" name="Rectangle 288"/>
            <p:cNvSpPr>
              <a:spLocks noChangeArrowheads="1"/>
            </p:cNvSpPr>
            <p:nvPr/>
          </p:nvSpPr>
          <p:spPr bwMode="auto">
            <a:xfrm>
              <a:off x="3216" y="13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4017" name="Rectangle 289"/>
            <p:cNvSpPr>
              <a:spLocks noChangeArrowheads="1"/>
            </p:cNvSpPr>
            <p:nvPr/>
          </p:nvSpPr>
          <p:spPr bwMode="auto">
            <a:xfrm>
              <a:off x="3216" y="163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4018" name="Rectangle 290"/>
            <p:cNvSpPr>
              <a:spLocks noChangeArrowheads="1"/>
            </p:cNvSpPr>
            <p:nvPr/>
          </p:nvSpPr>
          <p:spPr bwMode="auto">
            <a:xfrm>
              <a:off x="3216" y="187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4019" name="Rectangle 291"/>
            <p:cNvSpPr>
              <a:spLocks noChangeArrowheads="1"/>
            </p:cNvSpPr>
            <p:nvPr/>
          </p:nvSpPr>
          <p:spPr bwMode="auto">
            <a:xfrm>
              <a:off x="3216" y="211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4020" name="Rectangle 292"/>
            <p:cNvSpPr>
              <a:spLocks noChangeArrowheads="1"/>
            </p:cNvSpPr>
            <p:nvPr/>
          </p:nvSpPr>
          <p:spPr bwMode="auto">
            <a:xfrm>
              <a:off x="3216" y="235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4021" name="Rectangle 293"/>
            <p:cNvSpPr>
              <a:spLocks noChangeArrowheads="1"/>
            </p:cNvSpPr>
            <p:nvPr/>
          </p:nvSpPr>
          <p:spPr bwMode="auto">
            <a:xfrm>
              <a:off x="3216" y="25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4022" name="Rectangle 294"/>
            <p:cNvSpPr>
              <a:spLocks noChangeArrowheads="1"/>
            </p:cNvSpPr>
            <p:nvPr/>
          </p:nvSpPr>
          <p:spPr bwMode="auto">
            <a:xfrm>
              <a:off x="3792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4023" name="Rectangle 295"/>
            <p:cNvSpPr>
              <a:spLocks noChangeArrowheads="1"/>
            </p:cNvSpPr>
            <p:nvPr/>
          </p:nvSpPr>
          <p:spPr bwMode="auto">
            <a:xfrm>
              <a:off x="408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4024" name="Rectangle 296"/>
            <p:cNvSpPr>
              <a:spLocks noChangeArrowheads="1"/>
            </p:cNvSpPr>
            <p:nvPr/>
          </p:nvSpPr>
          <p:spPr bwMode="auto">
            <a:xfrm>
              <a:off x="432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4025" name="Rectangle 297"/>
            <p:cNvSpPr>
              <a:spLocks noChangeArrowheads="1"/>
            </p:cNvSpPr>
            <p:nvPr/>
          </p:nvSpPr>
          <p:spPr bwMode="auto">
            <a:xfrm>
              <a:off x="4608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4026" name="Rectangle 298"/>
            <p:cNvSpPr>
              <a:spLocks noChangeArrowheads="1"/>
            </p:cNvSpPr>
            <p:nvPr/>
          </p:nvSpPr>
          <p:spPr bwMode="auto">
            <a:xfrm>
              <a:off x="489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4027" name="Rectangle 299"/>
            <p:cNvSpPr>
              <a:spLocks noChangeArrowheads="1"/>
            </p:cNvSpPr>
            <p:nvPr/>
          </p:nvSpPr>
          <p:spPr bwMode="auto">
            <a:xfrm>
              <a:off x="513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4028" name="Rectangle 300"/>
            <p:cNvSpPr>
              <a:spLocks noChangeArrowheads="1"/>
            </p:cNvSpPr>
            <p:nvPr/>
          </p:nvSpPr>
          <p:spPr bwMode="auto">
            <a:xfrm>
              <a:off x="5424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grpSp>
        <p:nvGrpSpPr>
          <p:cNvPr id="6" name="Group 307"/>
          <p:cNvGrpSpPr>
            <a:grpSpLocks/>
          </p:cNvGrpSpPr>
          <p:nvPr/>
        </p:nvGrpSpPr>
        <p:grpSpPr bwMode="auto">
          <a:xfrm>
            <a:off x="1066800" y="1447800"/>
            <a:ext cx="2971800" cy="2819400"/>
            <a:chOff x="672" y="912"/>
            <a:chExt cx="1872" cy="1776"/>
          </a:xfrm>
        </p:grpSpPr>
        <p:sp>
          <p:nvSpPr>
            <p:cNvPr id="74033" name="Line 305"/>
            <p:cNvSpPr>
              <a:spLocks noChangeShapeType="1"/>
            </p:cNvSpPr>
            <p:nvPr/>
          </p:nvSpPr>
          <p:spPr bwMode="auto">
            <a:xfrm>
              <a:off x="1968" y="912"/>
              <a:ext cx="0" cy="17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034" name="Line 306"/>
            <p:cNvSpPr>
              <a:spLocks noChangeShapeType="1"/>
            </p:cNvSpPr>
            <p:nvPr/>
          </p:nvSpPr>
          <p:spPr bwMode="auto">
            <a:xfrm>
              <a:off x="672" y="2208"/>
              <a:ext cx="1872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18"/>
          <p:cNvGrpSpPr>
            <a:grpSpLocks/>
          </p:cNvGrpSpPr>
          <p:nvPr/>
        </p:nvGrpSpPr>
        <p:grpSpPr bwMode="auto">
          <a:xfrm>
            <a:off x="3124200" y="3352800"/>
            <a:ext cx="5257800" cy="2286000"/>
            <a:chOff x="1968" y="2112"/>
            <a:chExt cx="3312" cy="1440"/>
          </a:xfrm>
        </p:grpSpPr>
        <p:sp>
          <p:nvSpPr>
            <p:cNvPr id="74036" name="Rectangle 308"/>
            <p:cNvSpPr>
              <a:spLocks noChangeArrowheads="1"/>
            </p:cNvSpPr>
            <p:nvPr/>
          </p:nvSpPr>
          <p:spPr bwMode="auto">
            <a:xfrm>
              <a:off x="1968" y="3216"/>
              <a:ext cx="144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VNI-Times" pitchFamily="2" charset="0"/>
                </a:rPr>
                <a:t>Vì laø </a:t>
              </a:r>
              <a:r>
                <a:rPr lang="en-US" b="1">
                  <a:sym typeface="Symbol" pitchFamily="18" charset="2"/>
                </a:rPr>
                <a:t></a:t>
              </a:r>
              <a:r>
                <a:rPr lang="en-US"/>
                <a:t> </a:t>
              </a:r>
              <a:r>
                <a:rPr lang="en-US">
                  <a:latin typeface="VNI-Times" pitchFamily="2" charset="0"/>
                </a:rPr>
                <a:t>heát neân vieát laïi</a:t>
              </a:r>
            </a:p>
          </p:txBody>
        </p:sp>
        <p:sp>
          <p:nvSpPr>
            <p:cNvPr id="74037" name="Line 309"/>
            <p:cNvSpPr>
              <a:spLocks noChangeShapeType="1"/>
            </p:cNvSpPr>
            <p:nvPr/>
          </p:nvSpPr>
          <p:spPr bwMode="auto">
            <a:xfrm flipV="1">
              <a:off x="3696" y="2160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038" name="Line 310"/>
            <p:cNvSpPr>
              <a:spLocks noChangeShapeType="1"/>
            </p:cNvSpPr>
            <p:nvPr/>
          </p:nvSpPr>
          <p:spPr bwMode="auto">
            <a:xfrm flipV="1">
              <a:off x="3984" y="2160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039" name="Line 311"/>
            <p:cNvSpPr>
              <a:spLocks noChangeShapeType="1"/>
            </p:cNvSpPr>
            <p:nvPr/>
          </p:nvSpPr>
          <p:spPr bwMode="auto">
            <a:xfrm flipV="1">
              <a:off x="4272" y="2160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040" name="Line 312"/>
            <p:cNvSpPr>
              <a:spLocks noChangeShapeType="1"/>
            </p:cNvSpPr>
            <p:nvPr/>
          </p:nvSpPr>
          <p:spPr bwMode="auto">
            <a:xfrm flipV="1">
              <a:off x="4512" y="2112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041" name="Line 313"/>
            <p:cNvSpPr>
              <a:spLocks noChangeShapeType="1"/>
            </p:cNvSpPr>
            <p:nvPr/>
          </p:nvSpPr>
          <p:spPr bwMode="auto">
            <a:xfrm flipV="1">
              <a:off x="5040" y="2112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042" name="Line 314"/>
            <p:cNvSpPr>
              <a:spLocks noChangeShapeType="1"/>
            </p:cNvSpPr>
            <p:nvPr/>
          </p:nvSpPr>
          <p:spPr bwMode="auto">
            <a:xfrm flipV="1">
              <a:off x="5280" y="2112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043" name="Line 315"/>
            <p:cNvSpPr>
              <a:spLocks noChangeShapeType="1"/>
            </p:cNvSpPr>
            <p:nvPr/>
          </p:nvSpPr>
          <p:spPr bwMode="auto">
            <a:xfrm flipH="1">
              <a:off x="3408" y="3360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4047" name="Rectangle 319"/>
          <p:cNvSpPr>
            <a:spLocks noChangeArrowheads="1"/>
          </p:cNvSpPr>
          <p:nvPr/>
        </p:nvSpPr>
        <p:spPr bwMode="auto">
          <a:xfrm>
            <a:off x="533400" y="5029200"/>
            <a:ext cx="1828800" cy="6096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VNI-Times" pitchFamily="2" charset="0"/>
              </a:rPr>
              <a:t>Coù L</a:t>
            </a:r>
            <a:r>
              <a:rPr lang="en-US" sz="2400" baseline="-25000">
                <a:latin typeface="VNI-Times" pitchFamily="2" charset="0"/>
              </a:rPr>
              <a:t>4</a:t>
            </a:r>
            <a:r>
              <a:rPr lang="en-US" sz="2400">
                <a:latin typeface="VNI-Times" pitchFamily="2" charset="0"/>
              </a:rPr>
              <a:t>. Tìm P</a:t>
            </a:r>
            <a:r>
              <a:rPr lang="en-US" sz="2400" baseline="-25000">
                <a:latin typeface="VNI-Times" pitchFamily="2" charset="0"/>
              </a:rPr>
              <a:t>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73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7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7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7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7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73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73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7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7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7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7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7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7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7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7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739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6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739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7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739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7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739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7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" dur="500"/>
                                        <p:tgtEl>
                                          <p:spTgt spid="740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00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500"/>
                                        <p:tgtEl>
                                          <p:spTgt spid="740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00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740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00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739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9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740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00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0" dur="500"/>
                                        <p:tgtEl>
                                          <p:spTgt spid="739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8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739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7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6" dur="500"/>
                                        <p:tgtEl>
                                          <p:spTgt spid="740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00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500"/>
                                        <p:tgtEl>
                                          <p:spTgt spid="740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0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4" dur="500"/>
                                        <p:tgtEl>
                                          <p:spTgt spid="7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 animBg="1"/>
      <p:bldP spid="73816" grpId="0"/>
      <p:bldP spid="73817" grpId="0"/>
      <p:bldP spid="73818" grpId="0"/>
      <p:bldP spid="73819" grpId="0"/>
      <p:bldP spid="73820" grpId="0"/>
      <p:bldP spid="73821" grpId="0"/>
      <p:bldP spid="73822" grpId="0"/>
      <p:bldP spid="73823" grpId="0"/>
      <p:bldP spid="73824" grpId="0"/>
      <p:bldP spid="73825" grpId="0"/>
      <p:bldP spid="73826" grpId="0"/>
      <p:bldP spid="73827" grpId="0"/>
      <p:bldP spid="73828" grpId="0"/>
      <p:bldP spid="73829" grpId="0"/>
      <p:bldP spid="73830" grpId="0"/>
      <p:bldP spid="73831" grpId="0"/>
      <p:bldP spid="73968" grpId="0"/>
      <p:bldP spid="73972" grpId="0"/>
      <p:bldP spid="73975" grpId="0"/>
      <p:bldP spid="73976" grpId="0"/>
      <p:bldP spid="73977" grpId="0"/>
      <p:bldP spid="73986" grpId="0"/>
      <p:bldP spid="73995" grpId="0"/>
      <p:bldP spid="74000" grpId="0"/>
      <p:bldP spid="74003" grpId="0"/>
      <p:bldP spid="74004" grpId="0"/>
      <p:bldP spid="74005" grpId="0"/>
      <p:bldP spid="74006" grpId="0"/>
      <p:bldP spid="74011" grpId="0"/>
      <p:bldP spid="7404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990600" y="381000"/>
            <a:ext cx="1295400" cy="5334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800" b="1">
                <a:solidFill>
                  <a:srgbClr val="FF0000"/>
                </a:solidFill>
              </a:rPr>
              <a:t>ìm L</a:t>
            </a:r>
            <a:r>
              <a:rPr lang="en-US" sz="2800" b="1" baseline="-25000">
                <a:solidFill>
                  <a:srgbClr val="FF0000"/>
                </a:solidFill>
              </a:rPr>
              <a:t>5</a:t>
            </a:r>
          </a:p>
        </p:txBody>
      </p:sp>
      <p:graphicFrame>
        <p:nvGraphicFramePr>
          <p:cNvPr id="76805" name="Group 5"/>
          <p:cNvGraphicFramePr>
            <a:graphicFrameLocks noGrp="1"/>
          </p:cNvGraphicFramePr>
          <p:nvPr/>
        </p:nvGraphicFramePr>
        <p:xfrm>
          <a:off x="457200" y="18288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6888" name="Rectangle 88"/>
          <p:cNvSpPr>
            <a:spLocks noChangeArrowheads="1"/>
          </p:cNvSpPr>
          <p:nvPr/>
        </p:nvSpPr>
        <p:spPr bwMode="auto">
          <a:xfrm>
            <a:off x="2667000" y="3009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11</a:t>
            </a:r>
          </a:p>
        </p:txBody>
      </p:sp>
      <p:sp>
        <p:nvSpPr>
          <p:cNvPr id="76889" name="Rectangle 89"/>
          <p:cNvSpPr>
            <a:spLocks noChangeArrowheads="1"/>
          </p:cNvSpPr>
          <p:nvPr/>
        </p:nvSpPr>
        <p:spPr bwMode="auto">
          <a:xfrm>
            <a:off x="22098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890" name="Rectangle 90"/>
          <p:cNvSpPr>
            <a:spLocks noChangeArrowheads="1"/>
          </p:cNvSpPr>
          <p:nvPr/>
        </p:nvSpPr>
        <p:spPr bwMode="auto">
          <a:xfrm>
            <a:off x="2667000" y="2286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8</a:t>
            </a:r>
          </a:p>
        </p:txBody>
      </p:sp>
      <p:sp>
        <p:nvSpPr>
          <p:cNvPr id="76891" name="Rectangle 91"/>
          <p:cNvSpPr>
            <a:spLocks noChangeArrowheads="1"/>
          </p:cNvSpPr>
          <p:nvPr/>
        </p:nvSpPr>
        <p:spPr bwMode="auto">
          <a:xfrm>
            <a:off x="2667000" y="2667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7</a:t>
            </a:r>
          </a:p>
        </p:txBody>
      </p:sp>
      <p:sp>
        <p:nvSpPr>
          <p:cNvPr id="76892" name="Rectangle 92"/>
          <p:cNvSpPr>
            <a:spLocks noChangeArrowheads="1"/>
          </p:cNvSpPr>
          <p:nvPr/>
        </p:nvSpPr>
        <p:spPr bwMode="auto">
          <a:xfrm>
            <a:off x="26670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76893" name="Rectangle 93"/>
          <p:cNvSpPr>
            <a:spLocks noChangeArrowheads="1"/>
          </p:cNvSpPr>
          <p:nvPr/>
        </p:nvSpPr>
        <p:spPr bwMode="auto">
          <a:xfrm>
            <a:off x="1828800" y="3771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894" name="Rectangle 94"/>
          <p:cNvSpPr>
            <a:spLocks noChangeArrowheads="1"/>
          </p:cNvSpPr>
          <p:nvPr/>
        </p:nvSpPr>
        <p:spPr bwMode="auto">
          <a:xfrm>
            <a:off x="990600" y="37338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895" name="Rectangle 95"/>
          <p:cNvSpPr>
            <a:spLocks noChangeArrowheads="1"/>
          </p:cNvSpPr>
          <p:nvPr/>
        </p:nvSpPr>
        <p:spPr bwMode="auto">
          <a:xfrm>
            <a:off x="13716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896" name="Rectangle 96"/>
          <p:cNvSpPr>
            <a:spLocks noChangeArrowheads="1"/>
          </p:cNvSpPr>
          <p:nvPr/>
        </p:nvSpPr>
        <p:spPr bwMode="auto">
          <a:xfrm>
            <a:off x="26670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6897" name="Rectangle 97"/>
          <p:cNvSpPr>
            <a:spLocks noChangeArrowheads="1"/>
          </p:cNvSpPr>
          <p:nvPr/>
        </p:nvSpPr>
        <p:spPr bwMode="auto">
          <a:xfrm>
            <a:off x="2667000" y="4267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76898" name="Rectangle 98"/>
          <p:cNvSpPr>
            <a:spLocks noChangeArrowheads="1"/>
          </p:cNvSpPr>
          <p:nvPr/>
        </p:nvSpPr>
        <p:spPr bwMode="auto">
          <a:xfrm>
            <a:off x="26670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sp>
        <p:nvSpPr>
          <p:cNvPr id="76899" name="Rectangle 99"/>
          <p:cNvSpPr>
            <a:spLocks noChangeArrowheads="1"/>
          </p:cNvSpPr>
          <p:nvPr/>
        </p:nvSpPr>
        <p:spPr bwMode="auto">
          <a:xfrm>
            <a:off x="30480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00" name="Rectangle 100"/>
          <p:cNvSpPr>
            <a:spLocks noChangeArrowheads="1"/>
          </p:cNvSpPr>
          <p:nvPr/>
        </p:nvSpPr>
        <p:spPr bwMode="auto">
          <a:xfrm>
            <a:off x="35052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02" name="Rectangle 102"/>
          <p:cNvSpPr>
            <a:spLocks noChangeArrowheads="1"/>
          </p:cNvSpPr>
          <p:nvPr/>
        </p:nvSpPr>
        <p:spPr bwMode="auto">
          <a:xfrm>
            <a:off x="1828800" y="3390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03" name="Rectangle 103"/>
          <p:cNvSpPr>
            <a:spLocks noChangeArrowheads="1"/>
          </p:cNvSpPr>
          <p:nvPr/>
        </p:nvSpPr>
        <p:spPr bwMode="auto">
          <a:xfrm>
            <a:off x="2209800" y="2628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4</a:t>
            </a:r>
          </a:p>
        </p:txBody>
      </p:sp>
      <p:sp>
        <p:nvSpPr>
          <p:cNvPr id="76904" name="Rectangle 104"/>
          <p:cNvSpPr>
            <a:spLocks noChangeArrowheads="1"/>
          </p:cNvSpPr>
          <p:nvPr/>
        </p:nvSpPr>
        <p:spPr bwMode="auto">
          <a:xfrm>
            <a:off x="2209800" y="2247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5</a:t>
            </a:r>
          </a:p>
        </p:txBody>
      </p:sp>
      <p:sp>
        <p:nvSpPr>
          <p:cNvPr id="76905" name="Rectangle 105"/>
          <p:cNvSpPr>
            <a:spLocks noChangeArrowheads="1"/>
          </p:cNvSpPr>
          <p:nvPr/>
        </p:nvSpPr>
        <p:spPr bwMode="auto">
          <a:xfrm>
            <a:off x="2209800" y="3009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76906" name="Rectangle 106"/>
          <p:cNvSpPr>
            <a:spLocks noChangeArrowheads="1"/>
          </p:cNvSpPr>
          <p:nvPr/>
        </p:nvSpPr>
        <p:spPr bwMode="auto">
          <a:xfrm>
            <a:off x="9906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07" name="Rectangle 107"/>
          <p:cNvSpPr>
            <a:spLocks noChangeArrowheads="1"/>
          </p:cNvSpPr>
          <p:nvPr/>
        </p:nvSpPr>
        <p:spPr bwMode="auto">
          <a:xfrm>
            <a:off x="13716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08" name="Rectangle 108"/>
          <p:cNvSpPr>
            <a:spLocks noChangeArrowheads="1"/>
          </p:cNvSpPr>
          <p:nvPr/>
        </p:nvSpPr>
        <p:spPr bwMode="auto">
          <a:xfrm>
            <a:off x="22098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6909" name="Rectangle 109"/>
          <p:cNvSpPr>
            <a:spLocks noChangeArrowheads="1"/>
          </p:cNvSpPr>
          <p:nvPr/>
        </p:nvSpPr>
        <p:spPr bwMode="auto">
          <a:xfrm>
            <a:off x="2209800" y="4267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76910" name="Rectangle 110"/>
          <p:cNvSpPr>
            <a:spLocks noChangeArrowheads="1"/>
          </p:cNvSpPr>
          <p:nvPr/>
        </p:nvSpPr>
        <p:spPr bwMode="auto">
          <a:xfrm>
            <a:off x="22098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76911" name="Rectangle 111"/>
          <p:cNvSpPr>
            <a:spLocks noChangeArrowheads="1"/>
          </p:cNvSpPr>
          <p:nvPr/>
        </p:nvSpPr>
        <p:spPr bwMode="auto">
          <a:xfrm>
            <a:off x="30480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12" name="Rectangle 112"/>
          <p:cNvSpPr>
            <a:spLocks noChangeArrowheads="1"/>
          </p:cNvSpPr>
          <p:nvPr/>
        </p:nvSpPr>
        <p:spPr bwMode="auto">
          <a:xfrm>
            <a:off x="35052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13" name="Rectangle 113"/>
          <p:cNvSpPr>
            <a:spLocks noChangeArrowheads="1"/>
          </p:cNvSpPr>
          <p:nvPr/>
        </p:nvSpPr>
        <p:spPr bwMode="auto">
          <a:xfrm>
            <a:off x="990600" y="3009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14" name="Rectangle 114"/>
          <p:cNvSpPr>
            <a:spLocks noChangeArrowheads="1"/>
          </p:cNvSpPr>
          <p:nvPr/>
        </p:nvSpPr>
        <p:spPr bwMode="auto">
          <a:xfrm>
            <a:off x="1371600" y="3009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15" name="Rectangle 115"/>
          <p:cNvSpPr>
            <a:spLocks noChangeArrowheads="1"/>
          </p:cNvSpPr>
          <p:nvPr/>
        </p:nvSpPr>
        <p:spPr bwMode="auto">
          <a:xfrm>
            <a:off x="1828800" y="2247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76916" name="Rectangle 116"/>
          <p:cNvSpPr>
            <a:spLocks noChangeArrowheads="1"/>
          </p:cNvSpPr>
          <p:nvPr/>
        </p:nvSpPr>
        <p:spPr bwMode="auto">
          <a:xfrm>
            <a:off x="1828800" y="2628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-4</a:t>
            </a:r>
          </a:p>
        </p:txBody>
      </p:sp>
      <p:sp>
        <p:nvSpPr>
          <p:cNvPr id="76917" name="Rectangle 117"/>
          <p:cNvSpPr>
            <a:spLocks noChangeArrowheads="1"/>
          </p:cNvSpPr>
          <p:nvPr/>
        </p:nvSpPr>
        <p:spPr bwMode="auto">
          <a:xfrm>
            <a:off x="1828800" y="3009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6918" name="Rectangle 118"/>
          <p:cNvSpPr>
            <a:spLocks noChangeArrowheads="1"/>
          </p:cNvSpPr>
          <p:nvPr/>
        </p:nvSpPr>
        <p:spPr bwMode="auto">
          <a:xfrm>
            <a:off x="1828800" y="42291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19" name="Rectangle 119"/>
          <p:cNvSpPr>
            <a:spLocks noChangeArrowheads="1"/>
          </p:cNvSpPr>
          <p:nvPr/>
        </p:nvSpPr>
        <p:spPr bwMode="auto">
          <a:xfrm>
            <a:off x="1828800" y="46101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  <a:endParaRPr lang="en-US"/>
          </a:p>
        </p:txBody>
      </p:sp>
      <p:sp>
        <p:nvSpPr>
          <p:cNvPr id="76920" name="Rectangle 120"/>
          <p:cNvSpPr>
            <a:spLocks noChangeArrowheads="1"/>
          </p:cNvSpPr>
          <p:nvPr/>
        </p:nvSpPr>
        <p:spPr bwMode="auto">
          <a:xfrm>
            <a:off x="3048000" y="2247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6921" name="Rectangle 121"/>
          <p:cNvSpPr>
            <a:spLocks noChangeArrowheads="1"/>
          </p:cNvSpPr>
          <p:nvPr/>
        </p:nvSpPr>
        <p:spPr bwMode="auto">
          <a:xfrm>
            <a:off x="3048000" y="2628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-1</a:t>
            </a:r>
          </a:p>
        </p:txBody>
      </p:sp>
      <p:sp>
        <p:nvSpPr>
          <p:cNvPr id="76922" name="Rectangle 122"/>
          <p:cNvSpPr>
            <a:spLocks noChangeArrowheads="1"/>
          </p:cNvSpPr>
          <p:nvPr/>
        </p:nvSpPr>
        <p:spPr bwMode="auto">
          <a:xfrm>
            <a:off x="3048000" y="3009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76923" name="Rectangle 123"/>
          <p:cNvSpPr>
            <a:spLocks noChangeArrowheads="1"/>
          </p:cNvSpPr>
          <p:nvPr/>
        </p:nvSpPr>
        <p:spPr bwMode="auto">
          <a:xfrm>
            <a:off x="35052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24" name="Rectangle 124"/>
          <p:cNvSpPr>
            <a:spLocks noChangeArrowheads="1"/>
          </p:cNvSpPr>
          <p:nvPr/>
        </p:nvSpPr>
        <p:spPr bwMode="auto">
          <a:xfrm>
            <a:off x="990600" y="2286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6925" name="Rectangle 125"/>
          <p:cNvSpPr>
            <a:spLocks noChangeArrowheads="1"/>
          </p:cNvSpPr>
          <p:nvPr/>
        </p:nvSpPr>
        <p:spPr bwMode="auto">
          <a:xfrm>
            <a:off x="990600" y="2667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26" name="Rectangle 126"/>
          <p:cNvSpPr>
            <a:spLocks noChangeArrowheads="1"/>
          </p:cNvSpPr>
          <p:nvPr/>
        </p:nvSpPr>
        <p:spPr bwMode="auto">
          <a:xfrm>
            <a:off x="990600" y="4267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76927" name="Rectangle 127"/>
          <p:cNvSpPr>
            <a:spLocks noChangeArrowheads="1"/>
          </p:cNvSpPr>
          <p:nvPr/>
        </p:nvSpPr>
        <p:spPr bwMode="auto">
          <a:xfrm>
            <a:off x="9906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76928" name="Rectangle 128"/>
          <p:cNvSpPr>
            <a:spLocks noChangeArrowheads="1"/>
          </p:cNvSpPr>
          <p:nvPr/>
        </p:nvSpPr>
        <p:spPr bwMode="auto">
          <a:xfrm>
            <a:off x="1371600" y="2286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76929" name="Rectangle 129"/>
          <p:cNvSpPr>
            <a:spLocks noChangeArrowheads="1"/>
          </p:cNvSpPr>
          <p:nvPr/>
        </p:nvSpPr>
        <p:spPr bwMode="auto">
          <a:xfrm>
            <a:off x="1371600" y="2667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6930" name="Rectangle 130"/>
          <p:cNvSpPr>
            <a:spLocks noChangeArrowheads="1"/>
          </p:cNvSpPr>
          <p:nvPr/>
        </p:nvSpPr>
        <p:spPr bwMode="auto">
          <a:xfrm>
            <a:off x="1371600" y="4267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31" name="Rectangle 131"/>
          <p:cNvSpPr>
            <a:spLocks noChangeArrowheads="1"/>
          </p:cNvSpPr>
          <p:nvPr/>
        </p:nvSpPr>
        <p:spPr bwMode="auto">
          <a:xfrm>
            <a:off x="13716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32" name="Rectangle 132"/>
          <p:cNvSpPr>
            <a:spLocks noChangeArrowheads="1"/>
          </p:cNvSpPr>
          <p:nvPr/>
        </p:nvSpPr>
        <p:spPr bwMode="auto">
          <a:xfrm>
            <a:off x="3048000" y="4267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6933" name="Rectangle 133"/>
          <p:cNvSpPr>
            <a:spLocks noChangeArrowheads="1"/>
          </p:cNvSpPr>
          <p:nvPr/>
        </p:nvSpPr>
        <p:spPr bwMode="auto">
          <a:xfrm>
            <a:off x="30480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76934" name="Rectangle 134"/>
          <p:cNvSpPr>
            <a:spLocks noChangeArrowheads="1"/>
          </p:cNvSpPr>
          <p:nvPr/>
        </p:nvSpPr>
        <p:spPr bwMode="auto">
          <a:xfrm>
            <a:off x="3505200" y="2286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76935" name="Rectangle 135"/>
          <p:cNvSpPr>
            <a:spLocks noChangeArrowheads="1"/>
          </p:cNvSpPr>
          <p:nvPr/>
        </p:nvSpPr>
        <p:spPr bwMode="auto">
          <a:xfrm>
            <a:off x="3505200" y="2667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36" name="Rectangle 136"/>
          <p:cNvSpPr>
            <a:spLocks noChangeArrowheads="1"/>
          </p:cNvSpPr>
          <p:nvPr/>
        </p:nvSpPr>
        <p:spPr bwMode="auto">
          <a:xfrm>
            <a:off x="3505200" y="4267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37" name="Rectangle 137"/>
          <p:cNvSpPr>
            <a:spLocks noChangeArrowheads="1"/>
          </p:cNvSpPr>
          <p:nvPr/>
        </p:nvSpPr>
        <p:spPr bwMode="auto">
          <a:xfrm>
            <a:off x="35052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grpSp>
        <p:nvGrpSpPr>
          <p:cNvPr id="2" name="Group 138"/>
          <p:cNvGrpSpPr>
            <a:grpSpLocks/>
          </p:cNvGrpSpPr>
          <p:nvPr/>
        </p:nvGrpSpPr>
        <p:grpSpPr bwMode="auto">
          <a:xfrm>
            <a:off x="76200" y="1409700"/>
            <a:ext cx="3733800" cy="3505200"/>
            <a:chOff x="3216" y="624"/>
            <a:chExt cx="2352" cy="2208"/>
          </a:xfrm>
        </p:grpSpPr>
        <p:sp>
          <p:nvSpPr>
            <p:cNvPr id="76939" name="Rectangle 139"/>
            <p:cNvSpPr>
              <a:spLocks noChangeArrowheads="1"/>
            </p:cNvSpPr>
            <p:nvPr/>
          </p:nvSpPr>
          <p:spPr bwMode="auto">
            <a:xfrm>
              <a:off x="3216" y="11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6940" name="Rectangle 140"/>
            <p:cNvSpPr>
              <a:spLocks noChangeArrowheads="1"/>
            </p:cNvSpPr>
            <p:nvPr/>
          </p:nvSpPr>
          <p:spPr bwMode="auto">
            <a:xfrm>
              <a:off x="3216" y="13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6941" name="Rectangle 141"/>
            <p:cNvSpPr>
              <a:spLocks noChangeArrowheads="1"/>
            </p:cNvSpPr>
            <p:nvPr/>
          </p:nvSpPr>
          <p:spPr bwMode="auto">
            <a:xfrm>
              <a:off x="3216" y="163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6942" name="Rectangle 142"/>
            <p:cNvSpPr>
              <a:spLocks noChangeArrowheads="1"/>
            </p:cNvSpPr>
            <p:nvPr/>
          </p:nvSpPr>
          <p:spPr bwMode="auto">
            <a:xfrm>
              <a:off x="3216" y="187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6943" name="Rectangle 143"/>
            <p:cNvSpPr>
              <a:spLocks noChangeArrowheads="1"/>
            </p:cNvSpPr>
            <p:nvPr/>
          </p:nvSpPr>
          <p:spPr bwMode="auto">
            <a:xfrm>
              <a:off x="3216" y="211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6944" name="Rectangle 144"/>
            <p:cNvSpPr>
              <a:spLocks noChangeArrowheads="1"/>
            </p:cNvSpPr>
            <p:nvPr/>
          </p:nvSpPr>
          <p:spPr bwMode="auto">
            <a:xfrm>
              <a:off x="3216" y="235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6945" name="Rectangle 145"/>
            <p:cNvSpPr>
              <a:spLocks noChangeArrowheads="1"/>
            </p:cNvSpPr>
            <p:nvPr/>
          </p:nvSpPr>
          <p:spPr bwMode="auto">
            <a:xfrm>
              <a:off x="3216" y="25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6946" name="Rectangle 146"/>
            <p:cNvSpPr>
              <a:spLocks noChangeArrowheads="1"/>
            </p:cNvSpPr>
            <p:nvPr/>
          </p:nvSpPr>
          <p:spPr bwMode="auto">
            <a:xfrm>
              <a:off x="3792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6947" name="Rectangle 147"/>
            <p:cNvSpPr>
              <a:spLocks noChangeArrowheads="1"/>
            </p:cNvSpPr>
            <p:nvPr/>
          </p:nvSpPr>
          <p:spPr bwMode="auto">
            <a:xfrm>
              <a:off x="408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6948" name="Rectangle 148"/>
            <p:cNvSpPr>
              <a:spLocks noChangeArrowheads="1"/>
            </p:cNvSpPr>
            <p:nvPr/>
          </p:nvSpPr>
          <p:spPr bwMode="auto">
            <a:xfrm>
              <a:off x="432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6949" name="Rectangle 149"/>
            <p:cNvSpPr>
              <a:spLocks noChangeArrowheads="1"/>
            </p:cNvSpPr>
            <p:nvPr/>
          </p:nvSpPr>
          <p:spPr bwMode="auto">
            <a:xfrm>
              <a:off x="4608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6950" name="Rectangle 150"/>
            <p:cNvSpPr>
              <a:spLocks noChangeArrowheads="1"/>
            </p:cNvSpPr>
            <p:nvPr/>
          </p:nvSpPr>
          <p:spPr bwMode="auto">
            <a:xfrm>
              <a:off x="489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6951" name="Rectangle 151"/>
            <p:cNvSpPr>
              <a:spLocks noChangeArrowheads="1"/>
            </p:cNvSpPr>
            <p:nvPr/>
          </p:nvSpPr>
          <p:spPr bwMode="auto">
            <a:xfrm>
              <a:off x="513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6952" name="Rectangle 152"/>
            <p:cNvSpPr>
              <a:spLocks noChangeArrowheads="1"/>
            </p:cNvSpPr>
            <p:nvPr/>
          </p:nvSpPr>
          <p:spPr bwMode="auto">
            <a:xfrm>
              <a:off x="5424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graphicFrame>
        <p:nvGraphicFramePr>
          <p:cNvPr id="76953" name="Group 153"/>
          <p:cNvGraphicFramePr>
            <a:graphicFrameLocks noGrp="1"/>
          </p:cNvGraphicFramePr>
          <p:nvPr/>
        </p:nvGraphicFramePr>
        <p:xfrm>
          <a:off x="5334000" y="18669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7036" name="Rectangle 236"/>
          <p:cNvSpPr>
            <a:spLocks noChangeArrowheads="1"/>
          </p:cNvSpPr>
          <p:nvPr/>
        </p:nvSpPr>
        <p:spPr bwMode="auto">
          <a:xfrm>
            <a:off x="75438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0</a:t>
            </a:r>
          </a:p>
        </p:txBody>
      </p:sp>
      <p:sp>
        <p:nvSpPr>
          <p:cNvPr id="77038" name="Rectangle 238"/>
          <p:cNvSpPr>
            <a:spLocks noChangeArrowheads="1"/>
          </p:cNvSpPr>
          <p:nvPr/>
        </p:nvSpPr>
        <p:spPr bwMode="auto">
          <a:xfrm>
            <a:off x="7543800" y="23241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-3</a:t>
            </a:r>
          </a:p>
        </p:txBody>
      </p:sp>
      <p:sp>
        <p:nvSpPr>
          <p:cNvPr id="77039" name="Rectangle 239"/>
          <p:cNvSpPr>
            <a:spLocks noChangeArrowheads="1"/>
          </p:cNvSpPr>
          <p:nvPr/>
        </p:nvSpPr>
        <p:spPr bwMode="auto">
          <a:xfrm>
            <a:off x="7543800" y="27051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-4</a:t>
            </a:r>
          </a:p>
        </p:txBody>
      </p:sp>
      <p:sp>
        <p:nvSpPr>
          <p:cNvPr id="77045" name="Rectangle 245"/>
          <p:cNvSpPr>
            <a:spLocks noChangeArrowheads="1"/>
          </p:cNvSpPr>
          <p:nvPr/>
        </p:nvSpPr>
        <p:spPr bwMode="auto">
          <a:xfrm>
            <a:off x="7543800" y="4305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77047" name="Rectangle 247"/>
          <p:cNvSpPr>
            <a:spLocks noChangeArrowheads="1"/>
          </p:cNvSpPr>
          <p:nvPr/>
        </p:nvSpPr>
        <p:spPr bwMode="auto">
          <a:xfrm>
            <a:off x="7924800" y="38481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7050" name="Rectangle 250"/>
          <p:cNvSpPr>
            <a:spLocks noChangeArrowheads="1"/>
          </p:cNvSpPr>
          <p:nvPr/>
        </p:nvSpPr>
        <p:spPr bwMode="auto">
          <a:xfrm>
            <a:off x="7086600" y="2667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0</a:t>
            </a:r>
          </a:p>
        </p:txBody>
      </p:sp>
      <p:sp>
        <p:nvSpPr>
          <p:cNvPr id="77051" name="Rectangle 251"/>
          <p:cNvSpPr>
            <a:spLocks noChangeArrowheads="1"/>
          </p:cNvSpPr>
          <p:nvPr/>
        </p:nvSpPr>
        <p:spPr bwMode="auto">
          <a:xfrm>
            <a:off x="7086600" y="2286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1</a:t>
            </a:r>
          </a:p>
        </p:txBody>
      </p:sp>
      <p:sp>
        <p:nvSpPr>
          <p:cNvPr id="77052" name="Rectangle 252"/>
          <p:cNvSpPr>
            <a:spLocks noChangeArrowheads="1"/>
          </p:cNvSpPr>
          <p:nvPr/>
        </p:nvSpPr>
        <p:spPr bwMode="auto">
          <a:xfrm>
            <a:off x="70866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4</a:t>
            </a:r>
          </a:p>
        </p:txBody>
      </p:sp>
      <p:sp>
        <p:nvSpPr>
          <p:cNvPr id="77056" name="Rectangle 256"/>
          <p:cNvSpPr>
            <a:spLocks noChangeArrowheads="1"/>
          </p:cNvSpPr>
          <p:nvPr/>
        </p:nvSpPr>
        <p:spPr bwMode="auto">
          <a:xfrm>
            <a:off x="7086600" y="4305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77058" name="Rectangle 258"/>
          <p:cNvSpPr>
            <a:spLocks noChangeArrowheads="1"/>
          </p:cNvSpPr>
          <p:nvPr/>
        </p:nvSpPr>
        <p:spPr bwMode="auto">
          <a:xfrm>
            <a:off x="7924800" y="34671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7065" name="Rectangle 265"/>
          <p:cNvSpPr>
            <a:spLocks noChangeArrowheads="1"/>
          </p:cNvSpPr>
          <p:nvPr/>
        </p:nvSpPr>
        <p:spPr bwMode="auto">
          <a:xfrm>
            <a:off x="6705600" y="4267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7067" name="Rectangle 267"/>
          <p:cNvSpPr>
            <a:spLocks noChangeArrowheads="1"/>
          </p:cNvSpPr>
          <p:nvPr/>
        </p:nvSpPr>
        <p:spPr bwMode="auto">
          <a:xfrm>
            <a:off x="7924800" y="2286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7068" name="Rectangle 268"/>
          <p:cNvSpPr>
            <a:spLocks noChangeArrowheads="1"/>
          </p:cNvSpPr>
          <p:nvPr/>
        </p:nvSpPr>
        <p:spPr bwMode="auto">
          <a:xfrm>
            <a:off x="7924800" y="2667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-1</a:t>
            </a:r>
          </a:p>
        </p:txBody>
      </p:sp>
      <p:sp>
        <p:nvSpPr>
          <p:cNvPr id="77069" name="Rectangle 269"/>
          <p:cNvSpPr>
            <a:spLocks noChangeArrowheads="1"/>
          </p:cNvSpPr>
          <p:nvPr/>
        </p:nvSpPr>
        <p:spPr bwMode="auto">
          <a:xfrm>
            <a:off x="79248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77073" name="Rectangle 273"/>
          <p:cNvSpPr>
            <a:spLocks noChangeArrowheads="1"/>
          </p:cNvSpPr>
          <p:nvPr/>
        </p:nvSpPr>
        <p:spPr bwMode="auto">
          <a:xfrm>
            <a:off x="5867400" y="4305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77077" name="Rectangle 277"/>
          <p:cNvSpPr>
            <a:spLocks noChangeArrowheads="1"/>
          </p:cNvSpPr>
          <p:nvPr/>
        </p:nvSpPr>
        <p:spPr bwMode="auto">
          <a:xfrm>
            <a:off x="6248400" y="4305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7079" name="Rectangle 279"/>
          <p:cNvSpPr>
            <a:spLocks noChangeArrowheads="1"/>
          </p:cNvSpPr>
          <p:nvPr/>
        </p:nvSpPr>
        <p:spPr bwMode="auto">
          <a:xfrm>
            <a:off x="7924800" y="4305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7080" name="Rectangle 280"/>
          <p:cNvSpPr>
            <a:spLocks noChangeArrowheads="1"/>
          </p:cNvSpPr>
          <p:nvPr/>
        </p:nvSpPr>
        <p:spPr bwMode="auto">
          <a:xfrm>
            <a:off x="7924800" y="468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4</a:t>
            </a:r>
            <a:endParaRPr lang="en-US"/>
          </a:p>
        </p:txBody>
      </p:sp>
      <p:sp>
        <p:nvSpPr>
          <p:cNvPr id="77083" name="Rectangle 283"/>
          <p:cNvSpPr>
            <a:spLocks noChangeArrowheads="1"/>
          </p:cNvSpPr>
          <p:nvPr/>
        </p:nvSpPr>
        <p:spPr bwMode="auto">
          <a:xfrm>
            <a:off x="8382000" y="4305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7057" name="Rectangle 257"/>
          <p:cNvSpPr>
            <a:spLocks noChangeArrowheads="1"/>
          </p:cNvSpPr>
          <p:nvPr/>
        </p:nvSpPr>
        <p:spPr bwMode="auto">
          <a:xfrm>
            <a:off x="7086600" y="468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5</a:t>
            </a:r>
          </a:p>
        </p:txBody>
      </p:sp>
      <p:sp>
        <p:nvSpPr>
          <p:cNvPr id="77046" name="Rectangle 246"/>
          <p:cNvSpPr>
            <a:spLocks noChangeArrowheads="1"/>
          </p:cNvSpPr>
          <p:nvPr/>
        </p:nvSpPr>
        <p:spPr bwMode="auto">
          <a:xfrm>
            <a:off x="7543800" y="468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grpSp>
        <p:nvGrpSpPr>
          <p:cNvPr id="3" name="Group 388"/>
          <p:cNvGrpSpPr>
            <a:grpSpLocks/>
          </p:cNvGrpSpPr>
          <p:nvPr/>
        </p:nvGrpSpPr>
        <p:grpSpPr bwMode="auto">
          <a:xfrm>
            <a:off x="5867400" y="2286000"/>
            <a:ext cx="2895600" cy="2705100"/>
            <a:chOff x="3696" y="1440"/>
            <a:chExt cx="1824" cy="1704"/>
          </a:xfrm>
        </p:grpSpPr>
        <p:sp>
          <p:nvSpPr>
            <p:cNvPr id="77037" name="Rectangle 237"/>
            <p:cNvSpPr>
              <a:spLocks noChangeArrowheads="1"/>
            </p:cNvSpPr>
            <p:nvPr/>
          </p:nvSpPr>
          <p:spPr bwMode="auto">
            <a:xfrm>
              <a:off x="4464" y="24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40" name="Rectangle 240"/>
            <p:cNvSpPr>
              <a:spLocks noChangeArrowheads="1"/>
            </p:cNvSpPr>
            <p:nvPr/>
          </p:nvSpPr>
          <p:spPr bwMode="auto">
            <a:xfrm>
              <a:off x="4752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7041" name="Rectangle 241"/>
            <p:cNvSpPr>
              <a:spLocks noChangeArrowheads="1"/>
            </p:cNvSpPr>
            <p:nvPr/>
          </p:nvSpPr>
          <p:spPr bwMode="auto">
            <a:xfrm>
              <a:off x="4224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42" name="Rectangle 242"/>
            <p:cNvSpPr>
              <a:spLocks noChangeArrowheads="1"/>
            </p:cNvSpPr>
            <p:nvPr/>
          </p:nvSpPr>
          <p:spPr bwMode="auto">
            <a:xfrm>
              <a:off x="3696" y="237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43" name="Rectangle 243"/>
            <p:cNvSpPr>
              <a:spLocks noChangeArrowheads="1"/>
            </p:cNvSpPr>
            <p:nvPr/>
          </p:nvSpPr>
          <p:spPr bwMode="auto">
            <a:xfrm>
              <a:off x="3936" y="24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44" name="Rectangle 244"/>
            <p:cNvSpPr>
              <a:spLocks noChangeArrowheads="1"/>
            </p:cNvSpPr>
            <p:nvPr/>
          </p:nvSpPr>
          <p:spPr bwMode="auto">
            <a:xfrm>
              <a:off x="4752" y="24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7048" name="Rectangle 248"/>
            <p:cNvSpPr>
              <a:spLocks noChangeArrowheads="1"/>
            </p:cNvSpPr>
            <p:nvPr/>
          </p:nvSpPr>
          <p:spPr bwMode="auto">
            <a:xfrm>
              <a:off x="5280" y="24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49" name="Rectangle 249"/>
            <p:cNvSpPr>
              <a:spLocks noChangeArrowheads="1"/>
            </p:cNvSpPr>
            <p:nvPr/>
          </p:nvSpPr>
          <p:spPr bwMode="auto">
            <a:xfrm>
              <a:off x="4224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53" name="Rectangle 253"/>
            <p:cNvSpPr>
              <a:spLocks noChangeArrowheads="1"/>
            </p:cNvSpPr>
            <p:nvPr/>
          </p:nvSpPr>
          <p:spPr bwMode="auto">
            <a:xfrm>
              <a:off x="3696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54" name="Rectangle 254"/>
            <p:cNvSpPr>
              <a:spLocks noChangeArrowheads="1"/>
            </p:cNvSpPr>
            <p:nvPr/>
          </p:nvSpPr>
          <p:spPr bwMode="auto">
            <a:xfrm>
              <a:off x="3936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55" name="Rectangle 255"/>
            <p:cNvSpPr>
              <a:spLocks noChangeArrowheads="1"/>
            </p:cNvSpPr>
            <p:nvPr/>
          </p:nvSpPr>
          <p:spPr bwMode="auto">
            <a:xfrm>
              <a:off x="4464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7059" name="Rectangle 259"/>
            <p:cNvSpPr>
              <a:spLocks noChangeArrowheads="1"/>
            </p:cNvSpPr>
            <p:nvPr/>
          </p:nvSpPr>
          <p:spPr bwMode="auto">
            <a:xfrm>
              <a:off x="5280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60" name="Rectangle 260"/>
            <p:cNvSpPr>
              <a:spLocks noChangeArrowheads="1"/>
            </p:cNvSpPr>
            <p:nvPr/>
          </p:nvSpPr>
          <p:spPr bwMode="auto">
            <a:xfrm>
              <a:off x="3696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61" name="Rectangle 261"/>
            <p:cNvSpPr>
              <a:spLocks noChangeArrowheads="1"/>
            </p:cNvSpPr>
            <p:nvPr/>
          </p:nvSpPr>
          <p:spPr bwMode="auto">
            <a:xfrm>
              <a:off x="3936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62" name="Rectangle 262"/>
            <p:cNvSpPr>
              <a:spLocks noChangeArrowheads="1"/>
            </p:cNvSpPr>
            <p:nvPr/>
          </p:nvSpPr>
          <p:spPr bwMode="auto">
            <a:xfrm>
              <a:off x="4224" y="14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7063" name="Rectangle 263"/>
            <p:cNvSpPr>
              <a:spLocks noChangeArrowheads="1"/>
            </p:cNvSpPr>
            <p:nvPr/>
          </p:nvSpPr>
          <p:spPr bwMode="auto">
            <a:xfrm>
              <a:off x="4224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77064" name="Rectangle 264"/>
            <p:cNvSpPr>
              <a:spLocks noChangeArrowheads="1"/>
            </p:cNvSpPr>
            <p:nvPr/>
          </p:nvSpPr>
          <p:spPr bwMode="auto">
            <a:xfrm>
              <a:off x="4224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7066" name="Rectangle 266"/>
            <p:cNvSpPr>
              <a:spLocks noChangeArrowheads="1"/>
            </p:cNvSpPr>
            <p:nvPr/>
          </p:nvSpPr>
          <p:spPr bwMode="auto">
            <a:xfrm>
              <a:off x="4224" y="29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77070" name="Rectangle 270"/>
            <p:cNvSpPr>
              <a:spLocks noChangeArrowheads="1"/>
            </p:cNvSpPr>
            <p:nvPr/>
          </p:nvSpPr>
          <p:spPr bwMode="auto">
            <a:xfrm>
              <a:off x="5280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71" name="Rectangle 271"/>
            <p:cNvSpPr>
              <a:spLocks noChangeArrowheads="1"/>
            </p:cNvSpPr>
            <p:nvPr/>
          </p:nvSpPr>
          <p:spPr bwMode="auto">
            <a:xfrm>
              <a:off x="3696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7072" name="Rectangle 272"/>
            <p:cNvSpPr>
              <a:spLocks noChangeArrowheads="1"/>
            </p:cNvSpPr>
            <p:nvPr/>
          </p:nvSpPr>
          <p:spPr bwMode="auto">
            <a:xfrm>
              <a:off x="3696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74" name="Rectangle 274"/>
            <p:cNvSpPr>
              <a:spLocks noChangeArrowheads="1"/>
            </p:cNvSpPr>
            <p:nvPr/>
          </p:nvSpPr>
          <p:spPr bwMode="auto">
            <a:xfrm>
              <a:off x="3696" y="29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7075" name="Rectangle 275"/>
            <p:cNvSpPr>
              <a:spLocks noChangeArrowheads="1"/>
            </p:cNvSpPr>
            <p:nvPr/>
          </p:nvSpPr>
          <p:spPr bwMode="auto">
            <a:xfrm>
              <a:off x="3936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7076" name="Rectangle 276"/>
            <p:cNvSpPr>
              <a:spLocks noChangeArrowheads="1"/>
            </p:cNvSpPr>
            <p:nvPr/>
          </p:nvSpPr>
          <p:spPr bwMode="auto">
            <a:xfrm>
              <a:off x="3936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7078" name="Rectangle 278"/>
            <p:cNvSpPr>
              <a:spLocks noChangeArrowheads="1"/>
            </p:cNvSpPr>
            <p:nvPr/>
          </p:nvSpPr>
          <p:spPr bwMode="auto">
            <a:xfrm>
              <a:off x="3936" y="29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81" name="Rectangle 281"/>
            <p:cNvSpPr>
              <a:spLocks noChangeArrowheads="1"/>
            </p:cNvSpPr>
            <p:nvPr/>
          </p:nvSpPr>
          <p:spPr bwMode="auto">
            <a:xfrm>
              <a:off x="5280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7082" name="Rectangle 282"/>
            <p:cNvSpPr>
              <a:spLocks noChangeArrowheads="1"/>
            </p:cNvSpPr>
            <p:nvPr/>
          </p:nvSpPr>
          <p:spPr bwMode="auto">
            <a:xfrm>
              <a:off x="5280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84" name="Rectangle 284"/>
            <p:cNvSpPr>
              <a:spLocks noChangeArrowheads="1"/>
            </p:cNvSpPr>
            <p:nvPr/>
          </p:nvSpPr>
          <p:spPr bwMode="auto">
            <a:xfrm>
              <a:off x="5280" y="29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4" name="Group 285"/>
          <p:cNvGrpSpPr>
            <a:grpSpLocks/>
          </p:cNvGrpSpPr>
          <p:nvPr/>
        </p:nvGrpSpPr>
        <p:grpSpPr bwMode="auto">
          <a:xfrm>
            <a:off x="4953000" y="1447800"/>
            <a:ext cx="3733800" cy="3505200"/>
            <a:chOff x="3216" y="624"/>
            <a:chExt cx="2352" cy="2208"/>
          </a:xfrm>
        </p:grpSpPr>
        <p:sp>
          <p:nvSpPr>
            <p:cNvPr id="77086" name="Rectangle 286"/>
            <p:cNvSpPr>
              <a:spLocks noChangeArrowheads="1"/>
            </p:cNvSpPr>
            <p:nvPr/>
          </p:nvSpPr>
          <p:spPr bwMode="auto">
            <a:xfrm>
              <a:off x="3216" y="11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7087" name="Rectangle 287"/>
            <p:cNvSpPr>
              <a:spLocks noChangeArrowheads="1"/>
            </p:cNvSpPr>
            <p:nvPr/>
          </p:nvSpPr>
          <p:spPr bwMode="auto">
            <a:xfrm>
              <a:off x="3216" y="13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7088" name="Rectangle 288"/>
            <p:cNvSpPr>
              <a:spLocks noChangeArrowheads="1"/>
            </p:cNvSpPr>
            <p:nvPr/>
          </p:nvSpPr>
          <p:spPr bwMode="auto">
            <a:xfrm>
              <a:off x="3216" y="163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7089" name="Rectangle 289"/>
            <p:cNvSpPr>
              <a:spLocks noChangeArrowheads="1"/>
            </p:cNvSpPr>
            <p:nvPr/>
          </p:nvSpPr>
          <p:spPr bwMode="auto">
            <a:xfrm>
              <a:off x="3216" y="187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7090" name="Rectangle 290"/>
            <p:cNvSpPr>
              <a:spLocks noChangeArrowheads="1"/>
            </p:cNvSpPr>
            <p:nvPr/>
          </p:nvSpPr>
          <p:spPr bwMode="auto">
            <a:xfrm>
              <a:off x="3216" y="211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7091" name="Rectangle 291"/>
            <p:cNvSpPr>
              <a:spLocks noChangeArrowheads="1"/>
            </p:cNvSpPr>
            <p:nvPr/>
          </p:nvSpPr>
          <p:spPr bwMode="auto">
            <a:xfrm>
              <a:off x="3216" y="235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7092" name="Rectangle 292"/>
            <p:cNvSpPr>
              <a:spLocks noChangeArrowheads="1"/>
            </p:cNvSpPr>
            <p:nvPr/>
          </p:nvSpPr>
          <p:spPr bwMode="auto">
            <a:xfrm>
              <a:off x="3216" y="25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7093" name="Rectangle 293"/>
            <p:cNvSpPr>
              <a:spLocks noChangeArrowheads="1"/>
            </p:cNvSpPr>
            <p:nvPr/>
          </p:nvSpPr>
          <p:spPr bwMode="auto">
            <a:xfrm>
              <a:off x="3792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7094" name="Rectangle 294"/>
            <p:cNvSpPr>
              <a:spLocks noChangeArrowheads="1"/>
            </p:cNvSpPr>
            <p:nvPr/>
          </p:nvSpPr>
          <p:spPr bwMode="auto">
            <a:xfrm>
              <a:off x="408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7095" name="Rectangle 295"/>
            <p:cNvSpPr>
              <a:spLocks noChangeArrowheads="1"/>
            </p:cNvSpPr>
            <p:nvPr/>
          </p:nvSpPr>
          <p:spPr bwMode="auto">
            <a:xfrm>
              <a:off x="432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7096" name="Rectangle 296"/>
            <p:cNvSpPr>
              <a:spLocks noChangeArrowheads="1"/>
            </p:cNvSpPr>
            <p:nvPr/>
          </p:nvSpPr>
          <p:spPr bwMode="auto">
            <a:xfrm>
              <a:off x="4608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7097" name="Rectangle 297"/>
            <p:cNvSpPr>
              <a:spLocks noChangeArrowheads="1"/>
            </p:cNvSpPr>
            <p:nvPr/>
          </p:nvSpPr>
          <p:spPr bwMode="auto">
            <a:xfrm>
              <a:off x="489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7098" name="Rectangle 298"/>
            <p:cNvSpPr>
              <a:spLocks noChangeArrowheads="1"/>
            </p:cNvSpPr>
            <p:nvPr/>
          </p:nvSpPr>
          <p:spPr bwMode="auto">
            <a:xfrm>
              <a:off x="513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7099" name="Rectangle 299"/>
            <p:cNvSpPr>
              <a:spLocks noChangeArrowheads="1"/>
            </p:cNvSpPr>
            <p:nvPr/>
          </p:nvSpPr>
          <p:spPr bwMode="auto">
            <a:xfrm>
              <a:off x="5424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grpSp>
        <p:nvGrpSpPr>
          <p:cNvPr id="5" name="Group 303"/>
          <p:cNvGrpSpPr>
            <a:grpSpLocks/>
          </p:cNvGrpSpPr>
          <p:nvPr/>
        </p:nvGrpSpPr>
        <p:grpSpPr bwMode="auto">
          <a:xfrm>
            <a:off x="609600" y="2057400"/>
            <a:ext cx="3200400" cy="2819400"/>
            <a:chOff x="432" y="1296"/>
            <a:chExt cx="2016" cy="1776"/>
          </a:xfrm>
        </p:grpSpPr>
        <p:sp>
          <p:nvSpPr>
            <p:cNvPr id="77101" name="Line 301"/>
            <p:cNvSpPr>
              <a:spLocks noChangeShapeType="1"/>
            </p:cNvSpPr>
            <p:nvPr/>
          </p:nvSpPr>
          <p:spPr bwMode="auto">
            <a:xfrm>
              <a:off x="2160" y="1296"/>
              <a:ext cx="0" cy="17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02" name="Line 302"/>
            <p:cNvSpPr>
              <a:spLocks noChangeShapeType="1"/>
            </p:cNvSpPr>
            <p:nvPr/>
          </p:nvSpPr>
          <p:spPr bwMode="auto">
            <a:xfrm>
              <a:off x="432" y="2832"/>
              <a:ext cx="2016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16"/>
          <p:cNvGrpSpPr>
            <a:grpSpLocks/>
          </p:cNvGrpSpPr>
          <p:nvPr/>
        </p:nvGrpSpPr>
        <p:grpSpPr bwMode="auto">
          <a:xfrm>
            <a:off x="2514600" y="457200"/>
            <a:ext cx="5867400" cy="3886200"/>
            <a:chOff x="1584" y="288"/>
            <a:chExt cx="3696" cy="2448"/>
          </a:xfrm>
        </p:grpSpPr>
        <p:sp>
          <p:nvSpPr>
            <p:cNvPr id="77105" name="Rectangle 305"/>
            <p:cNvSpPr>
              <a:spLocks noChangeArrowheads="1"/>
            </p:cNvSpPr>
            <p:nvPr/>
          </p:nvSpPr>
          <p:spPr bwMode="auto">
            <a:xfrm>
              <a:off x="4704" y="288"/>
              <a:ext cx="57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1+0&lt;5</a:t>
              </a:r>
            </a:p>
          </p:txBody>
        </p:sp>
        <p:sp>
          <p:nvSpPr>
            <p:cNvPr id="77111" name="Line 311"/>
            <p:cNvSpPr>
              <a:spLocks noChangeShapeType="1"/>
            </p:cNvSpPr>
            <p:nvPr/>
          </p:nvSpPr>
          <p:spPr bwMode="auto">
            <a:xfrm>
              <a:off x="4656" y="816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12" name="Line 312"/>
            <p:cNvSpPr>
              <a:spLocks noChangeShapeType="1"/>
            </p:cNvSpPr>
            <p:nvPr/>
          </p:nvSpPr>
          <p:spPr bwMode="auto">
            <a:xfrm>
              <a:off x="4512" y="816"/>
              <a:ext cx="0" cy="19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13" name="Line 313"/>
            <p:cNvSpPr>
              <a:spLocks noChangeShapeType="1"/>
            </p:cNvSpPr>
            <p:nvPr/>
          </p:nvSpPr>
          <p:spPr bwMode="auto">
            <a:xfrm>
              <a:off x="5184" y="480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14" name="Line 314"/>
            <p:cNvSpPr>
              <a:spLocks noChangeShapeType="1"/>
            </p:cNvSpPr>
            <p:nvPr/>
          </p:nvSpPr>
          <p:spPr bwMode="auto">
            <a:xfrm>
              <a:off x="1584" y="816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15" name="Line 315"/>
            <p:cNvSpPr>
              <a:spLocks noChangeShapeType="1"/>
            </p:cNvSpPr>
            <p:nvPr/>
          </p:nvSpPr>
          <p:spPr bwMode="auto">
            <a:xfrm>
              <a:off x="1584" y="816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23"/>
          <p:cNvGrpSpPr>
            <a:grpSpLocks/>
          </p:cNvGrpSpPr>
          <p:nvPr/>
        </p:nvGrpSpPr>
        <p:grpSpPr bwMode="auto">
          <a:xfrm>
            <a:off x="2438400" y="457200"/>
            <a:ext cx="5562600" cy="3886200"/>
            <a:chOff x="1536" y="288"/>
            <a:chExt cx="3504" cy="2448"/>
          </a:xfrm>
        </p:grpSpPr>
        <p:sp>
          <p:nvSpPr>
            <p:cNvPr id="77106" name="Rectangle 306"/>
            <p:cNvSpPr>
              <a:spLocks noChangeArrowheads="1"/>
            </p:cNvSpPr>
            <p:nvPr/>
          </p:nvSpPr>
          <p:spPr bwMode="auto">
            <a:xfrm>
              <a:off x="3744" y="288"/>
              <a:ext cx="57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1+(-1)&lt;4</a:t>
              </a:r>
            </a:p>
          </p:txBody>
        </p:sp>
        <p:sp>
          <p:nvSpPr>
            <p:cNvPr id="77117" name="Line 317"/>
            <p:cNvSpPr>
              <a:spLocks noChangeShapeType="1"/>
            </p:cNvSpPr>
            <p:nvPr/>
          </p:nvSpPr>
          <p:spPr bwMode="auto">
            <a:xfrm>
              <a:off x="4560" y="672"/>
              <a:ext cx="0" cy="20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18" name="Line 318"/>
            <p:cNvSpPr>
              <a:spLocks noChangeShapeType="1"/>
            </p:cNvSpPr>
            <p:nvPr/>
          </p:nvSpPr>
          <p:spPr bwMode="auto">
            <a:xfrm>
              <a:off x="5040" y="67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19" name="Line 319"/>
            <p:cNvSpPr>
              <a:spLocks noChangeShapeType="1"/>
            </p:cNvSpPr>
            <p:nvPr/>
          </p:nvSpPr>
          <p:spPr bwMode="auto">
            <a:xfrm>
              <a:off x="4656" y="672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20" name="Line 320"/>
            <p:cNvSpPr>
              <a:spLocks noChangeShapeType="1"/>
            </p:cNvSpPr>
            <p:nvPr/>
          </p:nvSpPr>
          <p:spPr bwMode="auto">
            <a:xfrm>
              <a:off x="1536" y="672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21" name="Line 321"/>
            <p:cNvSpPr>
              <a:spLocks noChangeShapeType="1"/>
            </p:cNvSpPr>
            <p:nvPr/>
          </p:nvSpPr>
          <p:spPr bwMode="auto">
            <a:xfrm>
              <a:off x="1536" y="672"/>
              <a:ext cx="35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22" name="Line 322"/>
            <p:cNvSpPr>
              <a:spLocks noChangeShapeType="1"/>
            </p:cNvSpPr>
            <p:nvPr/>
          </p:nvSpPr>
          <p:spPr bwMode="auto">
            <a:xfrm flipV="1">
              <a:off x="4032" y="48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331"/>
          <p:cNvGrpSpPr>
            <a:grpSpLocks/>
          </p:cNvGrpSpPr>
          <p:nvPr/>
        </p:nvGrpSpPr>
        <p:grpSpPr bwMode="auto">
          <a:xfrm>
            <a:off x="2514600" y="228600"/>
            <a:ext cx="5715000" cy="4191000"/>
            <a:chOff x="1584" y="144"/>
            <a:chExt cx="3600" cy="2640"/>
          </a:xfrm>
        </p:grpSpPr>
        <p:sp>
          <p:nvSpPr>
            <p:cNvPr id="77107" name="Rectangle 307"/>
            <p:cNvSpPr>
              <a:spLocks noChangeArrowheads="1"/>
            </p:cNvSpPr>
            <p:nvPr/>
          </p:nvSpPr>
          <p:spPr bwMode="auto">
            <a:xfrm>
              <a:off x="2784" y="288"/>
              <a:ext cx="57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1+3&lt;8</a:t>
              </a:r>
            </a:p>
          </p:txBody>
        </p:sp>
        <p:sp>
          <p:nvSpPr>
            <p:cNvPr id="77124" name="Line 324"/>
            <p:cNvSpPr>
              <a:spLocks noChangeShapeType="1"/>
            </p:cNvSpPr>
            <p:nvPr/>
          </p:nvSpPr>
          <p:spPr bwMode="auto">
            <a:xfrm>
              <a:off x="1584" y="384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25" name="Line 325"/>
            <p:cNvSpPr>
              <a:spLocks noChangeShapeType="1"/>
            </p:cNvSpPr>
            <p:nvPr/>
          </p:nvSpPr>
          <p:spPr bwMode="auto">
            <a:xfrm>
              <a:off x="4512" y="144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26" name="Line 326"/>
            <p:cNvSpPr>
              <a:spLocks noChangeShapeType="1"/>
            </p:cNvSpPr>
            <p:nvPr/>
          </p:nvSpPr>
          <p:spPr bwMode="auto">
            <a:xfrm>
              <a:off x="5184" y="144"/>
              <a:ext cx="0" cy="19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27" name="Line 327"/>
            <p:cNvSpPr>
              <a:spLocks noChangeShapeType="1"/>
            </p:cNvSpPr>
            <p:nvPr/>
          </p:nvSpPr>
          <p:spPr bwMode="auto">
            <a:xfrm>
              <a:off x="4656" y="144"/>
              <a:ext cx="0" cy="18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28" name="Line 328"/>
            <p:cNvSpPr>
              <a:spLocks noChangeShapeType="1"/>
            </p:cNvSpPr>
            <p:nvPr/>
          </p:nvSpPr>
          <p:spPr bwMode="auto">
            <a:xfrm flipH="1">
              <a:off x="3072" y="144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29" name="Line 329"/>
            <p:cNvSpPr>
              <a:spLocks noChangeShapeType="1"/>
            </p:cNvSpPr>
            <p:nvPr/>
          </p:nvSpPr>
          <p:spPr bwMode="auto">
            <a:xfrm>
              <a:off x="1584" y="38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30" name="Line 330"/>
            <p:cNvSpPr>
              <a:spLocks noChangeShapeType="1"/>
            </p:cNvSpPr>
            <p:nvPr/>
          </p:nvSpPr>
          <p:spPr bwMode="auto">
            <a:xfrm>
              <a:off x="3072" y="14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339"/>
          <p:cNvGrpSpPr>
            <a:grpSpLocks/>
          </p:cNvGrpSpPr>
          <p:nvPr/>
        </p:nvGrpSpPr>
        <p:grpSpPr bwMode="auto">
          <a:xfrm>
            <a:off x="2971800" y="2438400"/>
            <a:ext cx="5410200" cy="3505200"/>
            <a:chOff x="1872" y="1536"/>
            <a:chExt cx="3408" cy="2208"/>
          </a:xfrm>
        </p:grpSpPr>
        <p:sp>
          <p:nvSpPr>
            <p:cNvPr id="77108" name="Rectangle 308"/>
            <p:cNvSpPr>
              <a:spLocks noChangeArrowheads="1"/>
            </p:cNvSpPr>
            <p:nvPr/>
          </p:nvSpPr>
          <p:spPr bwMode="auto">
            <a:xfrm>
              <a:off x="4704" y="3552"/>
              <a:ext cx="57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-3+0&lt;8</a:t>
              </a:r>
            </a:p>
          </p:txBody>
        </p:sp>
        <p:sp>
          <p:nvSpPr>
            <p:cNvPr id="77132" name="Line 332"/>
            <p:cNvSpPr>
              <a:spLocks noChangeShapeType="1"/>
            </p:cNvSpPr>
            <p:nvPr/>
          </p:nvSpPr>
          <p:spPr bwMode="auto">
            <a:xfrm flipV="1">
              <a:off x="5184" y="1536"/>
              <a:ext cx="0" cy="2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33" name="Line 333"/>
            <p:cNvSpPr>
              <a:spLocks noChangeShapeType="1"/>
            </p:cNvSpPr>
            <p:nvPr/>
          </p:nvSpPr>
          <p:spPr bwMode="auto">
            <a:xfrm flipV="1">
              <a:off x="4896" y="2832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34" name="Line 334"/>
            <p:cNvSpPr>
              <a:spLocks noChangeShapeType="1"/>
            </p:cNvSpPr>
            <p:nvPr/>
          </p:nvSpPr>
          <p:spPr bwMode="auto">
            <a:xfrm flipV="1">
              <a:off x="4944" y="1584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35" name="Line 335"/>
            <p:cNvSpPr>
              <a:spLocks noChangeShapeType="1"/>
            </p:cNvSpPr>
            <p:nvPr/>
          </p:nvSpPr>
          <p:spPr bwMode="auto">
            <a:xfrm flipV="1">
              <a:off x="1872" y="1536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36" name="Line 336"/>
            <p:cNvSpPr>
              <a:spLocks noChangeShapeType="1"/>
            </p:cNvSpPr>
            <p:nvPr/>
          </p:nvSpPr>
          <p:spPr bwMode="auto">
            <a:xfrm>
              <a:off x="1872" y="3264"/>
              <a:ext cx="2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37" name="Line 337"/>
            <p:cNvSpPr>
              <a:spLocks noChangeShapeType="1"/>
            </p:cNvSpPr>
            <p:nvPr/>
          </p:nvSpPr>
          <p:spPr bwMode="auto">
            <a:xfrm>
              <a:off x="4800" y="32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353"/>
          <p:cNvGrpSpPr>
            <a:grpSpLocks/>
          </p:cNvGrpSpPr>
          <p:nvPr/>
        </p:nvGrpSpPr>
        <p:grpSpPr bwMode="auto">
          <a:xfrm>
            <a:off x="2743200" y="1371600"/>
            <a:ext cx="5334000" cy="4572000"/>
            <a:chOff x="1728" y="864"/>
            <a:chExt cx="3360" cy="2880"/>
          </a:xfrm>
        </p:grpSpPr>
        <p:sp>
          <p:nvSpPr>
            <p:cNvPr id="77140" name="Line 340"/>
            <p:cNvSpPr>
              <a:spLocks noChangeShapeType="1"/>
            </p:cNvSpPr>
            <p:nvPr/>
          </p:nvSpPr>
          <p:spPr bwMode="auto">
            <a:xfrm>
              <a:off x="2976" y="2880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09" name="Rectangle 309"/>
            <p:cNvSpPr>
              <a:spLocks noChangeArrowheads="1"/>
            </p:cNvSpPr>
            <p:nvPr/>
          </p:nvSpPr>
          <p:spPr bwMode="auto">
            <a:xfrm>
              <a:off x="3408" y="3552"/>
              <a:ext cx="62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-3+(-1)&lt;7</a:t>
              </a:r>
            </a:p>
          </p:txBody>
        </p:sp>
        <p:sp>
          <p:nvSpPr>
            <p:cNvPr id="77141" name="Line 341"/>
            <p:cNvSpPr>
              <a:spLocks noChangeShapeType="1"/>
            </p:cNvSpPr>
            <p:nvPr/>
          </p:nvSpPr>
          <p:spPr bwMode="auto">
            <a:xfrm>
              <a:off x="2976" y="1872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42" name="Line 342"/>
            <p:cNvSpPr>
              <a:spLocks noChangeShapeType="1"/>
            </p:cNvSpPr>
            <p:nvPr/>
          </p:nvSpPr>
          <p:spPr bwMode="auto">
            <a:xfrm>
              <a:off x="2976" y="1728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45" name="Line 345"/>
            <p:cNvSpPr>
              <a:spLocks noChangeShapeType="1"/>
            </p:cNvSpPr>
            <p:nvPr/>
          </p:nvSpPr>
          <p:spPr bwMode="auto">
            <a:xfrm>
              <a:off x="3744" y="340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46" name="Line 346"/>
            <p:cNvSpPr>
              <a:spLocks noChangeShapeType="1"/>
            </p:cNvSpPr>
            <p:nvPr/>
          </p:nvSpPr>
          <p:spPr bwMode="auto">
            <a:xfrm>
              <a:off x="2976" y="340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48" name="Line 348"/>
            <p:cNvSpPr>
              <a:spLocks noChangeShapeType="1"/>
            </p:cNvSpPr>
            <p:nvPr/>
          </p:nvSpPr>
          <p:spPr bwMode="auto">
            <a:xfrm>
              <a:off x="1728" y="864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49" name="Line 349"/>
            <p:cNvSpPr>
              <a:spLocks noChangeShapeType="1"/>
            </p:cNvSpPr>
            <p:nvPr/>
          </p:nvSpPr>
          <p:spPr bwMode="auto">
            <a:xfrm>
              <a:off x="1728" y="864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52" name="Line 352"/>
            <p:cNvSpPr>
              <a:spLocks noChangeShapeType="1"/>
            </p:cNvSpPr>
            <p:nvPr/>
          </p:nvSpPr>
          <p:spPr bwMode="auto">
            <a:xfrm>
              <a:off x="2976" y="864"/>
              <a:ext cx="0" cy="2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360"/>
          <p:cNvGrpSpPr>
            <a:grpSpLocks/>
          </p:cNvGrpSpPr>
          <p:nvPr/>
        </p:nvGrpSpPr>
        <p:grpSpPr bwMode="auto">
          <a:xfrm>
            <a:off x="2667000" y="3200400"/>
            <a:ext cx="5410200" cy="2743200"/>
            <a:chOff x="1680" y="2016"/>
            <a:chExt cx="3408" cy="1728"/>
          </a:xfrm>
        </p:grpSpPr>
        <p:sp>
          <p:nvSpPr>
            <p:cNvPr id="77110" name="Rectangle 310"/>
            <p:cNvSpPr>
              <a:spLocks noChangeArrowheads="1"/>
            </p:cNvSpPr>
            <p:nvPr/>
          </p:nvSpPr>
          <p:spPr bwMode="auto">
            <a:xfrm>
              <a:off x="2400" y="3552"/>
              <a:ext cx="576" cy="192"/>
            </a:xfrm>
            <a:prstGeom prst="rect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-3+3&lt;11</a:t>
              </a:r>
            </a:p>
          </p:txBody>
        </p:sp>
        <p:sp>
          <p:nvSpPr>
            <p:cNvPr id="77154" name="Line 354"/>
            <p:cNvSpPr>
              <a:spLocks noChangeShapeType="1"/>
            </p:cNvSpPr>
            <p:nvPr/>
          </p:nvSpPr>
          <p:spPr bwMode="auto">
            <a:xfrm flipV="1">
              <a:off x="4800" y="2784"/>
              <a:ext cx="0" cy="864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55" name="Line 355"/>
            <p:cNvSpPr>
              <a:spLocks noChangeShapeType="1"/>
            </p:cNvSpPr>
            <p:nvPr/>
          </p:nvSpPr>
          <p:spPr bwMode="auto">
            <a:xfrm flipV="1">
              <a:off x="5088" y="2064"/>
              <a:ext cx="0" cy="1584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56" name="Line 356"/>
            <p:cNvSpPr>
              <a:spLocks noChangeShapeType="1"/>
            </p:cNvSpPr>
            <p:nvPr/>
          </p:nvSpPr>
          <p:spPr bwMode="auto">
            <a:xfrm flipV="1">
              <a:off x="4848" y="2064"/>
              <a:ext cx="0" cy="1584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57" name="Line 357"/>
            <p:cNvSpPr>
              <a:spLocks noChangeShapeType="1"/>
            </p:cNvSpPr>
            <p:nvPr/>
          </p:nvSpPr>
          <p:spPr bwMode="auto">
            <a:xfrm flipV="1">
              <a:off x="1680" y="2016"/>
              <a:ext cx="0" cy="1632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58" name="Line 358"/>
            <p:cNvSpPr>
              <a:spLocks noChangeShapeType="1"/>
            </p:cNvSpPr>
            <p:nvPr/>
          </p:nvSpPr>
          <p:spPr bwMode="auto">
            <a:xfrm>
              <a:off x="1680" y="3648"/>
              <a:ext cx="720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59" name="Line 359"/>
            <p:cNvSpPr>
              <a:spLocks noChangeShapeType="1"/>
            </p:cNvSpPr>
            <p:nvPr/>
          </p:nvSpPr>
          <p:spPr bwMode="auto">
            <a:xfrm flipH="1">
              <a:off x="2976" y="3648"/>
              <a:ext cx="2112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370"/>
          <p:cNvGrpSpPr>
            <a:grpSpLocks/>
          </p:cNvGrpSpPr>
          <p:nvPr/>
        </p:nvGrpSpPr>
        <p:grpSpPr bwMode="auto">
          <a:xfrm>
            <a:off x="990600" y="3733800"/>
            <a:ext cx="7467600" cy="2514600"/>
            <a:chOff x="624" y="2352"/>
            <a:chExt cx="4704" cy="1584"/>
          </a:xfrm>
        </p:grpSpPr>
        <p:sp>
          <p:nvSpPr>
            <p:cNvPr id="77161" name="Rectangle 361"/>
            <p:cNvSpPr>
              <a:spLocks noChangeArrowheads="1"/>
            </p:cNvSpPr>
            <p:nvPr/>
          </p:nvSpPr>
          <p:spPr bwMode="auto">
            <a:xfrm>
              <a:off x="624" y="3648"/>
              <a:ext cx="1200" cy="288"/>
            </a:xfrm>
            <a:prstGeom prst="rect">
              <a:avLst/>
            </a:prstGeom>
            <a:noFill/>
            <a:ln w="9525">
              <a:solidFill>
                <a:srgbClr val="FFCC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>
                  <a:latin typeface="VNI-Times" pitchFamily="2" charset="0"/>
                </a:rPr>
                <a:t>Do </a:t>
              </a:r>
              <a:r>
                <a:rPr lang="en-US" sz="2000" b="1">
                  <a:sym typeface="Symbol" pitchFamily="18" charset="2"/>
                </a:rPr>
                <a:t></a:t>
              </a:r>
              <a:r>
                <a:rPr lang="en-US" sz="2000"/>
                <a:t>  </a:t>
              </a:r>
              <a:r>
                <a:rPr lang="en-US" sz="2000">
                  <a:latin typeface="VNI-Times" pitchFamily="2" charset="0"/>
                </a:rPr>
                <a:t>neân vieát laïi</a:t>
              </a:r>
            </a:p>
          </p:txBody>
        </p:sp>
        <p:sp>
          <p:nvSpPr>
            <p:cNvPr id="77162" name="Line 362"/>
            <p:cNvSpPr>
              <a:spLocks noChangeShapeType="1"/>
            </p:cNvSpPr>
            <p:nvPr/>
          </p:nvSpPr>
          <p:spPr bwMode="auto">
            <a:xfrm flipV="1">
              <a:off x="3744" y="2784"/>
              <a:ext cx="0" cy="1056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63" name="Line 363"/>
            <p:cNvSpPr>
              <a:spLocks noChangeShapeType="1"/>
            </p:cNvSpPr>
            <p:nvPr/>
          </p:nvSpPr>
          <p:spPr bwMode="auto">
            <a:xfrm flipV="1">
              <a:off x="3984" y="2784"/>
              <a:ext cx="0" cy="1056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64" name="Line 364"/>
            <p:cNvSpPr>
              <a:spLocks noChangeShapeType="1"/>
            </p:cNvSpPr>
            <p:nvPr/>
          </p:nvSpPr>
          <p:spPr bwMode="auto">
            <a:xfrm flipV="1">
              <a:off x="4272" y="2784"/>
              <a:ext cx="0" cy="1056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65" name="Line 365"/>
            <p:cNvSpPr>
              <a:spLocks noChangeShapeType="1"/>
            </p:cNvSpPr>
            <p:nvPr/>
          </p:nvSpPr>
          <p:spPr bwMode="auto">
            <a:xfrm flipV="1">
              <a:off x="5328" y="2784"/>
              <a:ext cx="0" cy="1056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66" name="Line 366"/>
            <p:cNvSpPr>
              <a:spLocks noChangeShapeType="1"/>
            </p:cNvSpPr>
            <p:nvPr/>
          </p:nvSpPr>
          <p:spPr bwMode="auto">
            <a:xfrm>
              <a:off x="2880" y="2352"/>
              <a:ext cx="2208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67" name="Line 367"/>
            <p:cNvSpPr>
              <a:spLocks noChangeShapeType="1"/>
            </p:cNvSpPr>
            <p:nvPr/>
          </p:nvSpPr>
          <p:spPr bwMode="auto">
            <a:xfrm>
              <a:off x="2880" y="2592"/>
              <a:ext cx="2208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68" name="Line 368"/>
            <p:cNvSpPr>
              <a:spLocks noChangeShapeType="1"/>
            </p:cNvSpPr>
            <p:nvPr/>
          </p:nvSpPr>
          <p:spPr bwMode="auto">
            <a:xfrm>
              <a:off x="2880" y="2352"/>
              <a:ext cx="0" cy="1488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69" name="Line 369"/>
            <p:cNvSpPr>
              <a:spLocks noChangeShapeType="1"/>
            </p:cNvSpPr>
            <p:nvPr/>
          </p:nvSpPr>
          <p:spPr bwMode="auto">
            <a:xfrm flipH="1">
              <a:off x="1824" y="3840"/>
              <a:ext cx="3504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378"/>
          <p:cNvGrpSpPr>
            <a:grpSpLocks/>
          </p:cNvGrpSpPr>
          <p:nvPr/>
        </p:nvGrpSpPr>
        <p:grpSpPr bwMode="auto">
          <a:xfrm>
            <a:off x="2133600" y="4419600"/>
            <a:ext cx="6019800" cy="1295400"/>
            <a:chOff x="1344" y="2784"/>
            <a:chExt cx="3792" cy="816"/>
          </a:xfrm>
        </p:grpSpPr>
        <p:sp>
          <p:nvSpPr>
            <p:cNvPr id="77172" name="Rectangle 372"/>
            <p:cNvSpPr>
              <a:spLocks noChangeArrowheads="1"/>
            </p:cNvSpPr>
            <p:nvPr/>
          </p:nvSpPr>
          <p:spPr bwMode="auto">
            <a:xfrm>
              <a:off x="1344" y="3360"/>
              <a:ext cx="67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1+4&lt;7</a:t>
              </a:r>
            </a:p>
          </p:txBody>
        </p:sp>
        <p:sp>
          <p:nvSpPr>
            <p:cNvPr id="77173" name="Line 373"/>
            <p:cNvSpPr>
              <a:spLocks noChangeShapeType="1"/>
            </p:cNvSpPr>
            <p:nvPr/>
          </p:nvSpPr>
          <p:spPr bwMode="auto">
            <a:xfrm flipV="1">
              <a:off x="1440" y="30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74" name="Line 374"/>
            <p:cNvSpPr>
              <a:spLocks noChangeShapeType="1"/>
            </p:cNvSpPr>
            <p:nvPr/>
          </p:nvSpPr>
          <p:spPr bwMode="auto">
            <a:xfrm flipV="1">
              <a:off x="4512" y="2784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75" name="Line 375"/>
            <p:cNvSpPr>
              <a:spLocks noChangeShapeType="1"/>
            </p:cNvSpPr>
            <p:nvPr/>
          </p:nvSpPr>
          <p:spPr bwMode="auto">
            <a:xfrm flipV="1">
              <a:off x="4704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76" name="Line 376"/>
            <p:cNvSpPr>
              <a:spLocks noChangeShapeType="1"/>
            </p:cNvSpPr>
            <p:nvPr/>
          </p:nvSpPr>
          <p:spPr bwMode="auto">
            <a:xfrm flipH="1">
              <a:off x="2016" y="345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77" name="Line 377"/>
            <p:cNvSpPr>
              <a:spLocks noChangeShapeType="1"/>
            </p:cNvSpPr>
            <p:nvPr/>
          </p:nvSpPr>
          <p:spPr bwMode="auto">
            <a:xfrm flipV="1">
              <a:off x="5136" y="302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387"/>
          <p:cNvGrpSpPr>
            <a:grpSpLocks/>
          </p:cNvGrpSpPr>
          <p:nvPr/>
        </p:nvGrpSpPr>
        <p:grpSpPr bwMode="auto">
          <a:xfrm>
            <a:off x="2743200" y="4419600"/>
            <a:ext cx="5257800" cy="1219200"/>
            <a:chOff x="1728" y="2784"/>
            <a:chExt cx="3312" cy="768"/>
          </a:xfrm>
        </p:grpSpPr>
        <p:sp>
          <p:nvSpPr>
            <p:cNvPr id="77183" name="Line 383"/>
            <p:cNvSpPr>
              <a:spLocks noChangeShapeType="1"/>
            </p:cNvSpPr>
            <p:nvPr/>
          </p:nvSpPr>
          <p:spPr bwMode="auto">
            <a:xfrm flipV="1">
              <a:off x="4752" y="3072"/>
              <a:ext cx="0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80" name="Rectangle 380"/>
            <p:cNvSpPr>
              <a:spLocks noChangeArrowheads="1"/>
            </p:cNvSpPr>
            <p:nvPr/>
          </p:nvSpPr>
          <p:spPr bwMode="auto">
            <a:xfrm>
              <a:off x="1728" y="3312"/>
              <a:ext cx="672" cy="240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4+(-3)&gt;-6</a:t>
              </a:r>
            </a:p>
          </p:txBody>
        </p:sp>
        <p:sp>
          <p:nvSpPr>
            <p:cNvPr id="77181" name="Line 381"/>
            <p:cNvSpPr>
              <a:spLocks noChangeShapeType="1"/>
            </p:cNvSpPr>
            <p:nvPr/>
          </p:nvSpPr>
          <p:spPr bwMode="auto">
            <a:xfrm flipV="1">
              <a:off x="1824" y="3072"/>
              <a:ext cx="0" cy="24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82" name="Line 382"/>
            <p:cNvSpPr>
              <a:spLocks noChangeShapeType="1"/>
            </p:cNvSpPr>
            <p:nvPr/>
          </p:nvSpPr>
          <p:spPr bwMode="auto">
            <a:xfrm flipV="1">
              <a:off x="5040" y="3072"/>
              <a:ext cx="0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84" name="Line 384"/>
            <p:cNvSpPr>
              <a:spLocks noChangeShapeType="1"/>
            </p:cNvSpPr>
            <p:nvPr/>
          </p:nvSpPr>
          <p:spPr bwMode="auto">
            <a:xfrm flipV="1">
              <a:off x="4800" y="2784"/>
              <a:ext cx="0" cy="62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85" name="Line 385"/>
            <p:cNvSpPr>
              <a:spLocks noChangeShapeType="1"/>
            </p:cNvSpPr>
            <p:nvPr/>
          </p:nvSpPr>
          <p:spPr bwMode="auto">
            <a:xfrm flipH="1">
              <a:off x="2400" y="3408"/>
              <a:ext cx="264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7189" name="Rectangle 389"/>
          <p:cNvSpPr>
            <a:spLocks noChangeArrowheads="1"/>
          </p:cNvSpPr>
          <p:nvPr/>
        </p:nvSpPr>
        <p:spPr bwMode="auto">
          <a:xfrm>
            <a:off x="5562600" y="5334000"/>
            <a:ext cx="2971800" cy="5334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>
                <a:latin typeface="VNI-Times" pitchFamily="2" charset="0"/>
              </a:rPr>
              <a:t>Coù L</a:t>
            </a:r>
            <a:r>
              <a:rPr lang="en-US" sz="2800" baseline="-25000">
                <a:latin typeface="VNI-Times" pitchFamily="2" charset="0"/>
              </a:rPr>
              <a:t>5</a:t>
            </a:r>
            <a:r>
              <a:rPr lang="en-US" sz="2800">
                <a:latin typeface="VNI-Times" pitchFamily="2" charset="0"/>
              </a:rPr>
              <a:t>. Tìm P</a:t>
            </a:r>
            <a:r>
              <a:rPr lang="en-US" sz="2800" baseline="-25000">
                <a:latin typeface="VNI-Times" pitchFamily="2" charset="0"/>
              </a:rPr>
              <a:t>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76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6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76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76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76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76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76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7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7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7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7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7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7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7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7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7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7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7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7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76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76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76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7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7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7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7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" dur="500"/>
                                        <p:tgtEl>
                                          <p:spTgt spid="7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500"/>
                                        <p:tgtEl>
                                          <p:spTgt spid="7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7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7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7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0" dur="500"/>
                                        <p:tgtEl>
                                          <p:spTgt spid="7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7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6" dur="500"/>
                                        <p:tgtEl>
                                          <p:spTgt spid="7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500"/>
                                        <p:tgtEl>
                                          <p:spTgt spid="7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7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5" dur="500"/>
                                        <p:tgtEl>
                                          <p:spTgt spid="76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8" dur="500"/>
                                        <p:tgtEl>
                                          <p:spTgt spid="76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1" dur="500"/>
                                        <p:tgtEl>
                                          <p:spTgt spid="76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4" dur="500"/>
                                        <p:tgtEl>
                                          <p:spTgt spid="76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7" dur="500"/>
                                        <p:tgtEl>
                                          <p:spTgt spid="76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0" dur="500"/>
                                        <p:tgtEl>
                                          <p:spTgt spid="76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3" dur="500"/>
                                        <p:tgtEl>
                                          <p:spTgt spid="76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6" dur="500"/>
                                        <p:tgtEl>
                                          <p:spTgt spid="76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9" dur="500"/>
                                        <p:tgtEl>
                                          <p:spTgt spid="76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2" dur="500"/>
                                        <p:tgtEl>
                                          <p:spTgt spid="76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5" dur="500"/>
                                        <p:tgtEl>
                                          <p:spTgt spid="76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8" dur="500"/>
                                        <p:tgtEl>
                                          <p:spTgt spid="76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5" dur="500"/>
                                        <p:tgtEl>
                                          <p:spTgt spid="76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500"/>
                            </p:stCondLst>
                            <p:childTnLst>
                              <p:par>
                                <p:cTn id="16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9" dur="500"/>
                                        <p:tgtEl>
                                          <p:spTgt spid="770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4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2" dur="500"/>
                                        <p:tgtEl>
                                          <p:spTgt spid="770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5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5" dur="500"/>
                                        <p:tgtEl>
                                          <p:spTgt spid="770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6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8" dur="500"/>
                                        <p:tgtEl>
                                          <p:spTgt spid="770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6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1" dur="500"/>
                                        <p:tgtEl>
                                          <p:spTgt spid="770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6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4" dur="500"/>
                                        <p:tgtEl>
                                          <p:spTgt spid="770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7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7" dur="500"/>
                                        <p:tgtEl>
                                          <p:spTgt spid="770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8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0" dur="500"/>
                                        <p:tgtEl>
                                          <p:spTgt spid="77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7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3" dur="500"/>
                                        <p:tgtEl>
                                          <p:spTgt spid="770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7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6" dur="500"/>
                                        <p:tgtEl>
                                          <p:spTgt spid="770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6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9" dur="500"/>
                                        <p:tgtEl>
                                          <p:spTgt spid="770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2" dur="500"/>
                                        <p:tgtEl>
                                          <p:spTgt spid="770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5" dur="500"/>
                                        <p:tgtEl>
                                          <p:spTgt spid="770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8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5" dur="500"/>
                                        <p:tgtEl>
                                          <p:spTgt spid="770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00"/>
                            </p:stCondLst>
                            <p:childTnLst>
                              <p:par>
                                <p:cTn id="2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9" dur="500"/>
                                        <p:tgtEl>
                                          <p:spTgt spid="77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500"/>
                            </p:stCondLst>
                            <p:childTnLst>
                              <p:par>
                                <p:cTn id="24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4" dur="500"/>
                                        <p:tgtEl>
                                          <p:spTgt spid="770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2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500"/>
                            </p:stCondLst>
                            <p:childTnLst>
                              <p:par>
                                <p:cTn id="26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8" dur="500"/>
                                        <p:tgtEl>
                                          <p:spTgt spid="770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500"/>
                            </p:stCondLst>
                            <p:childTnLst>
                              <p:par>
                                <p:cTn id="27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2" dur="500"/>
                                        <p:tgtEl>
                                          <p:spTgt spid="770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3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500"/>
                            </p:stCondLst>
                            <p:childTnLst>
                              <p:par>
                                <p:cTn id="28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6" dur="500"/>
                                        <p:tgtEl>
                                          <p:spTgt spid="770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3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500"/>
                            </p:stCondLst>
                            <p:childTnLst>
                              <p:par>
                                <p:cTn id="30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0" dur="500"/>
                                        <p:tgtEl>
                                          <p:spTgt spid="770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5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1000"/>
                            </p:stCondLst>
                            <p:childTnLst>
                              <p:par>
                                <p:cTn id="3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6" dur="500"/>
                                        <p:tgtEl>
                                          <p:spTgt spid="7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3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9" dur="500"/>
                                        <p:tgtEl>
                                          <p:spTgt spid="7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 animBg="1"/>
      <p:bldP spid="76888" grpId="0"/>
      <p:bldP spid="76889" grpId="0"/>
      <p:bldP spid="76890" grpId="0"/>
      <p:bldP spid="76891" grpId="0"/>
      <p:bldP spid="76892" grpId="0"/>
      <p:bldP spid="76893" grpId="0"/>
      <p:bldP spid="76894" grpId="0"/>
      <p:bldP spid="76895" grpId="0"/>
      <p:bldP spid="76896" grpId="0"/>
      <p:bldP spid="76897" grpId="0"/>
      <p:bldP spid="76898" grpId="0"/>
      <p:bldP spid="76899" grpId="0"/>
      <p:bldP spid="76900" grpId="0"/>
      <p:bldP spid="76902" grpId="0"/>
      <p:bldP spid="76903" grpId="0"/>
      <p:bldP spid="76904" grpId="0"/>
      <p:bldP spid="76905" grpId="0"/>
      <p:bldP spid="76906" grpId="0"/>
      <p:bldP spid="76907" grpId="0"/>
      <p:bldP spid="76908" grpId="0"/>
      <p:bldP spid="76909" grpId="0"/>
      <p:bldP spid="76910" grpId="0"/>
      <p:bldP spid="76911" grpId="0"/>
      <p:bldP spid="76912" grpId="0"/>
      <p:bldP spid="76913" grpId="0"/>
      <p:bldP spid="76914" grpId="0"/>
      <p:bldP spid="76915" grpId="0"/>
      <p:bldP spid="76916" grpId="0"/>
      <p:bldP spid="76917" grpId="0"/>
      <p:bldP spid="76918" grpId="0"/>
      <p:bldP spid="76919" grpId="0"/>
      <p:bldP spid="76920" grpId="0"/>
      <p:bldP spid="76921" grpId="0"/>
      <p:bldP spid="76922" grpId="0"/>
      <p:bldP spid="76923" grpId="0"/>
      <p:bldP spid="76924" grpId="0"/>
      <p:bldP spid="76925" grpId="0"/>
      <p:bldP spid="76926" grpId="0"/>
      <p:bldP spid="76927" grpId="0"/>
      <p:bldP spid="76928" grpId="0"/>
      <p:bldP spid="76929" grpId="0"/>
      <p:bldP spid="76930" grpId="0"/>
      <p:bldP spid="76931" grpId="0"/>
      <p:bldP spid="76932" grpId="0"/>
      <p:bldP spid="76933" grpId="0"/>
      <p:bldP spid="76934" grpId="0"/>
      <p:bldP spid="76935" grpId="0"/>
      <p:bldP spid="76936" grpId="0"/>
      <p:bldP spid="76937" grpId="0"/>
      <p:bldP spid="77036" grpId="0"/>
      <p:bldP spid="77038" grpId="0"/>
      <p:bldP spid="77039" grpId="0"/>
      <p:bldP spid="77045" grpId="0"/>
      <p:bldP spid="77047" grpId="0"/>
      <p:bldP spid="77050" grpId="0"/>
      <p:bldP spid="77051" grpId="0"/>
      <p:bldP spid="77052" grpId="0"/>
      <p:bldP spid="77056" grpId="0"/>
      <p:bldP spid="77058" grpId="0"/>
      <p:bldP spid="77065" grpId="0"/>
      <p:bldP spid="77067" grpId="0"/>
      <p:bldP spid="77068" grpId="0"/>
      <p:bldP spid="77069" grpId="0"/>
      <p:bldP spid="77073" grpId="0"/>
      <p:bldP spid="77077" grpId="0"/>
      <p:bldP spid="77079" grpId="0"/>
      <p:bldP spid="77080" grpId="0"/>
      <p:bldP spid="77083" grpId="0"/>
      <p:bldP spid="77057" grpId="0"/>
      <p:bldP spid="77046" grpId="0"/>
      <p:bldP spid="7718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47" name="Rectangle 299"/>
          <p:cNvSpPr>
            <a:spLocks noChangeArrowheads="1"/>
          </p:cNvSpPr>
          <p:nvPr/>
        </p:nvSpPr>
        <p:spPr bwMode="auto">
          <a:xfrm>
            <a:off x="1143000" y="381000"/>
            <a:ext cx="1295400" cy="4572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800" b="1">
                <a:solidFill>
                  <a:srgbClr val="FF0000"/>
                </a:solidFill>
              </a:rPr>
              <a:t>ìm L</a:t>
            </a:r>
            <a:r>
              <a:rPr lang="en-US" sz="2800" b="1" baseline="-25000">
                <a:solidFill>
                  <a:srgbClr val="FF0000"/>
                </a:solidFill>
              </a:rPr>
              <a:t>6</a:t>
            </a:r>
          </a:p>
        </p:txBody>
      </p:sp>
      <p:graphicFrame>
        <p:nvGraphicFramePr>
          <p:cNvPr id="79296" name="Group 448"/>
          <p:cNvGraphicFramePr>
            <a:graphicFrameLocks noGrp="1"/>
          </p:cNvGraphicFramePr>
          <p:nvPr/>
        </p:nvGraphicFramePr>
        <p:xfrm>
          <a:off x="5410200" y="14859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9380" name="Rectangle 532"/>
          <p:cNvSpPr>
            <a:spLocks noChangeArrowheads="1"/>
          </p:cNvSpPr>
          <p:nvPr/>
        </p:nvSpPr>
        <p:spPr bwMode="auto">
          <a:xfrm>
            <a:off x="7620000" y="19431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-4</a:t>
            </a:r>
          </a:p>
        </p:txBody>
      </p:sp>
      <p:sp>
        <p:nvSpPr>
          <p:cNvPr id="79385" name="Rectangle 537"/>
          <p:cNvSpPr>
            <a:spLocks noChangeArrowheads="1"/>
          </p:cNvSpPr>
          <p:nvPr/>
        </p:nvSpPr>
        <p:spPr bwMode="auto">
          <a:xfrm>
            <a:off x="7162800" y="1905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79390" name="Rectangle 542"/>
          <p:cNvSpPr>
            <a:spLocks noChangeArrowheads="1"/>
          </p:cNvSpPr>
          <p:nvPr/>
        </p:nvSpPr>
        <p:spPr bwMode="auto">
          <a:xfrm>
            <a:off x="8001000" y="1905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9415" name="Rectangle 567"/>
          <p:cNvSpPr>
            <a:spLocks noChangeArrowheads="1"/>
          </p:cNvSpPr>
          <p:nvPr/>
        </p:nvSpPr>
        <p:spPr bwMode="auto">
          <a:xfrm>
            <a:off x="6781800" y="1905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grpSp>
        <p:nvGrpSpPr>
          <p:cNvPr id="2" name="Group 650"/>
          <p:cNvGrpSpPr>
            <a:grpSpLocks/>
          </p:cNvGrpSpPr>
          <p:nvPr/>
        </p:nvGrpSpPr>
        <p:grpSpPr bwMode="auto">
          <a:xfrm>
            <a:off x="5943600" y="1943100"/>
            <a:ext cx="2438400" cy="2286000"/>
            <a:chOff x="3744" y="1224"/>
            <a:chExt cx="1536" cy="1440"/>
          </a:xfrm>
        </p:grpSpPr>
        <p:sp>
          <p:nvSpPr>
            <p:cNvPr id="79379" name="Rectangle 531"/>
            <p:cNvSpPr>
              <a:spLocks noChangeArrowheads="1"/>
            </p:cNvSpPr>
            <p:nvPr/>
          </p:nvSpPr>
          <p:spPr bwMode="auto">
            <a:xfrm>
              <a:off x="4800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381" name="Rectangle 533"/>
            <p:cNvSpPr>
              <a:spLocks noChangeArrowheads="1"/>
            </p:cNvSpPr>
            <p:nvPr/>
          </p:nvSpPr>
          <p:spPr bwMode="auto">
            <a:xfrm>
              <a:off x="4800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-4</a:t>
              </a:r>
            </a:p>
          </p:txBody>
        </p:sp>
        <p:sp>
          <p:nvSpPr>
            <p:cNvPr id="79382" name="Rectangle 534"/>
            <p:cNvSpPr>
              <a:spLocks noChangeArrowheads="1"/>
            </p:cNvSpPr>
            <p:nvPr/>
          </p:nvSpPr>
          <p:spPr bwMode="auto">
            <a:xfrm>
              <a:off x="4800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9383" name="Rectangle 535"/>
            <p:cNvSpPr>
              <a:spLocks noChangeArrowheads="1"/>
            </p:cNvSpPr>
            <p:nvPr/>
          </p:nvSpPr>
          <p:spPr bwMode="auto">
            <a:xfrm>
              <a:off x="5040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384" name="Rectangle 536"/>
            <p:cNvSpPr>
              <a:spLocks noChangeArrowheads="1"/>
            </p:cNvSpPr>
            <p:nvPr/>
          </p:nvSpPr>
          <p:spPr bwMode="auto">
            <a:xfrm>
              <a:off x="4512" y="14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386" name="Rectangle 538"/>
            <p:cNvSpPr>
              <a:spLocks noChangeArrowheads="1"/>
            </p:cNvSpPr>
            <p:nvPr/>
          </p:nvSpPr>
          <p:spPr bwMode="auto">
            <a:xfrm>
              <a:off x="4512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79387" name="Rectangle 539"/>
            <p:cNvSpPr>
              <a:spLocks noChangeArrowheads="1"/>
            </p:cNvSpPr>
            <p:nvPr/>
          </p:nvSpPr>
          <p:spPr bwMode="auto">
            <a:xfrm>
              <a:off x="4512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79388" name="Rectangle 540"/>
            <p:cNvSpPr>
              <a:spLocks noChangeArrowheads="1"/>
            </p:cNvSpPr>
            <p:nvPr/>
          </p:nvSpPr>
          <p:spPr bwMode="auto">
            <a:xfrm>
              <a:off x="5040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389" name="Rectangle 541"/>
            <p:cNvSpPr>
              <a:spLocks noChangeArrowheads="1"/>
            </p:cNvSpPr>
            <p:nvPr/>
          </p:nvSpPr>
          <p:spPr bwMode="auto">
            <a:xfrm>
              <a:off x="4272" y="244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391" name="Rectangle 543"/>
            <p:cNvSpPr>
              <a:spLocks noChangeArrowheads="1"/>
            </p:cNvSpPr>
            <p:nvPr/>
          </p:nvSpPr>
          <p:spPr bwMode="auto">
            <a:xfrm>
              <a:off x="5040" y="14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-1</a:t>
              </a:r>
            </a:p>
          </p:txBody>
        </p:sp>
        <p:sp>
          <p:nvSpPr>
            <p:cNvPr id="79392" name="Rectangle 544"/>
            <p:cNvSpPr>
              <a:spLocks noChangeArrowheads="1"/>
            </p:cNvSpPr>
            <p:nvPr/>
          </p:nvSpPr>
          <p:spPr bwMode="auto">
            <a:xfrm>
              <a:off x="5040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9393" name="Rectangle 545"/>
            <p:cNvSpPr>
              <a:spLocks noChangeArrowheads="1"/>
            </p:cNvSpPr>
            <p:nvPr/>
          </p:nvSpPr>
          <p:spPr bwMode="auto">
            <a:xfrm>
              <a:off x="3744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9394" name="Rectangle 546"/>
            <p:cNvSpPr>
              <a:spLocks noChangeArrowheads="1"/>
            </p:cNvSpPr>
            <p:nvPr/>
          </p:nvSpPr>
          <p:spPr bwMode="auto">
            <a:xfrm>
              <a:off x="3984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395" name="Rectangle 547"/>
            <p:cNvSpPr>
              <a:spLocks noChangeArrowheads="1"/>
            </p:cNvSpPr>
            <p:nvPr/>
          </p:nvSpPr>
          <p:spPr bwMode="auto">
            <a:xfrm>
              <a:off x="5040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399" name="Rectangle 551"/>
            <p:cNvSpPr>
              <a:spLocks noChangeArrowheads="1"/>
            </p:cNvSpPr>
            <p:nvPr/>
          </p:nvSpPr>
          <p:spPr bwMode="auto">
            <a:xfrm>
              <a:off x="4512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00" name="Rectangle 552"/>
            <p:cNvSpPr>
              <a:spLocks noChangeArrowheads="1"/>
            </p:cNvSpPr>
            <p:nvPr/>
          </p:nvSpPr>
          <p:spPr bwMode="auto">
            <a:xfrm>
              <a:off x="4800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9401" name="Rectangle 553"/>
            <p:cNvSpPr>
              <a:spLocks noChangeArrowheads="1"/>
            </p:cNvSpPr>
            <p:nvPr/>
          </p:nvSpPr>
          <p:spPr bwMode="auto">
            <a:xfrm>
              <a:off x="4272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02" name="Rectangle 554"/>
            <p:cNvSpPr>
              <a:spLocks noChangeArrowheads="1"/>
            </p:cNvSpPr>
            <p:nvPr/>
          </p:nvSpPr>
          <p:spPr bwMode="auto">
            <a:xfrm>
              <a:off x="3744" y="213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03" name="Rectangle 555"/>
            <p:cNvSpPr>
              <a:spLocks noChangeArrowheads="1"/>
            </p:cNvSpPr>
            <p:nvPr/>
          </p:nvSpPr>
          <p:spPr bwMode="auto">
            <a:xfrm>
              <a:off x="3984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04" name="Rectangle 556"/>
            <p:cNvSpPr>
              <a:spLocks noChangeArrowheads="1"/>
            </p:cNvSpPr>
            <p:nvPr/>
          </p:nvSpPr>
          <p:spPr bwMode="auto">
            <a:xfrm>
              <a:off x="4800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407" name="Rectangle 559"/>
            <p:cNvSpPr>
              <a:spLocks noChangeArrowheads="1"/>
            </p:cNvSpPr>
            <p:nvPr/>
          </p:nvSpPr>
          <p:spPr bwMode="auto">
            <a:xfrm>
              <a:off x="4272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08" name="Rectangle 560"/>
            <p:cNvSpPr>
              <a:spLocks noChangeArrowheads="1"/>
            </p:cNvSpPr>
            <p:nvPr/>
          </p:nvSpPr>
          <p:spPr bwMode="auto">
            <a:xfrm>
              <a:off x="3744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09" name="Rectangle 561"/>
            <p:cNvSpPr>
              <a:spLocks noChangeArrowheads="1"/>
            </p:cNvSpPr>
            <p:nvPr/>
          </p:nvSpPr>
          <p:spPr bwMode="auto">
            <a:xfrm>
              <a:off x="3984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10" name="Rectangle 562"/>
            <p:cNvSpPr>
              <a:spLocks noChangeArrowheads="1"/>
            </p:cNvSpPr>
            <p:nvPr/>
          </p:nvSpPr>
          <p:spPr bwMode="auto">
            <a:xfrm>
              <a:off x="4512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413" name="Rectangle 565"/>
            <p:cNvSpPr>
              <a:spLocks noChangeArrowheads="1"/>
            </p:cNvSpPr>
            <p:nvPr/>
          </p:nvSpPr>
          <p:spPr bwMode="auto">
            <a:xfrm>
              <a:off x="3744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14" name="Rectangle 566"/>
            <p:cNvSpPr>
              <a:spLocks noChangeArrowheads="1"/>
            </p:cNvSpPr>
            <p:nvPr/>
          </p:nvSpPr>
          <p:spPr bwMode="auto">
            <a:xfrm>
              <a:off x="3984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16" name="Rectangle 568"/>
            <p:cNvSpPr>
              <a:spLocks noChangeArrowheads="1"/>
            </p:cNvSpPr>
            <p:nvPr/>
          </p:nvSpPr>
          <p:spPr bwMode="auto">
            <a:xfrm>
              <a:off x="4272" y="14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79417" name="Rectangle 569"/>
            <p:cNvSpPr>
              <a:spLocks noChangeArrowheads="1"/>
            </p:cNvSpPr>
            <p:nvPr/>
          </p:nvSpPr>
          <p:spPr bwMode="auto">
            <a:xfrm>
              <a:off x="4272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9420" name="Rectangle 572"/>
            <p:cNvSpPr>
              <a:spLocks noChangeArrowheads="1"/>
            </p:cNvSpPr>
            <p:nvPr/>
          </p:nvSpPr>
          <p:spPr bwMode="auto">
            <a:xfrm>
              <a:off x="3744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9421" name="Rectangle 573"/>
            <p:cNvSpPr>
              <a:spLocks noChangeArrowheads="1"/>
            </p:cNvSpPr>
            <p:nvPr/>
          </p:nvSpPr>
          <p:spPr bwMode="auto">
            <a:xfrm>
              <a:off x="3744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23" name="Rectangle 575"/>
            <p:cNvSpPr>
              <a:spLocks noChangeArrowheads="1"/>
            </p:cNvSpPr>
            <p:nvPr/>
          </p:nvSpPr>
          <p:spPr bwMode="auto">
            <a:xfrm>
              <a:off x="3984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9424" name="Rectangle 576"/>
            <p:cNvSpPr>
              <a:spLocks noChangeArrowheads="1"/>
            </p:cNvSpPr>
            <p:nvPr/>
          </p:nvSpPr>
          <p:spPr bwMode="auto">
            <a:xfrm>
              <a:off x="3984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3" name="Group 619"/>
          <p:cNvGrpSpPr>
            <a:grpSpLocks/>
          </p:cNvGrpSpPr>
          <p:nvPr/>
        </p:nvGrpSpPr>
        <p:grpSpPr bwMode="auto">
          <a:xfrm>
            <a:off x="5943600" y="1905000"/>
            <a:ext cx="2895600" cy="2667000"/>
            <a:chOff x="3744" y="1200"/>
            <a:chExt cx="1824" cy="1680"/>
          </a:xfrm>
        </p:grpSpPr>
        <p:sp>
          <p:nvSpPr>
            <p:cNvPr id="79396" name="Rectangle 548"/>
            <p:cNvSpPr>
              <a:spLocks noChangeArrowheads="1"/>
            </p:cNvSpPr>
            <p:nvPr/>
          </p:nvSpPr>
          <p:spPr bwMode="auto">
            <a:xfrm>
              <a:off x="5040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  <a:endParaRPr lang="en-US"/>
            </a:p>
          </p:txBody>
        </p:sp>
        <p:sp>
          <p:nvSpPr>
            <p:cNvPr id="79397" name="Rectangle 549"/>
            <p:cNvSpPr>
              <a:spLocks noChangeArrowheads="1"/>
            </p:cNvSpPr>
            <p:nvPr/>
          </p:nvSpPr>
          <p:spPr bwMode="auto">
            <a:xfrm>
              <a:off x="5328" y="244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05" name="Rectangle 557"/>
            <p:cNvSpPr>
              <a:spLocks noChangeArrowheads="1"/>
            </p:cNvSpPr>
            <p:nvPr/>
          </p:nvSpPr>
          <p:spPr bwMode="auto">
            <a:xfrm>
              <a:off x="4800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-6</a:t>
              </a:r>
            </a:p>
          </p:txBody>
        </p:sp>
        <p:sp>
          <p:nvSpPr>
            <p:cNvPr id="79406" name="Rectangle 558"/>
            <p:cNvSpPr>
              <a:spLocks noChangeArrowheads="1"/>
            </p:cNvSpPr>
            <p:nvPr/>
          </p:nvSpPr>
          <p:spPr bwMode="auto">
            <a:xfrm>
              <a:off x="5328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11" name="Rectangle 563"/>
            <p:cNvSpPr>
              <a:spLocks noChangeArrowheads="1"/>
            </p:cNvSpPr>
            <p:nvPr/>
          </p:nvSpPr>
          <p:spPr bwMode="auto">
            <a:xfrm>
              <a:off x="4512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79412" name="Rectangle 564"/>
            <p:cNvSpPr>
              <a:spLocks noChangeArrowheads="1"/>
            </p:cNvSpPr>
            <p:nvPr/>
          </p:nvSpPr>
          <p:spPr bwMode="auto">
            <a:xfrm>
              <a:off x="5328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18" name="Rectangle 570"/>
            <p:cNvSpPr>
              <a:spLocks noChangeArrowheads="1"/>
            </p:cNvSpPr>
            <p:nvPr/>
          </p:nvSpPr>
          <p:spPr bwMode="auto">
            <a:xfrm>
              <a:off x="4272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79419" name="Rectangle 571"/>
            <p:cNvSpPr>
              <a:spLocks noChangeArrowheads="1"/>
            </p:cNvSpPr>
            <p:nvPr/>
          </p:nvSpPr>
          <p:spPr bwMode="auto">
            <a:xfrm>
              <a:off x="5328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22" name="Rectangle 574"/>
            <p:cNvSpPr>
              <a:spLocks noChangeArrowheads="1"/>
            </p:cNvSpPr>
            <p:nvPr/>
          </p:nvSpPr>
          <p:spPr bwMode="auto">
            <a:xfrm>
              <a:off x="3744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9425" name="Rectangle 577"/>
            <p:cNvSpPr>
              <a:spLocks noChangeArrowheads="1"/>
            </p:cNvSpPr>
            <p:nvPr/>
          </p:nvSpPr>
          <p:spPr bwMode="auto">
            <a:xfrm>
              <a:off x="3984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26" name="Rectangle 578"/>
            <p:cNvSpPr>
              <a:spLocks noChangeArrowheads="1"/>
            </p:cNvSpPr>
            <p:nvPr/>
          </p:nvSpPr>
          <p:spPr bwMode="auto">
            <a:xfrm>
              <a:off x="5328" y="12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9427" name="Rectangle 579"/>
            <p:cNvSpPr>
              <a:spLocks noChangeArrowheads="1"/>
            </p:cNvSpPr>
            <p:nvPr/>
          </p:nvSpPr>
          <p:spPr bwMode="auto">
            <a:xfrm>
              <a:off x="5328" y="14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28" name="Rectangle 580"/>
            <p:cNvSpPr>
              <a:spLocks noChangeArrowheads="1"/>
            </p:cNvSpPr>
            <p:nvPr/>
          </p:nvSpPr>
          <p:spPr bwMode="auto">
            <a:xfrm>
              <a:off x="5328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4" name="Group 581"/>
          <p:cNvGrpSpPr>
            <a:grpSpLocks/>
          </p:cNvGrpSpPr>
          <p:nvPr/>
        </p:nvGrpSpPr>
        <p:grpSpPr bwMode="auto">
          <a:xfrm>
            <a:off x="5029200" y="1066800"/>
            <a:ext cx="3733800" cy="3505200"/>
            <a:chOff x="3216" y="624"/>
            <a:chExt cx="2352" cy="2208"/>
          </a:xfrm>
        </p:grpSpPr>
        <p:sp>
          <p:nvSpPr>
            <p:cNvPr id="79430" name="Rectangle 582"/>
            <p:cNvSpPr>
              <a:spLocks noChangeArrowheads="1"/>
            </p:cNvSpPr>
            <p:nvPr/>
          </p:nvSpPr>
          <p:spPr bwMode="auto">
            <a:xfrm>
              <a:off x="3216" y="11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431" name="Rectangle 583"/>
            <p:cNvSpPr>
              <a:spLocks noChangeArrowheads="1"/>
            </p:cNvSpPr>
            <p:nvPr/>
          </p:nvSpPr>
          <p:spPr bwMode="auto">
            <a:xfrm>
              <a:off x="3216" y="13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432" name="Rectangle 584"/>
            <p:cNvSpPr>
              <a:spLocks noChangeArrowheads="1"/>
            </p:cNvSpPr>
            <p:nvPr/>
          </p:nvSpPr>
          <p:spPr bwMode="auto">
            <a:xfrm>
              <a:off x="3216" y="163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433" name="Rectangle 585"/>
            <p:cNvSpPr>
              <a:spLocks noChangeArrowheads="1"/>
            </p:cNvSpPr>
            <p:nvPr/>
          </p:nvSpPr>
          <p:spPr bwMode="auto">
            <a:xfrm>
              <a:off x="3216" y="187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434" name="Rectangle 586"/>
            <p:cNvSpPr>
              <a:spLocks noChangeArrowheads="1"/>
            </p:cNvSpPr>
            <p:nvPr/>
          </p:nvSpPr>
          <p:spPr bwMode="auto">
            <a:xfrm>
              <a:off x="3216" y="211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435" name="Rectangle 587"/>
            <p:cNvSpPr>
              <a:spLocks noChangeArrowheads="1"/>
            </p:cNvSpPr>
            <p:nvPr/>
          </p:nvSpPr>
          <p:spPr bwMode="auto">
            <a:xfrm>
              <a:off x="3216" y="235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436" name="Rectangle 588"/>
            <p:cNvSpPr>
              <a:spLocks noChangeArrowheads="1"/>
            </p:cNvSpPr>
            <p:nvPr/>
          </p:nvSpPr>
          <p:spPr bwMode="auto">
            <a:xfrm>
              <a:off x="3216" y="25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437" name="Rectangle 589"/>
            <p:cNvSpPr>
              <a:spLocks noChangeArrowheads="1"/>
            </p:cNvSpPr>
            <p:nvPr/>
          </p:nvSpPr>
          <p:spPr bwMode="auto">
            <a:xfrm>
              <a:off x="3792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438" name="Rectangle 590"/>
            <p:cNvSpPr>
              <a:spLocks noChangeArrowheads="1"/>
            </p:cNvSpPr>
            <p:nvPr/>
          </p:nvSpPr>
          <p:spPr bwMode="auto">
            <a:xfrm>
              <a:off x="408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439" name="Rectangle 591"/>
            <p:cNvSpPr>
              <a:spLocks noChangeArrowheads="1"/>
            </p:cNvSpPr>
            <p:nvPr/>
          </p:nvSpPr>
          <p:spPr bwMode="auto">
            <a:xfrm>
              <a:off x="432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440" name="Rectangle 592"/>
            <p:cNvSpPr>
              <a:spLocks noChangeArrowheads="1"/>
            </p:cNvSpPr>
            <p:nvPr/>
          </p:nvSpPr>
          <p:spPr bwMode="auto">
            <a:xfrm>
              <a:off x="4608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441" name="Rectangle 593"/>
            <p:cNvSpPr>
              <a:spLocks noChangeArrowheads="1"/>
            </p:cNvSpPr>
            <p:nvPr/>
          </p:nvSpPr>
          <p:spPr bwMode="auto">
            <a:xfrm>
              <a:off x="489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442" name="Rectangle 594"/>
            <p:cNvSpPr>
              <a:spLocks noChangeArrowheads="1"/>
            </p:cNvSpPr>
            <p:nvPr/>
          </p:nvSpPr>
          <p:spPr bwMode="auto">
            <a:xfrm>
              <a:off x="513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443" name="Rectangle 595"/>
            <p:cNvSpPr>
              <a:spLocks noChangeArrowheads="1"/>
            </p:cNvSpPr>
            <p:nvPr/>
          </p:nvSpPr>
          <p:spPr bwMode="auto">
            <a:xfrm>
              <a:off x="5424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grpSp>
        <p:nvGrpSpPr>
          <p:cNvPr id="5" name="Group 617"/>
          <p:cNvGrpSpPr>
            <a:grpSpLocks/>
          </p:cNvGrpSpPr>
          <p:nvPr/>
        </p:nvGrpSpPr>
        <p:grpSpPr bwMode="auto">
          <a:xfrm>
            <a:off x="152400" y="1066800"/>
            <a:ext cx="3810000" cy="3581400"/>
            <a:chOff x="96" y="672"/>
            <a:chExt cx="2400" cy="2256"/>
          </a:xfrm>
        </p:grpSpPr>
        <p:sp>
          <p:nvSpPr>
            <p:cNvPr id="79282" name="Rectangle 434"/>
            <p:cNvSpPr>
              <a:spLocks noChangeArrowheads="1"/>
            </p:cNvSpPr>
            <p:nvPr/>
          </p:nvSpPr>
          <p:spPr bwMode="auto">
            <a:xfrm>
              <a:off x="96" y="115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283" name="Rectangle 435"/>
            <p:cNvSpPr>
              <a:spLocks noChangeArrowheads="1"/>
            </p:cNvSpPr>
            <p:nvPr/>
          </p:nvSpPr>
          <p:spPr bwMode="auto">
            <a:xfrm>
              <a:off x="96" y="1440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284" name="Rectangle 436"/>
            <p:cNvSpPr>
              <a:spLocks noChangeArrowheads="1"/>
            </p:cNvSpPr>
            <p:nvPr/>
          </p:nvSpPr>
          <p:spPr bwMode="auto">
            <a:xfrm>
              <a:off x="96" y="1680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285" name="Rectangle 437"/>
            <p:cNvSpPr>
              <a:spLocks noChangeArrowheads="1"/>
            </p:cNvSpPr>
            <p:nvPr/>
          </p:nvSpPr>
          <p:spPr bwMode="auto">
            <a:xfrm>
              <a:off x="96" y="1920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286" name="Rectangle 438"/>
            <p:cNvSpPr>
              <a:spLocks noChangeArrowheads="1"/>
            </p:cNvSpPr>
            <p:nvPr/>
          </p:nvSpPr>
          <p:spPr bwMode="auto">
            <a:xfrm>
              <a:off x="96" y="2160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287" name="Rectangle 439"/>
            <p:cNvSpPr>
              <a:spLocks noChangeArrowheads="1"/>
            </p:cNvSpPr>
            <p:nvPr/>
          </p:nvSpPr>
          <p:spPr bwMode="auto">
            <a:xfrm>
              <a:off x="96" y="2400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288" name="Rectangle 440"/>
            <p:cNvSpPr>
              <a:spLocks noChangeArrowheads="1"/>
            </p:cNvSpPr>
            <p:nvPr/>
          </p:nvSpPr>
          <p:spPr bwMode="auto">
            <a:xfrm>
              <a:off x="96" y="2640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289" name="Rectangle 441"/>
            <p:cNvSpPr>
              <a:spLocks noChangeArrowheads="1"/>
            </p:cNvSpPr>
            <p:nvPr/>
          </p:nvSpPr>
          <p:spPr bwMode="auto">
            <a:xfrm>
              <a:off x="672" y="672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290" name="Rectangle 442"/>
            <p:cNvSpPr>
              <a:spLocks noChangeArrowheads="1"/>
            </p:cNvSpPr>
            <p:nvPr/>
          </p:nvSpPr>
          <p:spPr bwMode="auto">
            <a:xfrm>
              <a:off x="960" y="672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291" name="Rectangle 443"/>
            <p:cNvSpPr>
              <a:spLocks noChangeArrowheads="1"/>
            </p:cNvSpPr>
            <p:nvPr/>
          </p:nvSpPr>
          <p:spPr bwMode="auto">
            <a:xfrm>
              <a:off x="1200" y="672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292" name="Rectangle 444"/>
            <p:cNvSpPr>
              <a:spLocks noChangeArrowheads="1"/>
            </p:cNvSpPr>
            <p:nvPr/>
          </p:nvSpPr>
          <p:spPr bwMode="auto">
            <a:xfrm>
              <a:off x="1488" y="672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293" name="Rectangle 445"/>
            <p:cNvSpPr>
              <a:spLocks noChangeArrowheads="1"/>
            </p:cNvSpPr>
            <p:nvPr/>
          </p:nvSpPr>
          <p:spPr bwMode="auto">
            <a:xfrm>
              <a:off x="1776" y="672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294" name="Rectangle 446"/>
            <p:cNvSpPr>
              <a:spLocks noChangeArrowheads="1"/>
            </p:cNvSpPr>
            <p:nvPr/>
          </p:nvSpPr>
          <p:spPr bwMode="auto">
            <a:xfrm>
              <a:off x="2016" y="672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295" name="Rectangle 447"/>
            <p:cNvSpPr>
              <a:spLocks noChangeArrowheads="1"/>
            </p:cNvSpPr>
            <p:nvPr/>
          </p:nvSpPr>
          <p:spPr bwMode="auto">
            <a:xfrm>
              <a:off x="2304" y="672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149" name="Rectangle 301"/>
            <p:cNvSpPr>
              <a:spLocks noChangeArrowheads="1"/>
            </p:cNvSpPr>
            <p:nvPr/>
          </p:nvSpPr>
          <p:spPr bwMode="auto">
            <a:xfrm>
              <a:off x="2233" y="267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50" name="Rectangle 302"/>
            <p:cNvSpPr>
              <a:spLocks noChangeArrowheads="1"/>
            </p:cNvSpPr>
            <p:nvPr/>
          </p:nvSpPr>
          <p:spPr bwMode="auto">
            <a:xfrm>
              <a:off x="1969" y="2679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51" name="Rectangle 303"/>
            <p:cNvSpPr>
              <a:spLocks noChangeArrowheads="1"/>
            </p:cNvSpPr>
            <p:nvPr/>
          </p:nvSpPr>
          <p:spPr bwMode="auto">
            <a:xfrm>
              <a:off x="1706" y="267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52" name="Rectangle 304"/>
            <p:cNvSpPr>
              <a:spLocks noChangeArrowheads="1"/>
            </p:cNvSpPr>
            <p:nvPr/>
          </p:nvSpPr>
          <p:spPr bwMode="auto">
            <a:xfrm>
              <a:off x="1442" y="2679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53" name="Rectangle 305"/>
            <p:cNvSpPr>
              <a:spLocks noChangeArrowheads="1"/>
            </p:cNvSpPr>
            <p:nvPr/>
          </p:nvSpPr>
          <p:spPr bwMode="auto">
            <a:xfrm>
              <a:off x="1180" y="2679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54" name="Rectangle 306"/>
            <p:cNvSpPr>
              <a:spLocks noChangeArrowheads="1"/>
            </p:cNvSpPr>
            <p:nvPr/>
          </p:nvSpPr>
          <p:spPr bwMode="auto">
            <a:xfrm>
              <a:off x="915" y="2679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55" name="Rectangle 307"/>
            <p:cNvSpPr>
              <a:spLocks noChangeArrowheads="1"/>
            </p:cNvSpPr>
            <p:nvPr/>
          </p:nvSpPr>
          <p:spPr bwMode="auto">
            <a:xfrm>
              <a:off x="652" y="267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56" name="Rectangle 308"/>
            <p:cNvSpPr>
              <a:spLocks noChangeArrowheads="1"/>
            </p:cNvSpPr>
            <p:nvPr/>
          </p:nvSpPr>
          <p:spPr bwMode="auto">
            <a:xfrm>
              <a:off x="336" y="2679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157" name="Rectangle 309"/>
            <p:cNvSpPr>
              <a:spLocks noChangeArrowheads="1"/>
            </p:cNvSpPr>
            <p:nvPr/>
          </p:nvSpPr>
          <p:spPr bwMode="auto">
            <a:xfrm>
              <a:off x="2233" y="243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58" name="Rectangle 310"/>
            <p:cNvSpPr>
              <a:spLocks noChangeArrowheads="1"/>
            </p:cNvSpPr>
            <p:nvPr/>
          </p:nvSpPr>
          <p:spPr bwMode="auto">
            <a:xfrm>
              <a:off x="1969" y="2430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59" name="Rectangle 311"/>
            <p:cNvSpPr>
              <a:spLocks noChangeArrowheads="1"/>
            </p:cNvSpPr>
            <p:nvPr/>
          </p:nvSpPr>
          <p:spPr bwMode="auto">
            <a:xfrm>
              <a:off x="1706" y="243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60" name="Rectangle 312"/>
            <p:cNvSpPr>
              <a:spLocks noChangeArrowheads="1"/>
            </p:cNvSpPr>
            <p:nvPr/>
          </p:nvSpPr>
          <p:spPr bwMode="auto">
            <a:xfrm>
              <a:off x="1442" y="2430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61" name="Rectangle 313"/>
            <p:cNvSpPr>
              <a:spLocks noChangeArrowheads="1"/>
            </p:cNvSpPr>
            <p:nvPr/>
          </p:nvSpPr>
          <p:spPr bwMode="auto">
            <a:xfrm>
              <a:off x="1180" y="2430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62" name="Rectangle 314"/>
            <p:cNvSpPr>
              <a:spLocks noChangeArrowheads="1"/>
            </p:cNvSpPr>
            <p:nvPr/>
          </p:nvSpPr>
          <p:spPr bwMode="auto">
            <a:xfrm>
              <a:off x="915" y="2430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63" name="Rectangle 315"/>
            <p:cNvSpPr>
              <a:spLocks noChangeArrowheads="1"/>
            </p:cNvSpPr>
            <p:nvPr/>
          </p:nvSpPr>
          <p:spPr bwMode="auto">
            <a:xfrm>
              <a:off x="652" y="243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64" name="Rectangle 316"/>
            <p:cNvSpPr>
              <a:spLocks noChangeArrowheads="1"/>
            </p:cNvSpPr>
            <p:nvPr/>
          </p:nvSpPr>
          <p:spPr bwMode="auto">
            <a:xfrm>
              <a:off x="336" y="2430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165" name="Rectangle 317"/>
            <p:cNvSpPr>
              <a:spLocks noChangeArrowheads="1"/>
            </p:cNvSpPr>
            <p:nvPr/>
          </p:nvSpPr>
          <p:spPr bwMode="auto">
            <a:xfrm>
              <a:off x="2233" y="218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66" name="Rectangle 318"/>
            <p:cNvSpPr>
              <a:spLocks noChangeArrowheads="1"/>
            </p:cNvSpPr>
            <p:nvPr/>
          </p:nvSpPr>
          <p:spPr bwMode="auto">
            <a:xfrm>
              <a:off x="1969" y="2181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67" name="Rectangle 319"/>
            <p:cNvSpPr>
              <a:spLocks noChangeArrowheads="1"/>
            </p:cNvSpPr>
            <p:nvPr/>
          </p:nvSpPr>
          <p:spPr bwMode="auto">
            <a:xfrm>
              <a:off x="1706" y="218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68" name="Rectangle 320"/>
            <p:cNvSpPr>
              <a:spLocks noChangeArrowheads="1"/>
            </p:cNvSpPr>
            <p:nvPr/>
          </p:nvSpPr>
          <p:spPr bwMode="auto">
            <a:xfrm>
              <a:off x="1442" y="2181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69" name="Rectangle 321"/>
            <p:cNvSpPr>
              <a:spLocks noChangeArrowheads="1"/>
            </p:cNvSpPr>
            <p:nvPr/>
          </p:nvSpPr>
          <p:spPr bwMode="auto">
            <a:xfrm>
              <a:off x="1180" y="2181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70" name="Rectangle 322"/>
            <p:cNvSpPr>
              <a:spLocks noChangeArrowheads="1"/>
            </p:cNvSpPr>
            <p:nvPr/>
          </p:nvSpPr>
          <p:spPr bwMode="auto">
            <a:xfrm>
              <a:off x="915" y="2181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71" name="Rectangle 323"/>
            <p:cNvSpPr>
              <a:spLocks noChangeArrowheads="1"/>
            </p:cNvSpPr>
            <p:nvPr/>
          </p:nvSpPr>
          <p:spPr bwMode="auto">
            <a:xfrm>
              <a:off x="652" y="218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72" name="Rectangle 324"/>
            <p:cNvSpPr>
              <a:spLocks noChangeArrowheads="1"/>
            </p:cNvSpPr>
            <p:nvPr/>
          </p:nvSpPr>
          <p:spPr bwMode="auto">
            <a:xfrm>
              <a:off x="336" y="2181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173" name="Rectangle 325"/>
            <p:cNvSpPr>
              <a:spLocks noChangeArrowheads="1"/>
            </p:cNvSpPr>
            <p:nvPr/>
          </p:nvSpPr>
          <p:spPr bwMode="auto">
            <a:xfrm>
              <a:off x="2233" y="193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74" name="Rectangle 326"/>
            <p:cNvSpPr>
              <a:spLocks noChangeArrowheads="1"/>
            </p:cNvSpPr>
            <p:nvPr/>
          </p:nvSpPr>
          <p:spPr bwMode="auto">
            <a:xfrm>
              <a:off x="1969" y="1932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75" name="Rectangle 327"/>
            <p:cNvSpPr>
              <a:spLocks noChangeArrowheads="1"/>
            </p:cNvSpPr>
            <p:nvPr/>
          </p:nvSpPr>
          <p:spPr bwMode="auto">
            <a:xfrm>
              <a:off x="1706" y="193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76" name="Rectangle 328"/>
            <p:cNvSpPr>
              <a:spLocks noChangeArrowheads="1"/>
            </p:cNvSpPr>
            <p:nvPr/>
          </p:nvSpPr>
          <p:spPr bwMode="auto">
            <a:xfrm>
              <a:off x="1442" y="1932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77" name="Rectangle 329"/>
            <p:cNvSpPr>
              <a:spLocks noChangeArrowheads="1"/>
            </p:cNvSpPr>
            <p:nvPr/>
          </p:nvSpPr>
          <p:spPr bwMode="auto">
            <a:xfrm>
              <a:off x="1180" y="1932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78" name="Rectangle 330"/>
            <p:cNvSpPr>
              <a:spLocks noChangeArrowheads="1"/>
            </p:cNvSpPr>
            <p:nvPr/>
          </p:nvSpPr>
          <p:spPr bwMode="auto">
            <a:xfrm>
              <a:off x="915" y="1932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79" name="Rectangle 331"/>
            <p:cNvSpPr>
              <a:spLocks noChangeArrowheads="1"/>
            </p:cNvSpPr>
            <p:nvPr/>
          </p:nvSpPr>
          <p:spPr bwMode="auto">
            <a:xfrm>
              <a:off x="652" y="193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80" name="Rectangle 332"/>
            <p:cNvSpPr>
              <a:spLocks noChangeArrowheads="1"/>
            </p:cNvSpPr>
            <p:nvPr/>
          </p:nvSpPr>
          <p:spPr bwMode="auto">
            <a:xfrm>
              <a:off x="336" y="1932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181" name="Rectangle 333"/>
            <p:cNvSpPr>
              <a:spLocks noChangeArrowheads="1"/>
            </p:cNvSpPr>
            <p:nvPr/>
          </p:nvSpPr>
          <p:spPr bwMode="auto">
            <a:xfrm>
              <a:off x="2233" y="168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82" name="Rectangle 334"/>
            <p:cNvSpPr>
              <a:spLocks noChangeArrowheads="1"/>
            </p:cNvSpPr>
            <p:nvPr/>
          </p:nvSpPr>
          <p:spPr bwMode="auto">
            <a:xfrm>
              <a:off x="1969" y="1683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83" name="Rectangle 335"/>
            <p:cNvSpPr>
              <a:spLocks noChangeArrowheads="1"/>
            </p:cNvSpPr>
            <p:nvPr/>
          </p:nvSpPr>
          <p:spPr bwMode="auto">
            <a:xfrm>
              <a:off x="1706" y="168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84" name="Rectangle 336"/>
            <p:cNvSpPr>
              <a:spLocks noChangeArrowheads="1"/>
            </p:cNvSpPr>
            <p:nvPr/>
          </p:nvSpPr>
          <p:spPr bwMode="auto">
            <a:xfrm>
              <a:off x="1442" y="1683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85" name="Rectangle 337"/>
            <p:cNvSpPr>
              <a:spLocks noChangeArrowheads="1"/>
            </p:cNvSpPr>
            <p:nvPr/>
          </p:nvSpPr>
          <p:spPr bwMode="auto">
            <a:xfrm>
              <a:off x="1180" y="1683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86" name="Rectangle 338"/>
            <p:cNvSpPr>
              <a:spLocks noChangeArrowheads="1"/>
            </p:cNvSpPr>
            <p:nvPr/>
          </p:nvSpPr>
          <p:spPr bwMode="auto">
            <a:xfrm>
              <a:off x="915" y="1683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87" name="Rectangle 339"/>
            <p:cNvSpPr>
              <a:spLocks noChangeArrowheads="1"/>
            </p:cNvSpPr>
            <p:nvPr/>
          </p:nvSpPr>
          <p:spPr bwMode="auto">
            <a:xfrm>
              <a:off x="652" y="168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88" name="Rectangle 340"/>
            <p:cNvSpPr>
              <a:spLocks noChangeArrowheads="1"/>
            </p:cNvSpPr>
            <p:nvPr/>
          </p:nvSpPr>
          <p:spPr bwMode="auto">
            <a:xfrm>
              <a:off x="336" y="1683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189" name="Rectangle 341"/>
            <p:cNvSpPr>
              <a:spLocks noChangeArrowheads="1"/>
            </p:cNvSpPr>
            <p:nvPr/>
          </p:nvSpPr>
          <p:spPr bwMode="auto">
            <a:xfrm>
              <a:off x="2233" y="143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90" name="Rectangle 342"/>
            <p:cNvSpPr>
              <a:spLocks noChangeArrowheads="1"/>
            </p:cNvSpPr>
            <p:nvPr/>
          </p:nvSpPr>
          <p:spPr bwMode="auto">
            <a:xfrm>
              <a:off x="1969" y="1434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91" name="Rectangle 343"/>
            <p:cNvSpPr>
              <a:spLocks noChangeArrowheads="1"/>
            </p:cNvSpPr>
            <p:nvPr/>
          </p:nvSpPr>
          <p:spPr bwMode="auto">
            <a:xfrm>
              <a:off x="1706" y="143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92" name="Rectangle 344"/>
            <p:cNvSpPr>
              <a:spLocks noChangeArrowheads="1"/>
            </p:cNvSpPr>
            <p:nvPr/>
          </p:nvSpPr>
          <p:spPr bwMode="auto">
            <a:xfrm>
              <a:off x="1442" y="1434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93" name="Rectangle 345"/>
            <p:cNvSpPr>
              <a:spLocks noChangeArrowheads="1"/>
            </p:cNvSpPr>
            <p:nvPr/>
          </p:nvSpPr>
          <p:spPr bwMode="auto">
            <a:xfrm>
              <a:off x="1180" y="1434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94" name="Rectangle 346"/>
            <p:cNvSpPr>
              <a:spLocks noChangeArrowheads="1"/>
            </p:cNvSpPr>
            <p:nvPr/>
          </p:nvSpPr>
          <p:spPr bwMode="auto">
            <a:xfrm>
              <a:off x="915" y="1434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95" name="Rectangle 347"/>
            <p:cNvSpPr>
              <a:spLocks noChangeArrowheads="1"/>
            </p:cNvSpPr>
            <p:nvPr/>
          </p:nvSpPr>
          <p:spPr bwMode="auto">
            <a:xfrm>
              <a:off x="652" y="143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96" name="Rectangle 348"/>
            <p:cNvSpPr>
              <a:spLocks noChangeArrowheads="1"/>
            </p:cNvSpPr>
            <p:nvPr/>
          </p:nvSpPr>
          <p:spPr bwMode="auto">
            <a:xfrm>
              <a:off x="336" y="1434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197" name="Rectangle 349"/>
            <p:cNvSpPr>
              <a:spLocks noChangeArrowheads="1"/>
            </p:cNvSpPr>
            <p:nvPr/>
          </p:nvSpPr>
          <p:spPr bwMode="auto">
            <a:xfrm>
              <a:off x="2233" y="118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98" name="Rectangle 350"/>
            <p:cNvSpPr>
              <a:spLocks noChangeArrowheads="1"/>
            </p:cNvSpPr>
            <p:nvPr/>
          </p:nvSpPr>
          <p:spPr bwMode="auto">
            <a:xfrm>
              <a:off x="1969" y="1185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99" name="Rectangle 351"/>
            <p:cNvSpPr>
              <a:spLocks noChangeArrowheads="1"/>
            </p:cNvSpPr>
            <p:nvPr/>
          </p:nvSpPr>
          <p:spPr bwMode="auto">
            <a:xfrm>
              <a:off x="1706" y="118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200" name="Rectangle 352"/>
            <p:cNvSpPr>
              <a:spLocks noChangeArrowheads="1"/>
            </p:cNvSpPr>
            <p:nvPr/>
          </p:nvSpPr>
          <p:spPr bwMode="auto">
            <a:xfrm>
              <a:off x="1442" y="1185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201" name="Rectangle 353"/>
            <p:cNvSpPr>
              <a:spLocks noChangeArrowheads="1"/>
            </p:cNvSpPr>
            <p:nvPr/>
          </p:nvSpPr>
          <p:spPr bwMode="auto">
            <a:xfrm>
              <a:off x="1180" y="1185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202" name="Rectangle 354"/>
            <p:cNvSpPr>
              <a:spLocks noChangeArrowheads="1"/>
            </p:cNvSpPr>
            <p:nvPr/>
          </p:nvSpPr>
          <p:spPr bwMode="auto">
            <a:xfrm>
              <a:off x="915" y="1185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203" name="Rectangle 355"/>
            <p:cNvSpPr>
              <a:spLocks noChangeArrowheads="1"/>
            </p:cNvSpPr>
            <p:nvPr/>
          </p:nvSpPr>
          <p:spPr bwMode="auto">
            <a:xfrm>
              <a:off x="652" y="118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204" name="Rectangle 356"/>
            <p:cNvSpPr>
              <a:spLocks noChangeArrowheads="1"/>
            </p:cNvSpPr>
            <p:nvPr/>
          </p:nvSpPr>
          <p:spPr bwMode="auto">
            <a:xfrm>
              <a:off x="336" y="1185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205" name="Rectangle 357"/>
            <p:cNvSpPr>
              <a:spLocks noChangeArrowheads="1"/>
            </p:cNvSpPr>
            <p:nvPr/>
          </p:nvSpPr>
          <p:spPr bwMode="auto">
            <a:xfrm>
              <a:off x="2233" y="93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206" name="Rectangle 358"/>
            <p:cNvSpPr>
              <a:spLocks noChangeArrowheads="1"/>
            </p:cNvSpPr>
            <p:nvPr/>
          </p:nvSpPr>
          <p:spPr bwMode="auto">
            <a:xfrm>
              <a:off x="1969" y="936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207" name="Rectangle 359"/>
            <p:cNvSpPr>
              <a:spLocks noChangeArrowheads="1"/>
            </p:cNvSpPr>
            <p:nvPr/>
          </p:nvSpPr>
          <p:spPr bwMode="auto">
            <a:xfrm>
              <a:off x="1706" y="93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208" name="Rectangle 360"/>
            <p:cNvSpPr>
              <a:spLocks noChangeArrowheads="1"/>
            </p:cNvSpPr>
            <p:nvPr/>
          </p:nvSpPr>
          <p:spPr bwMode="auto">
            <a:xfrm>
              <a:off x="1442" y="936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209" name="Rectangle 361"/>
            <p:cNvSpPr>
              <a:spLocks noChangeArrowheads="1"/>
            </p:cNvSpPr>
            <p:nvPr/>
          </p:nvSpPr>
          <p:spPr bwMode="auto">
            <a:xfrm>
              <a:off x="1180" y="936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210" name="Rectangle 362"/>
            <p:cNvSpPr>
              <a:spLocks noChangeArrowheads="1"/>
            </p:cNvSpPr>
            <p:nvPr/>
          </p:nvSpPr>
          <p:spPr bwMode="auto">
            <a:xfrm>
              <a:off x="915" y="936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211" name="Rectangle 363"/>
            <p:cNvSpPr>
              <a:spLocks noChangeArrowheads="1"/>
            </p:cNvSpPr>
            <p:nvPr/>
          </p:nvSpPr>
          <p:spPr bwMode="auto">
            <a:xfrm>
              <a:off x="652" y="93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212" name="Rectangle 364"/>
            <p:cNvSpPr>
              <a:spLocks noChangeArrowheads="1"/>
            </p:cNvSpPr>
            <p:nvPr/>
          </p:nvSpPr>
          <p:spPr bwMode="auto">
            <a:xfrm>
              <a:off x="336" y="936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b="1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L</a:t>
              </a:r>
              <a:r>
                <a:rPr lang="en-US" b="1" baseline="-25000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b="1" baseline="-25000">
                <a:latin typeface="VNI-Times" pitchFamily="2" charset="0"/>
              </a:endParaRPr>
            </a:p>
          </p:txBody>
        </p:sp>
        <p:sp>
          <p:nvSpPr>
            <p:cNvPr id="79213" name="Line 365"/>
            <p:cNvSpPr>
              <a:spLocks noChangeShapeType="1"/>
            </p:cNvSpPr>
            <p:nvPr/>
          </p:nvSpPr>
          <p:spPr bwMode="auto">
            <a:xfrm>
              <a:off x="336" y="936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14" name="Line 366"/>
            <p:cNvSpPr>
              <a:spLocks noChangeShapeType="1"/>
            </p:cNvSpPr>
            <p:nvPr/>
          </p:nvSpPr>
          <p:spPr bwMode="auto">
            <a:xfrm>
              <a:off x="336" y="2928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15" name="Line 367"/>
            <p:cNvSpPr>
              <a:spLocks noChangeShapeType="1"/>
            </p:cNvSpPr>
            <p:nvPr/>
          </p:nvSpPr>
          <p:spPr bwMode="auto">
            <a:xfrm>
              <a:off x="336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16" name="Line 368"/>
            <p:cNvSpPr>
              <a:spLocks noChangeShapeType="1"/>
            </p:cNvSpPr>
            <p:nvPr/>
          </p:nvSpPr>
          <p:spPr bwMode="auto">
            <a:xfrm>
              <a:off x="2496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17" name="Line 369"/>
            <p:cNvSpPr>
              <a:spLocks noChangeShapeType="1"/>
            </p:cNvSpPr>
            <p:nvPr/>
          </p:nvSpPr>
          <p:spPr bwMode="auto">
            <a:xfrm>
              <a:off x="336" y="1185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18" name="Line 370"/>
            <p:cNvSpPr>
              <a:spLocks noChangeShapeType="1"/>
            </p:cNvSpPr>
            <p:nvPr/>
          </p:nvSpPr>
          <p:spPr bwMode="auto">
            <a:xfrm>
              <a:off x="652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19" name="Line 371"/>
            <p:cNvSpPr>
              <a:spLocks noChangeShapeType="1"/>
            </p:cNvSpPr>
            <p:nvPr/>
          </p:nvSpPr>
          <p:spPr bwMode="auto">
            <a:xfrm>
              <a:off x="915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0" name="Line 372"/>
            <p:cNvSpPr>
              <a:spLocks noChangeShapeType="1"/>
            </p:cNvSpPr>
            <p:nvPr/>
          </p:nvSpPr>
          <p:spPr bwMode="auto">
            <a:xfrm>
              <a:off x="1180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1" name="Line 373"/>
            <p:cNvSpPr>
              <a:spLocks noChangeShapeType="1"/>
            </p:cNvSpPr>
            <p:nvPr/>
          </p:nvSpPr>
          <p:spPr bwMode="auto">
            <a:xfrm>
              <a:off x="1442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2" name="Line 374"/>
            <p:cNvSpPr>
              <a:spLocks noChangeShapeType="1"/>
            </p:cNvSpPr>
            <p:nvPr/>
          </p:nvSpPr>
          <p:spPr bwMode="auto">
            <a:xfrm>
              <a:off x="1706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3" name="Line 375"/>
            <p:cNvSpPr>
              <a:spLocks noChangeShapeType="1"/>
            </p:cNvSpPr>
            <p:nvPr/>
          </p:nvSpPr>
          <p:spPr bwMode="auto">
            <a:xfrm>
              <a:off x="1969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4" name="Line 376"/>
            <p:cNvSpPr>
              <a:spLocks noChangeShapeType="1"/>
            </p:cNvSpPr>
            <p:nvPr/>
          </p:nvSpPr>
          <p:spPr bwMode="auto">
            <a:xfrm>
              <a:off x="2233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5" name="Line 377"/>
            <p:cNvSpPr>
              <a:spLocks noChangeShapeType="1"/>
            </p:cNvSpPr>
            <p:nvPr/>
          </p:nvSpPr>
          <p:spPr bwMode="auto">
            <a:xfrm>
              <a:off x="336" y="1434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6" name="Line 378"/>
            <p:cNvSpPr>
              <a:spLocks noChangeShapeType="1"/>
            </p:cNvSpPr>
            <p:nvPr/>
          </p:nvSpPr>
          <p:spPr bwMode="auto">
            <a:xfrm>
              <a:off x="336" y="1683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7" name="Line 379"/>
            <p:cNvSpPr>
              <a:spLocks noChangeShapeType="1"/>
            </p:cNvSpPr>
            <p:nvPr/>
          </p:nvSpPr>
          <p:spPr bwMode="auto">
            <a:xfrm>
              <a:off x="336" y="1932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8" name="Line 380"/>
            <p:cNvSpPr>
              <a:spLocks noChangeShapeType="1"/>
            </p:cNvSpPr>
            <p:nvPr/>
          </p:nvSpPr>
          <p:spPr bwMode="auto">
            <a:xfrm>
              <a:off x="336" y="2181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9" name="Line 381"/>
            <p:cNvSpPr>
              <a:spLocks noChangeShapeType="1"/>
            </p:cNvSpPr>
            <p:nvPr/>
          </p:nvSpPr>
          <p:spPr bwMode="auto">
            <a:xfrm>
              <a:off x="336" y="2430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30" name="Line 382"/>
            <p:cNvSpPr>
              <a:spLocks noChangeShapeType="1"/>
            </p:cNvSpPr>
            <p:nvPr/>
          </p:nvSpPr>
          <p:spPr bwMode="auto">
            <a:xfrm>
              <a:off x="336" y="2679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31" name="Rectangle 383"/>
            <p:cNvSpPr>
              <a:spLocks noChangeArrowheads="1"/>
            </p:cNvSpPr>
            <p:nvPr/>
          </p:nvSpPr>
          <p:spPr bwMode="auto">
            <a:xfrm>
              <a:off x="1728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232" name="Rectangle 384"/>
            <p:cNvSpPr>
              <a:spLocks noChangeArrowheads="1"/>
            </p:cNvSpPr>
            <p:nvPr/>
          </p:nvSpPr>
          <p:spPr bwMode="auto">
            <a:xfrm>
              <a:off x="1728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9233" name="Rectangle 385"/>
            <p:cNvSpPr>
              <a:spLocks noChangeArrowheads="1"/>
            </p:cNvSpPr>
            <p:nvPr/>
          </p:nvSpPr>
          <p:spPr bwMode="auto">
            <a:xfrm>
              <a:off x="1728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-4</a:t>
              </a:r>
            </a:p>
          </p:txBody>
        </p:sp>
        <p:sp>
          <p:nvSpPr>
            <p:cNvPr id="79234" name="Rectangle 386"/>
            <p:cNvSpPr>
              <a:spLocks noChangeArrowheads="1"/>
            </p:cNvSpPr>
            <p:nvPr/>
          </p:nvSpPr>
          <p:spPr bwMode="auto">
            <a:xfrm>
              <a:off x="1728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9235" name="Rectangle 387"/>
            <p:cNvSpPr>
              <a:spLocks noChangeArrowheads="1"/>
            </p:cNvSpPr>
            <p:nvPr/>
          </p:nvSpPr>
          <p:spPr bwMode="auto">
            <a:xfrm>
              <a:off x="1968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36" name="Rectangle 388"/>
            <p:cNvSpPr>
              <a:spLocks noChangeArrowheads="1"/>
            </p:cNvSpPr>
            <p:nvPr/>
          </p:nvSpPr>
          <p:spPr bwMode="auto">
            <a:xfrm>
              <a:off x="1440" y="14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237" name="Rectangle 389"/>
            <p:cNvSpPr>
              <a:spLocks noChangeArrowheads="1"/>
            </p:cNvSpPr>
            <p:nvPr/>
          </p:nvSpPr>
          <p:spPr bwMode="auto">
            <a:xfrm>
              <a:off x="1440" y="12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79238" name="Rectangle 390"/>
            <p:cNvSpPr>
              <a:spLocks noChangeArrowheads="1"/>
            </p:cNvSpPr>
            <p:nvPr/>
          </p:nvSpPr>
          <p:spPr bwMode="auto">
            <a:xfrm>
              <a:off x="1440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79239" name="Rectangle 391"/>
            <p:cNvSpPr>
              <a:spLocks noChangeArrowheads="1"/>
            </p:cNvSpPr>
            <p:nvPr/>
          </p:nvSpPr>
          <p:spPr bwMode="auto">
            <a:xfrm>
              <a:off x="1440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79240" name="Rectangle 392"/>
            <p:cNvSpPr>
              <a:spLocks noChangeArrowheads="1"/>
            </p:cNvSpPr>
            <p:nvPr/>
          </p:nvSpPr>
          <p:spPr bwMode="auto">
            <a:xfrm>
              <a:off x="1968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41" name="Rectangle 393"/>
            <p:cNvSpPr>
              <a:spLocks noChangeArrowheads="1"/>
            </p:cNvSpPr>
            <p:nvPr/>
          </p:nvSpPr>
          <p:spPr bwMode="auto">
            <a:xfrm>
              <a:off x="1200" y="244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42" name="Rectangle 394"/>
            <p:cNvSpPr>
              <a:spLocks noChangeArrowheads="1"/>
            </p:cNvSpPr>
            <p:nvPr/>
          </p:nvSpPr>
          <p:spPr bwMode="auto">
            <a:xfrm>
              <a:off x="1968" y="12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243" name="Rectangle 395"/>
            <p:cNvSpPr>
              <a:spLocks noChangeArrowheads="1"/>
            </p:cNvSpPr>
            <p:nvPr/>
          </p:nvSpPr>
          <p:spPr bwMode="auto">
            <a:xfrm>
              <a:off x="1968" y="14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-1</a:t>
              </a:r>
            </a:p>
          </p:txBody>
        </p:sp>
        <p:sp>
          <p:nvSpPr>
            <p:cNvPr id="79244" name="Rectangle 396"/>
            <p:cNvSpPr>
              <a:spLocks noChangeArrowheads="1"/>
            </p:cNvSpPr>
            <p:nvPr/>
          </p:nvSpPr>
          <p:spPr bwMode="auto">
            <a:xfrm>
              <a:off x="1968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9245" name="Rectangle 397"/>
            <p:cNvSpPr>
              <a:spLocks noChangeArrowheads="1"/>
            </p:cNvSpPr>
            <p:nvPr/>
          </p:nvSpPr>
          <p:spPr bwMode="auto">
            <a:xfrm>
              <a:off x="672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9246" name="Rectangle 398"/>
            <p:cNvSpPr>
              <a:spLocks noChangeArrowheads="1"/>
            </p:cNvSpPr>
            <p:nvPr/>
          </p:nvSpPr>
          <p:spPr bwMode="auto">
            <a:xfrm>
              <a:off x="912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47" name="Rectangle 399"/>
            <p:cNvSpPr>
              <a:spLocks noChangeArrowheads="1"/>
            </p:cNvSpPr>
            <p:nvPr/>
          </p:nvSpPr>
          <p:spPr bwMode="auto">
            <a:xfrm>
              <a:off x="1968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248" name="Rectangle 400"/>
            <p:cNvSpPr>
              <a:spLocks noChangeArrowheads="1"/>
            </p:cNvSpPr>
            <p:nvPr/>
          </p:nvSpPr>
          <p:spPr bwMode="auto">
            <a:xfrm>
              <a:off x="1968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  <a:endParaRPr lang="en-US"/>
            </a:p>
          </p:txBody>
        </p:sp>
        <p:sp>
          <p:nvSpPr>
            <p:cNvPr id="79249" name="Rectangle 401"/>
            <p:cNvSpPr>
              <a:spLocks noChangeArrowheads="1"/>
            </p:cNvSpPr>
            <p:nvPr/>
          </p:nvSpPr>
          <p:spPr bwMode="auto">
            <a:xfrm>
              <a:off x="2256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51" name="Rectangle 403"/>
            <p:cNvSpPr>
              <a:spLocks noChangeArrowheads="1"/>
            </p:cNvSpPr>
            <p:nvPr/>
          </p:nvSpPr>
          <p:spPr bwMode="auto">
            <a:xfrm>
              <a:off x="1440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52" name="Rectangle 404"/>
            <p:cNvSpPr>
              <a:spLocks noChangeArrowheads="1"/>
            </p:cNvSpPr>
            <p:nvPr/>
          </p:nvSpPr>
          <p:spPr bwMode="auto">
            <a:xfrm>
              <a:off x="1728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9253" name="Rectangle 405"/>
            <p:cNvSpPr>
              <a:spLocks noChangeArrowheads="1"/>
            </p:cNvSpPr>
            <p:nvPr/>
          </p:nvSpPr>
          <p:spPr bwMode="auto">
            <a:xfrm>
              <a:off x="1200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54" name="Rectangle 406"/>
            <p:cNvSpPr>
              <a:spLocks noChangeArrowheads="1"/>
            </p:cNvSpPr>
            <p:nvPr/>
          </p:nvSpPr>
          <p:spPr bwMode="auto">
            <a:xfrm>
              <a:off x="672" y="213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55" name="Rectangle 407"/>
            <p:cNvSpPr>
              <a:spLocks noChangeArrowheads="1"/>
            </p:cNvSpPr>
            <p:nvPr/>
          </p:nvSpPr>
          <p:spPr bwMode="auto">
            <a:xfrm>
              <a:off x="912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56" name="Rectangle 408"/>
            <p:cNvSpPr>
              <a:spLocks noChangeArrowheads="1"/>
            </p:cNvSpPr>
            <p:nvPr/>
          </p:nvSpPr>
          <p:spPr bwMode="auto">
            <a:xfrm>
              <a:off x="1728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257" name="Rectangle 409"/>
            <p:cNvSpPr>
              <a:spLocks noChangeArrowheads="1"/>
            </p:cNvSpPr>
            <p:nvPr/>
          </p:nvSpPr>
          <p:spPr bwMode="auto">
            <a:xfrm>
              <a:off x="1728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-6</a:t>
              </a:r>
            </a:p>
          </p:txBody>
        </p:sp>
        <p:sp>
          <p:nvSpPr>
            <p:cNvPr id="79258" name="Rectangle 410"/>
            <p:cNvSpPr>
              <a:spLocks noChangeArrowheads="1"/>
            </p:cNvSpPr>
            <p:nvPr/>
          </p:nvSpPr>
          <p:spPr bwMode="auto">
            <a:xfrm>
              <a:off x="2256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59" name="Rectangle 411"/>
            <p:cNvSpPr>
              <a:spLocks noChangeArrowheads="1"/>
            </p:cNvSpPr>
            <p:nvPr/>
          </p:nvSpPr>
          <p:spPr bwMode="auto">
            <a:xfrm>
              <a:off x="1200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60" name="Rectangle 412"/>
            <p:cNvSpPr>
              <a:spLocks noChangeArrowheads="1"/>
            </p:cNvSpPr>
            <p:nvPr/>
          </p:nvSpPr>
          <p:spPr bwMode="auto">
            <a:xfrm>
              <a:off x="672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61" name="Rectangle 413"/>
            <p:cNvSpPr>
              <a:spLocks noChangeArrowheads="1"/>
            </p:cNvSpPr>
            <p:nvPr/>
          </p:nvSpPr>
          <p:spPr bwMode="auto">
            <a:xfrm>
              <a:off x="912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62" name="Rectangle 414"/>
            <p:cNvSpPr>
              <a:spLocks noChangeArrowheads="1"/>
            </p:cNvSpPr>
            <p:nvPr/>
          </p:nvSpPr>
          <p:spPr bwMode="auto">
            <a:xfrm>
              <a:off x="1440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263" name="Rectangle 415"/>
            <p:cNvSpPr>
              <a:spLocks noChangeArrowheads="1"/>
            </p:cNvSpPr>
            <p:nvPr/>
          </p:nvSpPr>
          <p:spPr bwMode="auto">
            <a:xfrm>
              <a:off x="1440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79264" name="Rectangle 416"/>
            <p:cNvSpPr>
              <a:spLocks noChangeArrowheads="1"/>
            </p:cNvSpPr>
            <p:nvPr/>
          </p:nvSpPr>
          <p:spPr bwMode="auto">
            <a:xfrm>
              <a:off x="2256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65" name="Rectangle 417"/>
            <p:cNvSpPr>
              <a:spLocks noChangeArrowheads="1"/>
            </p:cNvSpPr>
            <p:nvPr/>
          </p:nvSpPr>
          <p:spPr bwMode="auto">
            <a:xfrm>
              <a:off x="672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66" name="Rectangle 418"/>
            <p:cNvSpPr>
              <a:spLocks noChangeArrowheads="1"/>
            </p:cNvSpPr>
            <p:nvPr/>
          </p:nvSpPr>
          <p:spPr bwMode="auto">
            <a:xfrm>
              <a:off x="912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67" name="Rectangle 419"/>
            <p:cNvSpPr>
              <a:spLocks noChangeArrowheads="1"/>
            </p:cNvSpPr>
            <p:nvPr/>
          </p:nvSpPr>
          <p:spPr bwMode="auto">
            <a:xfrm>
              <a:off x="1200" y="12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9268" name="Rectangle 420"/>
            <p:cNvSpPr>
              <a:spLocks noChangeArrowheads="1"/>
            </p:cNvSpPr>
            <p:nvPr/>
          </p:nvSpPr>
          <p:spPr bwMode="auto">
            <a:xfrm>
              <a:off x="1200" y="14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79269" name="Rectangle 421"/>
            <p:cNvSpPr>
              <a:spLocks noChangeArrowheads="1"/>
            </p:cNvSpPr>
            <p:nvPr/>
          </p:nvSpPr>
          <p:spPr bwMode="auto">
            <a:xfrm>
              <a:off x="1200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9270" name="Rectangle 422"/>
            <p:cNvSpPr>
              <a:spLocks noChangeArrowheads="1"/>
            </p:cNvSpPr>
            <p:nvPr/>
          </p:nvSpPr>
          <p:spPr bwMode="auto">
            <a:xfrm>
              <a:off x="1200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79271" name="Rectangle 423"/>
            <p:cNvSpPr>
              <a:spLocks noChangeArrowheads="1"/>
            </p:cNvSpPr>
            <p:nvPr/>
          </p:nvSpPr>
          <p:spPr bwMode="auto">
            <a:xfrm>
              <a:off x="2256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72" name="Rectangle 424"/>
            <p:cNvSpPr>
              <a:spLocks noChangeArrowheads="1"/>
            </p:cNvSpPr>
            <p:nvPr/>
          </p:nvSpPr>
          <p:spPr bwMode="auto">
            <a:xfrm>
              <a:off x="672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9273" name="Rectangle 425"/>
            <p:cNvSpPr>
              <a:spLocks noChangeArrowheads="1"/>
            </p:cNvSpPr>
            <p:nvPr/>
          </p:nvSpPr>
          <p:spPr bwMode="auto">
            <a:xfrm>
              <a:off x="672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74" name="Rectangle 426"/>
            <p:cNvSpPr>
              <a:spLocks noChangeArrowheads="1"/>
            </p:cNvSpPr>
            <p:nvPr/>
          </p:nvSpPr>
          <p:spPr bwMode="auto">
            <a:xfrm>
              <a:off x="672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9275" name="Rectangle 427"/>
            <p:cNvSpPr>
              <a:spLocks noChangeArrowheads="1"/>
            </p:cNvSpPr>
            <p:nvPr/>
          </p:nvSpPr>
          <p:spPr bwMode="auto">
            <a:xfrm>
              <a:off x="912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9276" name="Rectangle 428"/>
            <p:cNvSpPr>
              <a:spLocks noChangeArrowheads="1"/>
            </p:cNvSpPr>
            <p:nvPr/>
          </p:nvSpPr>
          <p:spPr bwMode="auto">
            <a:xfrm>
              <a:off x="912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9277" name="Rectangle 429"/>
            <p:cNvSpPr>
              <a:spLocks noChangeArrowheads="1"/>
            </p:cNvSpPr>
            <p:nvPr/>
          </p:nvSpPr>
          <p:spPr bwMode="auto">
            <a:xfrm>
              <a:off x="912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78" name="Rectangle 430"/>
            <p:cNvSpPr>
              <a:spLocks noChangeArrowheads="1"/>
            </p:cNvSpPr>
            <p:nvPr/>
          </p:nvSpPr>
          <p:spPr bwMode="auto">
            <a:xfrm>
              <a:off x="2256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9279" name="Rectangle 431"/>
            <p:cNvSpPr>
              <a:spLocks noChangeArrowheads="1"/>
            </p:cNvSpPr>
            <p:nvPr/>
          </p:nvSpPr>
          <p:spPr bwMode="auto">
            <a:xfrm>
              <a:off x="2256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80" name="Rectangle 432"/>
            <p:cNvSpPr>
              <a:spLocks noChangeArrowheads="1"/>
            </p:cNvSpPr>
            <p:nvPr/>
          </p:nvSpPr>
          <p:spPr bwMode="auto">
            <a:xfrm>
              <a:off x="2256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6" name="Group 618"/>
          <p:cNvGrpSpPr>
            <a:grpSpLocks/>
          </p:cNvGrpSpPr>
          <p:nvPr/>
        </p:nvGrpSpPr>
        <p:grpSpPr bwMode="auto">
          <a:xfrm>
            <a:off x="685800" y="1676400"/>
            <a:ext cx="3200400" cy="2895600"/>
            <a:chOff x="672" y="1248"/>
            <a:chExt cx="2016" cy="1824"/>
          </a:xfrm>
        </p:grpSpPr>
        <p:sp>
          <p:nvSpPr>
            <p:cNvPr id="79445" name="Line 597"/>
            <p:cNvSpPr>
              <a:spLocks noChangeShapeType="1"/>
            </p:cNvSpPr>
            <p:nvPr/>
          </p:nvSpPr>
          <p:spPr bwMode="auto">
            <a:xfrm>
              <a:off x="2688" y="1248"/>
              <a:ext cx="0" cy="1824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46" name="Line 598"/>
            <p:cNvSpPr>
              <a:spLocks noChangeShapeType="1"/>
            </p:cNvSpPr>
            <p:nvPr/>
          </p:nvSpPr>
          <p:spPr bwMode="auto">
            <a:xfrm>
              <a:off x="672" y="3072"/>
              <a:ext cx="2016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649"/>
          <p:cNvGrpSpPr>
            <a:grpSpLocks/>
          </p:cNvGrpSpPr>
          <p:nvPr/>
        </p:nvGrpSpPr>
        <p:grpSpPr bwMode="auto">
          <a:xfrm>
            <a:off x="1219200" y="2362200"/>
            <a:ext cx="7391400" cy="3505200"/>
            <a:chOff x="768" y="1488"/>
            <a:chExt cx="4656" cy="2208"/>
          </a:xfrm>
        </p:grpSpPr>
        <p:sp>
          <p:nvSpPr>
            <p:cNvPr id="79449" name="Rectangle 601"/>
            <p:cNvSpPr>
              <a:spLocks noChangeArrowheads="1"/>
            </p:cNvSpPr>
            <p:nvPr/>
          </p:nvSpPr>
          <p:spPr bwMode="auto">
            <a:xfrm>
              <a:off x="768" y="3360"/>
              <a:ext cx="1632" cy="336"/>
            </a:xfrm>
            <a:prstGeom prst="rect">
              <a:avLst/>
            </a:prstGeom>
            <a:noFill/>
            <a:ln w="12700">
              <a:solidFill>
                <a:srgbClr val="FFCC00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VNI-Times" pitchFamily="2" charset="0"/>
                </a:rPr>
                <a:t>Vì laø </a:t>
              </a:r>
              <a:r>
                <a:rPr lang="en-US" b="1">
                  <a:sym typeface="Symbol" pitchFamily="18" charset="2"/>
                </a:rPr>
                <a:t></a:t>
              </a:r>
              <a:r>
                <a:rPr lang="en-US"/>
                <a:t> </a:t>
              </a:r>
              <a:r>
                <a:rPr lang="en-US">
                  <a:latin typeface="VNI-Times" pitchFamily="2" charset="0"/>
                </a:rPr>
                <a:t>heát neân vieát laïi heát</a:t>
              </a:r>
            </a:p>
          </p:txBody>
        </p:sp>
        <p:sp>
          <p:nvSpPr>
            <p:cNvPr id="79450" name="Line 602"/>
            <p:cNvSpPr>
              <a:spLocks noChangeShapeType="1"/>
            </p:cNvSpPr>
            <p:nvPr/>
          </p:nvSpPr>
          <p:spPr bwMode="auto">
            <a:xfrm>
              <a:off x="3024" y="1488"/>
              <a:ext cx="2400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51" name="Line 603"/>
            <p:cNvSpPr>
              <a:spLocks noChangeShapeType="1"/>
            </p:cNvSpPr>
            <p:nvPr/>
          </p:nvSpPr>
          <p:spPr bwMode="auto">
            <a:xfrm>
              <a:off x="3024" y="1728"/>
              <a:ext cx="2400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52" name="Line 604"/>
            <p:cNvSpPr>
              <a:spLocks noChangeShapeType="1"/>
            </p:cNvSpPr>
            <p:nvPr/>
          </p:nvSpPr>
          <p:spPr bwMode="auto">
            <a:xfrm>
              <a:off x="3024" y="1968"/>
              <a:ext cx="2400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53" name="Line 605"/>
            <p:cNvSpPr>
              <a:spLocks noChangeShapeType="1"/>
            </p:cNvSpPr>
            <p:nvPr/>
          </p:nvSpPr>
          <p:spPr bwMode="auto">
            <a:xfrm>
              <a:off x="3024" y="2208"/>
              <a:ext cx="2400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54" name="Line 606"/>
            <p:cNvSpPr>
              <a:spLocks noChangeShapeType="1"/>
            </p:cNvSpPr>
            <p:nvPr/>
          </p:nvSpPr>
          <p:spPr bwMode="auto">
            <a:xfrm>
              <a:off x="3024" y="2496"/>
              <a:ext cx="2400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55" name="Line 607"/>
            <p:cNvSpPr>
              <a:spLocks noChangeShapeType="1"/>
            </p:cNvSpPr>
            <p:nvPr/>
          </p:nvSpPr>
          <p:spPr bwMode="auto">
            <a:xfrm flipV="1">
              <a:off x="3792" y="2784"/>
              <a:ext cx="0" cy="768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57" name="Line 609"/>
            <p:cNvSpPr>
              <a:spLocks noChangeShapeType="1"/>
            </p:cNvSpPr>
            <p:nvPr/>
          </p:nvSpPr>
          <p:spPr bwMode="auto">
            <a:xfrm flipV="1">
              <a:off x="4080" y="2784"/>
              <a:ext cx="0" cy="768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59" name="Line 611"/>
            <p:cNvSpPr>
              <a:spLocks noChangeShapeType="1"/>
            </p:cNvSpPr>
            <p:nvPr/>
          </p:nvSpPr>
          <p:spPr bwMode="auto">
            <a:xfrm flipH="1">
              <a:off x="2400" y="3552"/>
              <a:ext cx="1680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60" name="Line 612"/>
            <p:cNvSpPr>
              <a:spLocks noChangeShapeType="1"/>
            </p:cNvSpPr>
            <p:nvPr/>
          </p:nvSpPr>
          <p:spPr bwMode="auto">
            <a:xfrm>
              <a:off x="3024" y="1488"/>
              <a:ext cx="0" cy="2064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629"/>
          <p:cNvGrpSpPr>
            <a:grpSpLocks/>
          </p:cNvGrpSpPr>
          <p:nvPr/>
        </p:nvGrpSpPr>
        <p:grpSpPr bwMode="auto">
          <a:xfrm>
            <a:off x="3048000" y="304800"/>
            <a:ext cx="5638800" cy="4953000"/>
            <a:chOff x="1920" y="192"/>
            <a:chExt cx="3552" cy="3120"/>
          </a:xfrm>
        </p:grpSpPr>
        <p:sp>
          <p:nvSpPr>
            <p:cNvPr id="79468" name="Line 620"/>
            <p:cNvSpPr>
              <a:spLocks noChangeShapeType="1"/>
            </p:cNvSpPr>
            <p:nvPr/>
          </p:nvSpPr>
          <p:spPr bwMode="auto">
            <a:xfrm>
              <a:off x="4848" y="528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69" name="Line 621"/>
            <p:cNvSpPr>
              <a:spLocks noChangeShapeType="1"/>
            </p:cNvSpPr>
            <p:nvPr/>
          </p:nvSpPr>
          <p:spPr bwMode="auto">
            <a:xfrm>
              <a:off x="5376" y="528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70" name="Line 622"/>
            <p:cNvSpPr>
              <a:spLocks noChangeShapeType="1"/>
            </p:cNvSpPr>
            <p:nvPr/>
          </p:nvSpPr>
          <p:spPr bwMode="auto">
            <a:xfrm flipV="1">
              <a:off x="4848" y="283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71" name="Line 623"/>
            <p:cNvSpPr>
              <a:spLocks noChangeShapeType="1"/>
            </p:cNvSpPr>
            <p:nvPr/>
          </p:nvSpPr>
          <p:spPr bwMode="auto">
            <a:xfrm flipH="1">
              <a:off x="2880" y="3312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72" name="Line 624"/>
            <p:cNvSpPr>
              <a:spLocks noChangeShapeType="1"/>
            </p:cNvSpPr>
            <p:nvPr/>
          </p:nvSpPr>
          <p:spPr bwMode="auto">
            <a:xfrm flipV="1">
              <a:off x="2880" y="336"/>
              <a:ext cx="0" cy="29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73" name="Rectangle 625"/>
            <p:cNvSpPr>
              <a:spLocks noChangeArrowheads="1"/>
            </p:cNvSpPr>
            <p:nvPr/>
          </p:nvSpPr>
          <p:spPr bwMode="auto">
            <a:xfrm>
              <a:off x="4704" y="192"/>
              <a:ext cx="768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-6+2&lt;-3</a:t>
              </a:r>
            </a:p>
          </p:txBody>
        </p:sp>
        <p:sp>
          <p:nvSpPr>
            <p:cNvPr id="79474" name="Line 626"/>
            <p:cNvSpPr>
              <a:spLocks noChangeShapeType="1"/>
            </p:cNvSpPr>
            <p:nvPr/>
          </p:nvSpPr>
          <p:spPr bwMode="auto">
            <a:xfrm flipH="1">
              <a:off x="1920" y="336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75" name="Line 627"/>
            <p:cNvSpPr>
              <a:spLocks noChangeShapeType="1"/>
            </p:cNvSpPr>
            <p:nvPr/>
          </p:nvSpPr>
          <p:spPr bwMode="auto">
            <a:xfrm>
              <a:off x="1920" y="336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648"/>
          <p:cNvGrpSpPr>
            <a:grpSpLocks/>
          </p:cNvGrpSpPr>
          <p:nvPr/>
        </p:nvGrpSpPr>
        <p:grpSpPr bwMode="auto">
          <a:xfrm>
            <a:off x="1981200" y="990600"/>
            <a:ext cx="6781800" cy="4876800"/>
            <a:chOff x="1248" y="624"/>
            <a:chExt cx="4272" cy="3072"/>
          </a:xfrm>
        </p:grpSpPr>
        <p:sp>
          <p:nvSpPr>
            <p:cNvPr id="79479" name="Rectangle 631"/>
            <p:cNvSpPr>
              <a:spLocks noChangeArrowheads="1"/>
            </p:cNvSpPr>
            <p:nvPr/>
          </p:nvSpPr>
          <p:spPr bwMode="auto">
            <a:xfrm>
              <a:off x="1248" y="3168"/>
              <a:ext cx="1104" cy="528"/>
            </a:xfrm>
            <a:prstGeom prst="rect">
              <a:avLst/>
            </a:prstGeom>
            <a:noFill/>
            <a:ln w="9525">
              <a:solidFill>
                <a:srgbClr val="FF66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1+2&gt;-3</a:t>
              </a:r>
            </a:p>
            <a:p>
              <a:pPr algn="ctr"/>
              <a:r>
                <a:rPr lang="en-US"/>
                <a:t>7+2&gt;1</a:t>
              </a:r>
            </a:p>
            <a:p>
              <a:pPr algn="ctr"/>
              <a:r>
                <a:rPr lang="en-US"/>
                <a:t>4+2&gt;0</a:t>
              </a:r>
            </a:p>
          </p:txBody>
        </p:sp>
        <p:sp>
          <p:nvSpPr>
            <p:cNvPr id="79480" name="Line 632"/>
            <p:cNvSpPr>
              <a:spLocks noChangeShapeType="1"/>
            </p:cNvSpPr>
            <p:nvPr/>
          </p:nvSpPr>
          <p:spPr bwMode="auto">
            <a:xfrm flipV="1">
              <a:off x="4320" y="278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82" name="Line 634"/>
            <p:cNvSpPr>
              <a:spLocks noChangeShapeType="1"/>
            </p:cNvSpPr>
            <p:nvPr/>
          </p:nvSpPr>
          <p:spPr bwMode="auto">
            <a:xfrm flipV="1">
              <a:off x="4608" y="278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83" name="Line 635"/>
            <p:cNvSpPr>
              <a:spLocks noChangeShapeType="1"/>
            </p:cNvSpPr>
            <p:nvPr/>
          </p:nvSpPr>
          <p:spPr bwMode="auto">
            <a:xfrm flipV="1">
              <a:off x="5232" y="278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84" name="Line 636"/>
            <p:cNvSpPr>
              <a:spLocks noChangeShapeType="1"/>
            </p:cNvSpPr>
            <p:nvPr/>
          </p:nvSpPr>
          <p:spPr bwMode="auto">
            <a:xfrm>
              <a:off x="4320" y="62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85" name="Line 637"/>
            <p:cNvSpPr>
              <a:spLocks noChangeShapeType="1"/>
            </p:cNvSpPr>
            <p:nvPr/>
          </p:nvSpPr>
          <p:spPr bwMode="auto">
            <a:xfrm>
              <a:off x="4560" y="62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86" name="Line 638"/>
            <p:cNvSpPr>
              <a:spLocks noChangeShapeType="1"/>
            </p:cNvSpPr>
            <p:nvPr/>
          </p:nvSpPr>
          <p:spPr bwMode="auto">
            <a:xfrm>
              <a:off x="5088" y="62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87" name="Line 639"/>
            <p:cNvSpPr>
              <a:spLocks noChangeShapeType="1"/>
            </p:cNvSpPr>
            <p:nvPr/>
          </p:nvSpPr>
          <p:spPr bwMode="auto">
            <a:xfrm flipH="1">
              <a:off x="1248" y="624"/>
              <a:ext cx="4272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89" name="Line 641"/>
            <p:cNvSpPr>
              <a:spLocks noChangeShapeType="1"/>
            </p:cNvSpPr>
            <p:nvPr/>
          </p:nvSpPr>
          <p:spPr bwMode="auto">
            <a:xfrm>
              <a:off x="1248" y="62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90" name="Line 642"/>
            <p:cNvSpPr>
              <a:spLocks noChangeShapeType="1"/>
            </p:cNvSpPr>
            <p:nvPr/>
          </p:nvSpPr>
          <p:spPr bwMode="auto">
            <a:xfrm>
              <a:off x="1488" y="62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91" name="Line 643"/>
            <p:cNvSpPr>
              <a:spLocks noChangeShapeType="1"/>
            </p:cNvSpPr>
            <p:nvPr/>
          </p:nvSpPr>
          <p:spPr bwMode="auto">
            <a:xfrm>
              <a:off x="2016" y="62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92" name="Line 644"/>
            <p:cNvSpPr>
              <a:spLocks noChangeShapeType="1"/>
            </p:cNvSpPr>
            <p:nvPr/>
          </p:nvSpPr>
          <p:spPr bwMode="auto">
            <a:xfrm>
              <a:off x="2736" y="624"/>
              <a:ext cx="0" cy="283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93" name="Line 645"/>
            <p:cNvSpPr>
              <a:spLocks noChangeShapeType="1"/>
            </p:cNvSpPr>
            <p:nvPr/>
          </p:nvSpPr>
          <p:spPr bwMode="auto">
            <a:xfrm flipH="1">
              <a:off x="2352" y="3456"/>
              <a:ext cx="2880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95" name="Line 647"/>
            <p:cNvSpPr>
              <a:spLocks noChangeShapeType="1"/>
            </p:cNvSpPr>
            <p:nvPr/>
          </p:nvSpPr>
          <p:spPr bwMode="auto">
            <a:xfrm>
              <a:off x="5520" y="62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9499" name="Rectangle 651"/>
          <p:cNvSpPr>
            <a:spLocks noChangeArrowheads="1"/>
          </p:cNvSpPr>
          <p:nvPr/>
        </p:nvSpPr>
        <p:spPr bwMode="auto">
          <a:xfrm>
            <a:off x="5715000" y="5257800"/>
            <a:ext cx="2362200" cy="5334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>
                <a:latin typeface="VNI-Times" pitchFamily="2" charset="0"/>
              </a:rPr>
              <a:t>Coù L</a:t>
            </a:r>
            <a:r>
              <a:rPr lang="en-US" sz="2800" baseline="-25000">
                <a:latin typeface="VNI-Times" pitchFamily="2" charset="0"/>
              </a:rPr>
              <a:t>6</a:t>
            </a:r>
            <a:r>
              <a:rPr lang="en-US" sz="2800">
                <a:latin typeface="VNI-Times" pitchFamily="2" charset="0"/>
              </a:rPr>
              <a:t>. Tìm P</a:t>
            </a:r>
            <a:r>
              <a:rPr lang="en-US" sz="2800" baseline="-25000">
                <a:latin typeface="VNI-Times" pitchFamily="2" charset="0"/>
              </a:rPr>
              <a:t>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9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93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38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4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9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in)">
                                      <p:cBhvr>
                                        <p:cTn id="6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7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147" grpId="0" animBg="1"/>
      <p:bldP spid="79380" grpId="0"/>
      <p:bldP spid="79385" grpId="0"/>
      <p:bldP spid="79390" grpId="0"/>
      <p:bldP spid="79415" grpId="0"/>
      <p:bldP spid="7949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31" name="Rectangle 87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655638"/>
          </a:xfrm>
        </p:spPr>
        <p:txBody>
          <a:bodyPr>
            <a:normAutofit fontScale="90000"/>
          </a:bodyPr>
          <a:lstStyle/>
          <a:p>
            <a:r>
              <a:rPr lang="en-US" sz="4000">
                <a:solidFill>
                  <a:srgbClr val="0000FF"/>
                </a:solidFill>
                <a:latin typeface="VNI-Times" pitchFamily="2" charset="0"/>
              </a:rPr>
              <a:t>VÍ DUÏ</a:t>
            </a:r>
          </a:p>
        </p:txBody>
      </p:sp>
      <p:graphicFrame>
        <p:nvGraphicFramePr>
          <p:cNvPr id="31836" name="Group 92"/>
          <p:cNvGraphicFramePr>
            <a:graphicFrameLocks noGrp="1"/>
          </p:cNvGraphicFramePr>
          <p:nvPr>
            <p:ph idx="1"/>
          </p:nvPr>
        </p:nvGraphicFramePr>
        <p:xfrm>
          <a:off x="2286000" y="1981200"/>
          <a:ext cx="4572000" cy="3962400"/>
        </p:xfrm>
        <a:graphic>
          <a:graphicData uri="http://schemas.openxmlformats.org/drawingml/2006/table">
            <a:tbl>
              <a:tblPr/>
              <a:tblGrid>
                <a:gridCol w="668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-1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-4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-3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-6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834" name="Rectangle 90"/>
          <p:cNvSpPr>
            <a:spLocks noChangeArrowheads="1"/>
          </p:cNvSpPr>
          <p:nvPr/>
        </p:nvSpPr>
        <p:spPr bwMode="auto">
          <a:xfrm>
            <a:off x="2133600" y="1066800"/>
            <a:ext cx="457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Font typeface="Wingdings 2" pitchFamily="18" charset="2"/>
              <a:buChar char="C"/>
            </a:pPr>
            <a:r>
              <a:rPr lang="en-US" sz="2000" b="1">
                <a:latin typeface="VNI-Times" pitchFamily="2" charset="0"/>
              </a:rPr>
              <a:t> </a:t>
            </a:r>
            <a:r>
              <a:rPr lang="en-US" sz="2800" b="1">
                <a:latin typeface="VNI-Times" pitchFamily="2" charset="0"/>
              </a:rPr>
              <a:t>Tìm ñöôøng ñi ngaén nhaát</a:t>
            </a:r>
          </a:p>
          <a:p>
            <a:pPr algn="ctr">
              <a:buFont typeface="Wingdings 2" pitchFamily="18" charset="2"/>
              <a:buNone/>
            </a:pPr>
            <a:r>
              <a:rPr lang="en-US" sz="2800" b="1">
                <a:latin typeface="VNI-Times" pitchFamily="2" charset="0"/>
              </a:rPr>
              <a:t>       cuûa ñoà thò vôùi ma traän sau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1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34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8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438650" y="485775"/>
            <a:ext cx="3257550" cy="1038225"/>
          </a:xfrm>
          <a:noFill/>
          <a:ln/>
        </p:spPr>
      </p:pic>
      <p:graphicFrame>
        <p:nvGraphicFramePr>
          <p:cNvPr id="42170" name="Group 186"/>
          <p:cNvGraphicFramePr>
            <a:graphicFrameLocks noGrp="1"/>
          </p:cNvGraphicFramePr>
          <p:nvPr>
            <p:ph sz="quarter" idx="2"/>
          </p:nvPr>
        </p:nvGraphicFramePr>
        <p:xfrm>
          <a:off x="533400" y="4191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-1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2171" name="Rectangle 187"/>
          <p:cNvSpPr>
            <a:spLocks noChangeArrowheads="1"/>
          </p:cNvSpPr>
          <p:nvPr/>
        </p:nvSpPr>
        <p:spPr bwMode="auto">
          <a:xfrm>
            <a:off x="1066800" y="87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2172" name="Rectangle 188"/>
          <p:cNvSpPr>
            <a:spLocks noChangeArrowheads="1"/>
          </p:cNvSpPr>
          <p:nvPr/>
        </p:nvSpPr>
        <p:spPr bwMode="auto">
          <a:xfrm>
            <a:off x="10668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73" name="Rectangle 189"/>
          <p:cNvSpPr>
            <a:spLocks noChangeArrowheads="1"/>
          </p:cNvSpPr>
          <p:nvPr/>
        </p:nvSpPr>
        <p:spPr bwMode="auto">
          <a:xfrm>
            <a:off x="10668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75" name="Rectangle 191"/>
          <p:cNvSpPr>
            <a:spLocks noChangeArrowheads="1"/>
          </p:cNvSpPr>
          <p:nvPr/>
        </p:nvSpPr>
        <p:spPr bwMode="auto">
          <a:xfrm>
            <a:off x="1066800" y="23241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76" name="Rectangle 192"/>
          <p:cNvSpPr>
            <a:spLocks noChangeArrowheads="1"/>
          </p:cNvSpPr>
          <p:nvPr/>
        </p:nvSpPr>
        <p:spPr bwMode="auto">
          <a:xfrm>
            <a:off x="10668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77" name="Rectangle 193"/>
          <p:cNvSpPr>
            <a:spLocks noChangeArrowheads="1"/>
          </p:cNvSpPr>
          <p:nvPr/>
        </p:nvSpPr>
        <p:spPr bwMode="auto">
          <a:xfrm>
            <a:off x="1066800" y="2857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42179" name="Rectangle 195"/>
          <p:cNvSpPr>
            <a:spLocks noChangeArrowheads="1"/>
          </p:cNvSpPr>
          <p:nvPr/>
        </p:nvSpPr>
        <p:spPr bwMode="auto">
          <a:xfrm>
            <a:off x="10668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42180" name="Rectangle 196"/>
          <p:cNvSpPr>
            <a:spLocks noChangeArrowheads="1"/>
          </p:cNvSpPr>
          <p:nvPr/>
        </p:nvSpPr>
        <p:spPr bwMode="auto">
          <a:xfrm>
            <a:off x="1447800" y="87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42181" name="Rectangle 197"/>
          <p:cNvSpPr>
            <a:spLocks noChangeArrowheads="1"/>
          </p:cNvSpPr>
          <p:nvPr/>
        </p:nvSpPr>
        <p:spPr bwMode="auto">
          <a:xfrm>
            <a:off x="14478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2182" name="Rectangle 198"/>
          <p:cNvSpPr>
            <a:spLocks noChangeArrowheads="1"/>
          </p:cNvSpPr>
          <p:nvPr/>
        </p:nvSpPr>
        <p:spPr bwMode="auto">
          <a:xfrm>
            <a:off x="14478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83" name="Rectangle 199"/>
          <p:cNvSpPr>
            <a:spLocks noChangeArrowheads="1"/>
          </p:cNvSpPr>
          <p:nvPr/>
        </p:nvSpPr>
        <p:spPr bwMode="auto">
          <a:xfrm>
            <a:off x="14478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84" name="Rectangle 200"/>
          <p:cNvSpPr>
            <a:spLocks noChangeArrowheads="1"/>
          </p:cNvSpPr>
          <p:nvPr/>
        </p:nvSpPr>
        <p:spPr bwMode="auto">
          <a:xfrm>
            <a:off x="14478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85" name="Rectangle 201"/>
          <p:cNvSpPr>
            <a:spLocks noChangeArrowheads="1"/>
          </p:cNvSpPr>
          <p:nvPr/>
        </p:nvSpPr>
        <p:spPr bwMode="auto">
          <a:xfrm>
            <a:off x="1447800" y="2857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86" name="Rectangle 202"/>
          <p:cNvSpPr>
            <a:spLocks noChangeArrowheads="1"/>
          </p:cNvSpPr>
          <p:nvPr/>
        </p:nvSpPr>
        <p:spPr bwMode="auto">
          <a:xfrm>
            <a:off x="14478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88" name="Rectangle 204"/>
          <p:cNvSpPr>
            <a:spLocks noChangeArrowheads="1"/>
          </p:cNvSpPr>
          <p:nvPr/>
        </p:nvSpPr>
        <p:spPr bwMode="auto">
          <a:xfrm>
            <a:off x="1905000" y="87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90" name="Rectangle 206"/>
          <p:cNvSpPr>
            <a:spLocks noChangeArrowheads="1"/>
          </p:cNvSpPr>
          <p:nvPr/>
        </p:nvSpPr>
        <p:spPr bwMode="auto">
          <a:xfrm>
            <a:off x="19050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-4</a:t>
            </a:r>
          </a:p>
        </p:txBody>
      </p:sp>
      <p:sp>
        <p:nvSpPr>
          <p:cNvPr id="42191" name="Rectangle 207"/>
          <p:cNvSpPr>
            <a:spLocks noChangeArrowheads="1"/>
          </p:cNvSpPr>
          <p:nvPr/>
        </p:nvSpPr>
        <p:spPr bwMode="auto">
          <a:xfrm>
            <a:off x="19050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2192" name="Rectangle 208"/>
          <p:cNvSpPr>
            <a:spLocks noChangeArrowheads="1"/>
          </p:cNvSpPr>
          <p:nvPr/>
        </p:nvSpPr>
        <p:spPr bwMode="auto">
          <a:xfrm>
            <a:off x="19050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93" name="Rectangle 209"/>
          <p:cNvSpPr>
            <a:spLocks noChangeArrowheads="1"/>
          </p:cNvSpPr>
          <p:nvPr/>
        </p:nvSpPr>
        <p:spPr bwMode="auto">
          <a:xfrm>
            <a:off x="19050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94" name="Rectangle 210"/>
          <p:cNvSpPr>
            <a:spLocks noChangeArrowheads="1"/>
          </p:cNvSpPr>
          <p:nvPr/>
        </p:nvSpPr>
        <p:spPr bwMode="auto">
          <a:xfrm>
            <a:off x="1905000" y="2857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95" name="Rectangle 211"/>
          <p:cNvSpPr>
            <a:spLocks noChangeArrowheads="1"/>
          </p:cNvSpPr>
          <p:nvPr/>
        </p:nvSpPr>
        <p:spPr bwMode="auto">
          <a:xfrm>
            <a:off x="19050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  <a:endParaRPr lang="en-US"/>
          </a:p>
        </p:txBody>
      </p:sp>
      <p:sp>
        <p:nvSpPr>
          <p:cNvPr id="42196" name="Rectangle 212"/>
          <p:cNvSpPr>
            <a:spLocks noChangeArrowheads="1"/>
          </p:cNvSpPr>
          <p:nvPr/>
        </p:nvSpPr>
        <p:spPr bwMode="auto">
          <a:xfrm>
            <a:off x="22860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98" name="Rectangle 214"/>
          <p:cNvSpPr>
            <a:spLocks noChangeArrowheads="1"/>
          </p:cNvSpPr>
          <p:nvPr/>
        </p:nvSpPr>
        <p:spPr bwMode="auto">
          <a:xfrm>
            <a:off x="2286000" y="87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199" name="Rectangle 215"/>
          <p:cNvSpPr>
            <a:spLocks noChangeArrowheads="1"/>
          </p:cNvSpPr>
          <p:nvPr/>
        </p:nvSpPr>
        <p:spPr bwMode="auto">
          <a:xfrm>
            <a:off x="22860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42200" name="Rectangle 216"/>
          <p:cNvSpPr>
            <a:spLocks noChangeArrowheads="1"/>
          </p:cNvSpPr>
          <p:nvPr/>
        </p:nvSpPr>
        <p:spPr bwMode="auto">
          <a:xfrm>
            <a:off x="22860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42201" name="Rectangle 217"/>
          <p:cNvSpPr>
            <a:spLocks noChangeArrowheads="1"/>
          </p:cNvSpPr>
          <p:nvPr/>
        </p:nvSpPr>
        <p:spPr bwMode="auto">
          <a:xfrm>
            <a:off x="22860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02" name="Rectangle 218"/>
          <p:cNvSpPr>
            <a:spLocks noChangeArrowheads="1"/>
          </p:cNvSpPr>
          <p:nvPr/>
        </p:nvSpPr>
        <p:spPr bwMode="auto">
          <a:xfrm>
            <a:off x="2286000" y="2857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42203" name="Rectangle 219"/>
          <p:cNvSpPr>
            <a:spLocks noChangeArrowheads="1"/>
          </p:cNvSpPr>
          <p:nvPr/>
        </p:nvSpPr>
        <p:spPr bwMode="auto">
          <a:xfrm>
            <a:off x="22860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42204" name="Rectangle 220"/>
          <p:cNvSpPr>
            <a:spLocks noChangeArrowheads="1"/>
          </p:cNvSpPr>
          <p:nvPr/>
        </p:nvSpPr>
        <p:spPr bwMode="auto">
          <a:xfrm>
            <a:off x="2743200" y="87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05" name="Rectangle 221"/>
          <p:cNvSpPr>
            <a:spLocks noChangeArrowheads="1"/>
          </p:cNvSpPr>
          <p:nvPr/>
        </p:nvSpPr>
        <p:spPr bwMode="auto">
          <a:xfrm>
            <a:off x="27432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06" name="Rectangle 222"/>
          <p:cNvSpPr>
            <a:spLocks noChangeArrowheads="1"/>
          </p:cNvSpPr>
          <p:nvPr/>
        </p:nvSpPr>
        <p:spPr bwMode="auto">
          <a:xfrm>
            <a:off x="27432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08" name="Rectangle 224"/>
          <p:cNvSpPr>
            <a:spLocks noChangeArrowheads="1"/>
          </p:cNvSpPr>
          <p:nvPr/>
        </p:nvSpPr>
        <p:spPr bwMode="auto">
          <a:xfrm>
            <a:off x="27432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42209" name="Rectangle 225"/>
          <p:cNvSpPr>
            <a:spLocks noChangeArrowheads="1"/>
          </p:cNvSpPr>
          <p:nvPr/>
        </p:nvSpPr>
        <p:spPr bwMode="auto">
          <a:xfrm>
            <a:off x="27432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42210" name="Rectangle 226"/>
          <p:cNvSpPr>
            <a:spLocks noChangeArrowheads="1"/>
          </p:cNvSpPr>
          <p:nvPr/>
        </p:nvSpPr>
        <p:spPr bwMode="auto">
          <a:xfrm>
            <a:off x="2743200" y="2857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42211" name="Rectangle 227"/>
          <p:cNvSpPr>
            <a:spLocks noChangeArrowheads="1"/>
          </p:cNvSpPr>
          <p:nvPr/>
        </p:nvSpPr>
        <p:spPr bwMode="auto">
          <a:xfrm>
            <a:off x="27432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sp>
        <p:nvSpPr>
          <p:cNvPr id="42212" name="Rectangle 228"/>
          <p:cNvSpPr>
            <a:spLocks noChangeArrowheads="1"/>
          </p:cNvSpPr>
          <p:nvPr/>
        </p:nvSpPr>
        <p:spPr bwMode="auto">
          <a:xfrm>
            <a:off x="3124200" y="87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42213" name="Rectangle 229"/>
          <p:cNvSpPr>
            <a:spLocks noChangeArrowheads="1"/>
          </p:cNvSpPr>
          <p:nvPr/>
        </p:nvSpPr>
        <p:spPr bwMode="auto">
          <a:xfrm>
            <a:off x="31242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14" name="Rectangle 230"/>
          <p:cNvSpPr>
            <a:spLocks noChangeArrowheads="1"/>
          </p:cNvSpPr>
          <p:nvPr/>
        </p:nvSpPr>
        <p:spPr bwMode="auto">
          <a:xfrm>
            <a:off x="31242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42215" name="Rectangle 231"/>
          <p:cNvSpPr>
            <a:spLocks noChangeArrowheads="1"/>
          </p:cNvSpPr>
          <p:nvPr/>
        </p:nvSpPr>
        <p:spPr bwMode="auto">
          <a:xfrm>
            <a:off x="31242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16" name="Rectangle 232"/>
          <p:cNvSpPr>
            <a:spLocks noChangeArrowheads="1"/>
          </p:cNvSpPr>
          <p:nvPr/>
        </p:nvSpPr>
        <p:spPr bwMode="auto">
          <a:xfrm>
            <a:off x="31242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17" name="Rectangle 233"/>
          <p:cNvSpPr>
            <a:spLocks noChangeArrowheads="1"/>
          </p:cNvSpPr>
          <p:nvPr/>
        </p:nvSpPr>
        <p:spPr bwMode="auto">
          <a:xfrm>
            <a:off x="3124200" y="2857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42218" name="Rectangle 234"/>
          <p:cNvSpPr>
            <a:spLocks noChangeArrowheads="1"/>
          </p:cNvSpPr>
          <p:nvPr/>
        </p:nvSpPr>
        <p:spPr bwMode="auto">
          <a:xfrm>
            <a:off x="31242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42219" name="Rectangle 235"/>
          <p:cNvSpPr>
            <a:spLocks noChangeArrowheads="1"/>
          </p:cNvSpPr>
          <p:nvPr/>
        </p:nvSpPr>
        <p:spPr bwMode="auto">
          <a:xfrm>
            <a:off x="3581400" y="87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42220" name="Rectangle 236"/>
          <p:cNvSpPr>
            <a:spLocks noChangeArrowheads="1"/>
          </p:cNvSpPr>
          <p:nvPr/>
        </p:nvSpPr>
        <p:spPr bwMode="auto">
          <a:xfrm>
            <a:off x="35814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21" name="Rectangle 237"/>
          <p:cNvSpPr>
            <a:spLocks noChangeArrowheads="1"/>
          </p:cNvSpPr>
          <p:nvPr/>
        </p:nvSpPr>
        <p:spPr bwMode="auto">
          <a:xfrm>
            <a:off x="35814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22" name="Rectangle 238"/>
          <p:cNvSpPr>
            <a:spLocks noChangeArrowheads="1"/>
          </p:cNvSpPr>
          <p:nvPr/>
        </p:nvSpPr>
        <p:spPr bwMode="auto">
          <a:xfrm>
            <a:off x="35814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23" name="Rectangle 239"/>
          <p:cNvSpPr>
            <a:spLocks noChangeArrowheads="1"/>
          </p:cNvSpPr>
          <p:nvPr/>
        </p:nvSpPr>
        <p:spPr bwMode="auto">
          <a:xfrm>
            <a:off x="35814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24" name="Rectangle 240"/>
          <p:cNvSpPr>
            <a:spLocks noChangeArrowheads="1"/>
          </p:cNvSpPr>
          <p:nvPr/>
        </p:nvSpPr>
        <p:spPr bwMode="auto">
          <a:xfrm>
            <a:off x="3581400" y="2857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225" name="Rectangle 241"/>
          <p:cNvSpPr>
            <a:spLocks noChangeArrowheads="1"/>
          </p:cNvSpPr>
          <p:nvPr/>
        </p:nvSpPr>
        <p:spPr bwMode="auto">
          <a:xfrm>
            <a:off x="35814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graphicFrame>
        <p:nvGraphicFramePr>
          <p:cNvPr id="42434" name="Group 450"/>
          <p:cNvGraphicFramePr>
            <a:graphicFrameLocks noGrp="1"/>
          </p:cNvGraphicFramePr>
          <p:nvPr>
            <p:ph sz="quarter" idx="3"/>
          </p:nvPr>
        </p:nvGraphicFramePr>
        <p:xfrm>
          <a:off x="5105400" y="20955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0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2448" name="Rectangle 464"/>
          <p:cNvSpPr>
            <a:spLocks noChangeArrowheads="1"/>
          </p:cNvSpPr>
          <p:nvPr/>
        </p:nvSpPr>
        <p:spPr bwMode="auto">
          <a:xfrm>
            <a:off x="56388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42449" name="Rectangle 465"/>
          <p:cNvSpPr>
            <a:spLocks noChangeArrowheads="1"/>
          </p:cNvSpPr>
          <p:nvPr/>
        </p:nvSpPr>
        <p:spPr bwMode="auto">
          <a:xfrm>
            <a:off x="56388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42451" name="Rectangle 467"/>
          <p:cNvSpPr>
            <a:spLocks noChangeArrowheads="1"/>
          </p:cNvSpPr>
          <p:nvPr/>
        </p:nvSpPr>
        <p:spPr bwMode="auto">
          <a:xfrm>
            <a:off x="56388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2452" name="Rectangle 468"/>
          <p:cNvSpPr>
            <a:spLocks noChangeArrowheads="1"/>
          </p:cNvSpPr>
          <p:nvPr/>
        </p:nvSpPr>
        <p:spPr bwMode="auto">
          <a:xfrm>
            <a:off x="56388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453" name="Rectangle 469"/>
          <p:cNvSpPr>
            <a:spLocks noChangeArrowheads="1"/>
          </p:cNvSpPr>
          <p:nvPr/>
        </p:nvSpPr>
        <p:spPr bwMode="auto">
          <a:xfrm>
            <a:off x="56388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454" name="Rectangle 470"/>
          <p:cNvSpPr>
            <a:spLocks noChangeArrowheads="1"/>
          </p:cNvSpPr>
          <p:nvPr/>
        </p:nvSpPr>
        <p:spPr bwMode="auto">
          <a:xfrm>
            <a:off x="5638800" y="40005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455" name="Rectangle 471"/>
          <p:cNvSpPr>
            <a:spLocks noChangeArrowheads="1"/>
          </p:cNvSpPr>
          <p:nvPr/>
        </p:nvSpPr>
        <p:spPr bwMode="auto">
          <a:xfrm>
            <a:off x="56388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456" name="Rectangle 472"/>
          <p:cNvSpPr>
            <a:spLocks noChangeArrowheads="1"/>
          </p:cNvSpPr>
          <p:nvPr/>
        </p:nvSpPr>
        <p:spPr bwMode="auto">
          <a:xfrm>
            <a:off x="60198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42457" name="Rectangle 473"/>
          <p:cNvSpPr>
            <a:spLocks noChangeArrowheads="1"/>
          </p:cNvSpPr>
          <p:nvPr/>
        </p:nvSpPr>
        <p:spPr bwMode="auto">
          <a:xfrm>
            <a:off x="64770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458" name="Rectangle 474"/>
          <p:cNvSpPr>
            <a:spLocks noChangeArrowheads="1"/>
          </p:cNvSpPr>
          <p:nvPr/>
        </p:nvSpPr>
        <p:spPr bwMode="auto">
          <a:xfrm>
            <a:off x="68580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459" name="Rectangle 475"/>
          <p:cNvSpPr>
            <a:spLocks noChangeArrowheads="1"/>
          </p:cNvSpPr>
          <p:nvPr/>
        </p:nvSpPr>
        <p:spPr bwMode="auto">
          <a:xfrm>
            <a:off x="73152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460" name="Rectangle 476"/>
          <p:cNvSpPr>
            <a:spLocks noChangeArrowheads="1"/>
          </p:cNvSpPr>
          <p:nvPr/>
        </p:nvSpPr>
        <p:spPr bwMode="auto">
          <a:xfrm>
            <a:off x="76962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42461" name="Rectangle 477"/>
          <p:cNvSpPr>
            <a:spLocks noChangeArrowheads="1"/>
          </p:cNvSpPr>
          <p:nvPr/>
        </p:nvSpPr>
        <p:spPr bwMode="auto">
          <a:xfrm>
            <a:off x="81534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42464" name="Rectangle 480"/>
          <p:cNvSpPr>
            <a:spLocks noChangeArrowheads="1"/>
          </p:cNvSpPr>
          <p:nvPr/>
        </p:nvSpPr>
        <p:spPr bwMode="auto">
          <a:xfrm>
            <a:off x="60198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2506" name="Rectangle 522"/>
          <p:cNvSpPr>
            <a:spLocks noChangeArrowheads="1"/>
          </p:cNvSpPr>
          <p:nvPr/>
        </p:nvSpPr>
        <p:spPr bwMode="auto">
          <a:xfrm>
            <a:off x="60198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07" name="Rectangle 523"/>
          <p:cNvSpPr>
            <a:spLocks noChangeArrowheads="1"/>
          </p:cNvSpPr>
          <p:nvPr/>
        </p:nvSpPr>
        <p:spPr bwMode="auto">
          <a:xfrm>
            <a:off x="152400" y="8001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2508" name="Rectangle 524"/>
          <p:cNvSpPr>
            <a:spLocks noChangeArrowheads="1"/>
          </p:cNvSpPr>
          <p:nvPr/>
        </p:nvSpPr>
        <p:spPr bwMode="auto">
          <a:xfrm>
            <a:off x="1143000" y="381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2509" name="Rectangle 525"/>
          <p:cNvSpPr>
            <a:spLocks noChangeArrowheads="1"/>
          </p:cNvSpPr>
          <p:nvPr/>
        </p:nvSpPr>
        <p:spPr bwMode="auto">
          <a:xfrm>
            <a:off x="1447800" y="381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2510" name="Rectangle 526"/>
          <p:cNvSpPr>
            <a:spLocks noChangeArrowheads="1"/>
          </p:cNvSpPr>
          <p:nvPr/>
        </p:nvSpPr>
        <p:spPr bwMode="auto">
          <a:xfrm>
            <a:off x="1905000" y="381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2511" name="Rectangle 527"/>
          <p:cNvSpPr>
            <a:spLocks noChangeArrowheads="1"/>
          </p:cNvSpPr>
          <p:nvPr/>
        </p:nvSpPr>
        <p:spPr bwMode="auto">
          <a:xfrm>
            <a:off x="2362200" y="381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2512" name="Rectangle 528"/>
          <p:cNvSpPr>
            <a:spLocks noChangeArrowheads="1"/>
          </p:cNvSpPr>
          <p:nvPr/>
        </p:nvSpPr>
        <p:spPr bwMode="auto">
          <a:xfrm>
            <a:off x="2819400" y="381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2513" name="Rectangle 529"/>
          <p:cNvSpPr>
            <a:spLocks noChangeArrowheads="1"/>
          </p:cNvSpPr>
          <p:nvPr/>
        </p:nvSpPr>
        <p:spPr bwMode="auto">
          <a:xfrm>
            <a:off x="3200400" y="381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2514" name="Rectangle 530"/>
          <p:cNvSpPr>
            <a:spLocks noChangeArrowheads="1"/>
          </p:cNvSpPr>
          <p:nvPr/>
        </p:nvSpPr>
        <p:spPr bwMode="auto">
          <a:xfrm>
            <a:off x="3581400" y="381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2516" name="Rectangle 532"/>
          <p:cNvSpPr>
            <a:spLocks noChangeArrowheads="1"/>
          </p:cNvSpPr>
          <p:nvPr/>
        </p:nvSpPr>
        <p:spPr bwMode="auto">
          <a:xfrm>
            <a:off x="152400" y="11811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grpSp>
        <p:nvGrpSpPr>
          <p:cNvPr id="2" name="Group 548"/>
          <p:cNvGrpSpPr>
            <a:grpSpLocks/>
          </p:cNvGrpSpPr>
          <p:nvPr/>
        </p:nvGrpSpPr>
        <p:grpSpPr bwMode="auto">
          <a:xfrm>
            <a:off x="4800600" y="1790700"/>
            <a:ext cx="3581400" cy="3352800"/>
            <a:chOff x="2544" y="1008"/>
            <a:chExt cx="2256" cy="2112"/>
          </a:xfrm>
        </p:grpSpPr>
        <p:sp>
          <p:nvSpPr>
            <p:cNvPr id="42517" name="Rectangle 533"/>
            <p:cNvSpPr>
              <a:spLocks noChangeArrowheads="1"/>
            </p:cNvSpPr>
            <p:nvPr/>
          </p:nvSpPr>
          <p:spPr bwMode="auto">
            <a:xfrm>
              <a:off x="2544" y="1488"/>
              <a:ext cx="19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42519" name="Rectangle 535"/>
            <p:cNvSpPr>
              <a:spLocks noChangeArrowheads="1"/>
            </p:cNvSpPr>
            <p:nvPr/>
          </p:nvSpPr>
          <p:spPr bwMode="auto">
            <a:xfrm>
              <a:off x="3120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42520" name="Rectangle 536"/>
            <p:cNvSpPr>
              <a:spLocks noChangeArrowheads="1"/>
            </p:cNvSpPr>
            <p:nvPr/>
          </p:nvSpPr>
          <p:spPr bwMode="auto">
            <a:xfrm>
              <a:off x="3360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42521" name="Rectangle 537"/>
            <p:cNvSpPr>
              <a:spLocks noChangeArrowheads="1"/>
            </p:cNvSpPr>
            <p:nvPr/>
          </p:nvSpPr>
          <p:spPr bwMode="auto">
            <a:xfrm>
              <a:off x="3600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42522" name="Rectangle 538"/>
            <p:cNvSpPr>
              <a:spLocks noChangeArrowheads="1"/>
            </p:cNvSpPr>
            <p:nvPr/>
          </p:nvSpPr>
          <p:spPr bwMode="auto">
            <a:xfrm>
              <a:off x="3888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42523" name="Rectangle 539"/>
            <p:cNvSpPr>
              <a:spLocks noChangeArrowheads="1"/>
            </p:cNvSpPr>
            <p:nvPr/>
          </p:nvSpPr>
          <p:spPr bwMode="auto">
            <a:xfrm>
              <a:off x="4128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42524" name="Rectangle 540"/>
            <p:cNvSpPr>
              <a:spLocks noChangeArrowheads="1"/>
            </p:cNvSpPr>
            <p:nvPr/>
          </p:nvSpPr>
          <p:spPr bwMode="auto">
            <a:xfrm>
              <a:off x="4416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42525" name="Rectangle 541"/>
            <p:cNvSpPr>
              <a:spLocks noChangeArrowheads="1"/>
            </p:cNvSpPr>
            <p:nvPr/>
          </p:nvSpPr>
          <p:spPr bwMode="auto">
            <a:xfrm>
              <a:off x="4656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42526" name="Rectangle 542"/>
            <p:cNvSpPr>
              <a:spLocks noChangeArrowheads="1"/>
            </p:cNvSpPr>
            <p:nvPr/>
          </p:nvSpPr>
          <p:spPr bwMode="auto">
            <a:xfrm>
              <a:off x="2544" y="1728"/>
              <a:ext cx="19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42527" name="Rectangle 543"/>
            <p:cNvSpPr>
              <a:spLocks noChangeArrowheads="1"/>
            </p:cNvSpPr>
            <p:nvPr/>
          </p:nvSpPr>
          <p:spPr bwMode="auto">
            <a:xfrm>
              <a:off x="2544" y="1968"/>
              <a:ext cx="19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42528" name="Rectangle 544"/>
            <p:cNvSpPr>
              <a:spLocks noChangeArrowheads="1"/>
            </p:cNvSpPr>
            <p:nvPr/>
          </p:nvSpPr>
          <p:spPr bwMode="auto">
            <a:xfrm>
              <a:off x="2544" y="2208"/>
              <a:ext cx="19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42529" name="Rectangle 545"/>
            <p:cNvSpPr>
              <a:spLocks noChangeArrowheads="1"/>
            </p:cNvSpPr>
            <p:nvPr/>
          </p:nvSpPr>
          <p:spPr bwMode="auto">
            <a:xfrm>
              <a:off x="2544" y="2496"/>
              <a:ext cx="19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42530" name="Rectangle 546"/>
            <p:cNvSpPr>
              <a:spLocks noChangeArrowheads="1"/>
            </p:cNvSpPr>
            <p:nvPr/>
          </p:nvSpPr>
          <p:spPr bwMode="auto">
            <a:xfrm>
              <a:off x="2544" y="2736"/>
              <a:ext cx="19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42531" name="Rectangle 547"/>
            <p:cNvSpPr>
              <a:spLocks noChangeArrowheads="1"/>
            </p:cNvSpPr>
            <p:nvPr/>
          </p:nvSpPr>
          <p:spPr bwMode="auto">
            <a:xfrm>
              <a:off x="2544" y="2976"/>
              <a:ext cx="19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</p:grpSp>
      <p:sp>
        <p:nvSpPr>
          <p:cNvPr id="42533" name="Rectangle 549"/>
          <p:cNvSpPr>
            <a:spLocks noChangeArrowheads="1"/>
          </p:cNvSpPr>
          <p:nvPr/>
        </p:nvSpPr>
        <p:spPr bwMode="auto">
          <a:xfrm>
            <a:off x="152400" y="1638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2534" name="Rectangle 550"/>
          <p:cNvSpPr>
            <a:spLocks noChangeArrowheads="1"/>
          </p:cNvSpPr>
          <p:nvPr/>
        </p:nvSpPr>
        <p:spPr bwMode="auto">
          <a:xfrm>
            <a:off x="152400" y="2019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2535" name="Rectangle 551"/>
          <p:cNvSpPr>
            <a:spLocks noChangeArrowheads="1"/>
          </p:cNvSpPr>
          <p:nvPr/>
        </p:nvSpPr>
        <p:spPr bwMode="auto">
          <a:xfrm>
            <a:off x="152400" y="2400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2536" name="Rectangle 552"/>
          <p:cNvSpPr>
            <a:spLocks noChangeArrowheads="1"/>
          </p:cNvSpPr>
          <p:nvPr/>
        </p:nvSpPr>
        <p:spPr bwMode="auto">
          <a:xfrm>
            <a:off x="152400" y="2781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2537" name="Rectangle 553"/>
          <p:cNvSpPr>
            <a:spLocks noChangeArrowheads="1"/>
          </p:cNvSpPr>
          <p:nvPr/>
        </p:nvSpPr>
        <p:spPr bwMode="auto">
          <a:xfrm>
            <a:off x="152400" y="3162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2538" name="Rectangle 554"/>
          <p:cNvSpPr>
            <a:spLocks noChangeArrowheads="1"/>
          </p:cNvSpPr>
          <p:nvPr/>
        </p:nvSpPr>
        <p:spPr bwMode="auto">
          <a:xfrm>
            <a:off x="60198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39" name="Rectangle 555"/>
          <p:cNvSpPr>
            <a:spLocks noChangeArrowheads="1"/>
          </p:cNvSpPr>
          <p:nvPr/>
        </p:nvSpPr>
        <p:spPr bwMode="auto">
          <a:xfrm>
            <a:off x="60198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40" name="Rectangle 556"/>
          <p:cNvSpPr>
            <a:spLocks noChangeArrowheads="1"/>
          </p:cNvSpPr>
          <p:nvPr/>
        </p:nvSpPr>
        <p:spPr bwMode="auto">
          <a:xfrm>
            <a:off x="60198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41" name="Rectangle 557"/>
          <p:cNvSpPr>
            <a:spLocks noChangeArrowheads="1"/>
          </p:cNvSpPr>
          <p:nvPr/>
        </p:nvSpPr>
        <p:spPr bwMode="auto">
          <a:xfrm>
            <a:off x="60198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42" name="Rectangle 558"/>
          <p:cNvSpPr>
            <a:spLocks noChangeArrowheads="1"/>
          </p:cNvSpPr>
          <p:nvPr/>
        </p:nvSpPr>
        <p:spPr bwMode="auto">
          <a:xfrm>
            <a:off x="64770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-4</a:t>
            </a:r>
          </a:p>
        </p:txBody>
      </p:sp>
      <p:sp>
        <p:nvSpPr>
          <p:cNvPr id="42543" name="Rectangle 559"/>
          <p:cNvSpPr>
            <a:spLocks noChangeArrowheads="1"/>
          </p:cNvSpPr>
          <p:nvPr/>
        </p:nvSpPr>
        <p:spPr bwMode="auto">
          <a:xfrm>
            <a:off x="64770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2544" name="Rectangle 560"/>
          <p:cNvSpPr>
            <a:spLocks noChangeArrowheads="1"/>
          </p:cNvSpPr>
          <p:nvPr/>
        </p:nvSpPr>
        <p:spPr bwMode="auto">
          <a:xfrm>
            <a:off x="64770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45" name="Rectangle 561"/>
          <p:cNvSpPr>
            <a:spLocks noChangeArrowheads="1"/>
          </p:cNvSpPr>
          <p:nvPr/>
        </p:nvSpPr>
        <p:spPr bwMode="auto">
          <a:xfrm>
            <a:off x="64770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46" name="Rectangle 562"/>
          <p:cNvSpPr>
            <a:spLocks noChangeArrowheads="1"/>
          </p:cNvSpPr>
          <p:nvPr/>
        </p:nvSpPr>
        <p:spPr bwMode="auto">
          <a:xfrm>
            <a:off x="64770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47" name="Rectangle 563"/>
          <p:cNvSpPr>
            <a:spLocks noChangeArrowheads="1"/>
          </p:cNvSpPr>
          <p:nvPr/>
        </p:nvSpPr>
        <p:spPr bwMode="auto">
          <a:xfrm>
            <a:off x="64770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  <a:endParaRPr lang="en-US"/>
          </a:p>
        </p:txBody>
      </p:sp>
      <p:sp>
        <p:nvSpPr>
          <p:cNvPr id="42554" name="Rectangle 570"/>
          <p:cNvSpPr>
            <a:spLocks noChangeArrowheads="1"/>
          </p:cNvSpPr>
          <p:nvPr/>
        </p:nvSpPr>
        <p:spPr bwMode="auto">
          <a:xfrm>
            <a:off x="68580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55" name="Rectangle 571"/>
          <p:cNvSpPr>
            <a:spLocks noChangeArrowheads="1"/>
          </p:cNvSpPr>
          <p:nvPr/>
        </p:nvSpPr>
        <p:spPr bwMode="auto">
          <a:xfrm>
            <a:off x="68580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42556" name="Rectangle 572"/>
          <p:cNvSpPr>
            <a:spLocks noChangeArrowheads="1"/>
          </p:cNvSpPr>
          <p:nvPr/>
        </p:nvSpPr>
        <p:spPr bwMode="auto">
          <a:xfrm>
            <a:off x="68580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42557" name="Rectangle 573"/>
          <p:cNvSpPr>
            <a:spLocks noChangeArrowheads="1"/>
          </p:cNvSpPr>
          <p:nvPr/>
        </p:nvSpPr>
        <p:spPr bwMode="auto">
          <a:xfrm>
            <a:off x="68580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58" name="Rectangle 574"/>
          <p:cNvSpPr>
            <a:spLocks noChangeArrowheads="1"/>
          </p:cNvSpPr>
          <p:nvPr/>
        </p:nvSpPr>
        <p:spPr bwMode="auto">
          <a:xfrm>
            <a:off x="68580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42559" name="Rectangle 575"/>
          <p:cNvSpPr>
            <a:spLocks noChangeArrowheads="1"/>
          </p:cNvSpPr>
          <p:nvPr/>
        </p:nvSpPr>
        <p:spPr bwMode="auto">
          <a:xfrm>
            <a:off x="68580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42560" name="Rectangle 576"/>
          <p:cNvSpPr>
            <a:spLocks noChangeArrowheads="1"/>
          </p:cNvSpPr>
          <p:nvPr/>
        </p:nvSpPr>
        <p:spPr bwMode="auto">
          <a:xfrm>
            <a:off x="73152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61" name="Rectangle 577"/>
          <p:cNvSpPr>
            <a:spLocks noChangeArrowheads="1"/>
          </p:cNvSpPr>
          <p:nvPr/>
        </p:nvSpPr>
        <p:spPr bwMode="auto">
          <a:xfrm>
            <a:off x="73152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62" name="Rectangle 578"/>
          <p:cNvSpPr>
            <a:spLocks noChangeArrowheads="1"/>
          </p:cNvSpPr>
          <p:nvPr/>
        </p:nvSpPr>
        <p:spPr bwMode="auto">
          <a:xfrm>
            <a:off x="73152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42563" name="Rectangle 579"/>
          <p:cNvSpPr>
            <a:spLocks noChangeArrowheads="1"/>
          </p:cNvSpPr>
          <p:nvPr/>
        </p:nvSpPr>
        <p:spPr bwMode="auto">
          <a:xfrm>
            <a:off x="73152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42564" name="Rectangle 580"/>
          <p:cNvSpPr>
            <a:spLocks noChangeArrowheads="1"/>
          </p:cNvSpPr>
          <p:nvPr/>
        </p:nvSpPr>
        <p:spPr bwMode="auto">
          <a:xfrm>
            <a:off x="73152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42565" name="Rectangle 581"/>
          <p:cNvSpPr>
            <a:spLocks noChangeArrowheads="1"/>
          </p:cNvSpPr>
          <p:nvPr/>
        </p:nvSpPr>
        <p:spPr bwMode="auto">
          <a:xfrm>
            <a:off x="73152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sp>
        <p:nvSpPr>
          <p:cNvPr id="42573" name="Rectangle 589"/>
          <p:cNvSpPr>
            <a:spLocks noChangeArrowheads="1"/>
          </p:cNvSpPr>
          <p:nvPr/>
        </p:nvSpPr>
        <p:spPr bwMode="auto">
          <a:xfrm>
            <a:off x="81534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74" name="Rectangle 590"/>
          <p:cNvSpPr>
            <a:spLocks noChangeArrowheads="1"/>
          </p:cNvSpPr>
          <p:nvPr/>
        </p:nvSpPr>
        <p:spPr bwMode="auto">
          <a:xfrm>
            <a:off x="81534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75" name="Rectangle 591"/>
          <p:cNvSpPr>
            <a:spLocks noChangeArrowheads="1"/>
          </p:cNvSpPr>
          <p:nvPr/>
        </p:nvSpPr>
        <p:spPr bwMode="auto">
          <a:xfrm>
            <a:off x="81534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76" name="Rectangle 592"/>
          <p:cNvSpPr>
            <a:spLocks noChangeArrowheads="1"/>
          </p:cNvSpPr>
          <p:nvPr/>
        </p:nvSpPr>
        <p:spPr bwMode="auto">
          <a:xfrm>
            <a:off x="81534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77" name="Rectangle 593"/>
          <p:cNvSpPr>
            <a:spLocks noChangeArrowheads="1"/>
          </p:cNvSpPr>
          <p:nvPr/>
        </p:nvSpPr>
        <p:spPr bwMode="auto">
          <a:xfrm>
            <a:off x="81534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78" name="Rectangle 594"/>
          <p:cNvSpPr>
            <a:spLocks noChangeArrowheads="1"/>
          </p:cNvSpPr>
          <p:nvPr/>
        </p:nvSpPr>
        <p:spPr bwMode="auto">
          <a:xfrm>
            <a:off x="81534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2596" name="Rectangle 612"/>
          <p:cNvSpPr>
            <a:spLocks noChangeArrowheads="1"/>
          </p:cNvSpPr>
          <p:nvPr/>
        </p:nvSpPr>
        <p:spPr bwMode="auto">
          <a:xfrm>
            <a:off x="76962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97" name="Rectangle 613"/>
          <p:cNvSpPr>
            <a:spLocks noChangeArrowheads="1"/>
          </p:cNvSpPr>
          <p:nvPr/>
        </p:nvSpPr>
        <p:spPr bwMode="auto">
          <a:xfrm>
            <a:off x="76962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42598" name="Rectangle 614"/>
          <p:cNvSpPr>
            <a:spLocks noChangeArrowheads="1"/>
          </p:cNvSpPr>
          <p:nvPr/>
        </p:nvSpPr>
        <p:spPr bwMode="auto">
          <a:xfrm>
            <a:off x="76962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599" name="Rectangle 615"/>
          <p:cNvSpPr>
            <a:spLocks noChangeArrowheads="1"/>
          </p:cNvSpPr>
          <p:nvPr/>
        </p:nvSpPr>
        <p:spPr bwMode="auto">
          <a:xfrm>
            <a:off x="76962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2600" name="Rectangle 616"/>
          <p:cNvSpPr>
            <a:spLocks noChangeArrowheads="1"/>
          </p:cNvSpPr>
          <p:nvPr/>
        </p:nvSpPr>
        <p:spPr bwMode="auto">
          <a:xfrm>
            <a:off x="76962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42601" name="Rectangle 617"/>
          <p:cNvSpPr>
            <a:spLocks noChangeArrowheads="1"/>
          </p:cNvSpPr>
          <p:nvPr/>
        </p:nvSpPr>
        <p:spPr bwMode="auto">
          <a:xfrm>
            <a:off x="76962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grpSp>
        <p:nvGrpSpPr>
          <p:cNvPr id="3" name="Group 670"/>
          <p:cNvGrpSpPr>
            <a:grpSpLocks/>
          </p:cNvGrpSpPr>
          <p:nvPr/>
        </p:nvGrpSpPr>
        <p:grpSpPr bwMode="auto">
          <a:xfrm>
            <a:off x="76200" y="1295400"/>
            <a:ext cx="6096000" cy="3581400"/>
            <a:chOff x="48" y="816"/>
            <a:chExt cx="3840" cy="2256"/>
          </a:xfrm>
        </p:grpSpPr>
        <p:sp>
          <p:nvSpPr>
            <p:cNvPr id="42462" name="Rectangle 478"/>
            <p:cNvSpPr>
              <a:spLocks noChangeArrowheads="1"/>
            </p:cNvSpPr>
            <p:nvPr/>
          </p:nvSpPr>
          <p:spPr bwMode="auto">
            <a:xfrm>
              <a:off x="480" y="2304"/>
              <a:ext cx="1920" cy="76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Symbol" pitchFamily="18" charset="2"/>
                <a:buNone/>
              </a:pPr>
              <a:endParaRPr lang="en-US" sz="1200" b="1">
                <a:latin typeface="VNI-Times" pitchFamily="2" charset="0"/>
                <a:sym typeface="Symbol" pitchFamily="18" charset="2"/>
              </a:endParaRP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  <a:sym typeface="Symbol" pitchFamily="18" charset="2"/>
                </a:rPr>
                <a:t>Vì 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10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+(L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01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&gt;(L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-1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11</a:t>
              </a:r>
            </a:p>
            <a:p>
              <a:pPr>
                <a:buFont typeface="Symbol" pitchFamily="18" charset="2"/>
                <a:buNone/>
              </a:pP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           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    + </a:t>
              </a:r>
              <a:r>
                <a:rPr lang="en-US" b="1">
                  <a:latin typeface="VNI-Times" pitchFamily="2" charset="0"/>
                </a:rPr>
                <a:t>1      &gt; 0</a:t>
              </a: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</a:rPr>
                <a:t>Neân (L</a:t>
              </a:r>
              <a:r>
                <a:rPr lang="en-US" b="1" baseline="-25000">
                  <a:latin typeface="VNI-Times" pitchFamily="2" charset="0"/>
                </a:rPr>
                <a:t>0</a:t>
              </a:r>
              <a:r>
                <a:rPr lang="en-US" b="1">
                  <a:latin typeface="VNI-Times" pitchFamily="2" charset="0"/>
                </a:rPr>
                <a:t>)</a:t>
              </a:r>
              <a:r>
                <a:rPr lang="en-US" b="1" baseline="-25000">
                  <a:latin typeface="VNI-Times" pitchFamily="2" charset="0"/>
                </a:rPr>
                <a:t>11</a:t>
              </a:r>
              <a:r>
                <a:rPr lang="en-US" b="1">
                  <a:latin typeface="VNI-Times" pitchFamily="2" charset="0"/>
                </a:rPr>
                <a:t> giöõ nguyeân laø 0. </a:t>
              </a: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</a:rPr>
                <a:t>Töùc laø vieát laïi soá 0 cuûa 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-1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11</a:t>
              </a:r>
              <a:endParaRPr lang="en-US" b="1" baseline="-25000">
                <a:latin typeface="VNI-Times" pitchFamily="2" charset="0"/>
              </a:endParaRPr>
            </a:p>
            <a:p>
              <a:pPr>
                <a:buFont typeface="Symbol" pitchFamily="18" charset="2"/>
                <a:buNone/>
              </a:pPr>
              <a:endParaRPr lang="en-US" sz="1300" b="1">
                <a:latin typeface="VNI-Times" pitchFamily="2" charset="0"/>
              </a:endParaRPr>
            </a:p>
          </p:txBody>
        </p:sp>
        <p:sp>
          <p:nvSpPr>
            <p:cNvPr id="42620" name="Line 636"/>
            <p:cNvSpPr>
              <a:spLocks noChangeShapeType="1"/>
            </p:cNvSpPr>
            <p:nvPr/>
          </p:nvSpPr>
          <p:spPr bwMode="auto">
            <a:xfrm>
              <a:off x="2640" y="1872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21" name="Line 637"/>
            <p:cNvSpPr>
              <a:spLocks noChangeShapeType="1"/>
            </p:cNvSpPr>
            <p:nvPr/>
          </p:nvSpPr>
          <p:spPr bwMode="auto">
            <a:xfrm>
              <a:off x="2640" y="163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23" name="Line 639"/>
            <p:cNvSpPr>
              <a:spLocks noChangeShapeType="1"/>
            </p:cNvSpPr>
            <p:nvPr/>
          </p:nvSpPr>
          <p:spPr bwMode="auto">
            <a:xfrm>
              <a:off x="48" y="816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24" name="Line 640"/>
            <p:cNvSpPr>
              <a:spLocks noChangeShapeType="1"/>
            </p:cNvSpPr>
            <p:nvPr/>
          </p:nvSpPr>
          <p:spPr bwMode="auto">
            <a:xfrm>
              <a:off x="48" y="816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25" name="Line 641"/>
            <p:cNvSpPr>
              <a:spLocks noChangeShapeType="1"/>
            </p:cNvSpPr>
            <p:nvPr/>
          </p:nvSpPr>
          <p:spPr bwMode="auto">
            <a:xfrm>
              <a:off x="48" y="249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27" name="Line 643"/>
            <p:cNvSpPr>
              <a:spLocks noChangeShapeType="1"/>
            </p:cNvSpPr>
            <p:nvPr/>
          </p:nvSpPr>
          <p:spPr bwMode="auto">
            <a:xfrm>
              <a:off x="2640" y="163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28" name="Line 644"/>
            <p:cNvSpPr>
              <a:spLocks noChangeShapeType="1"/>
            </p:cNvSpPr>
            <p:nvPr/>
          </p:nvSpPr>
          <p:spPr bwMode="auto">
            <a:xfrm flipH="1">
              <a:off x="2400" y="25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29" name="Line 645"/>
            <p:cNvSpPr>
              <a:spLocks noChangeShapeType="1"/>
            </p:cNvSpPr>
            <p:nvPr/>
          </p:nvSpPr>
          <p:spPr bwMode="auto">
            <a:xfrm>
              <a:off x="2640" y="2016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671"/>
          <p:cNvGrpSpPr>
            <a:grpSpLocks/>
          </p:cNvGrpSpPr>
          <p:nvPr/>
        </p:nvGrpSpPr>
        <p:grpSpPr bwMode="auto">
          <a:xfrm>
            <a:off x="152400" y="1676400"/>
            <a:ext cx="6019800" cy="3733800"/>
            <a:chOff x="96" y="1536"/>
            <a:chExt cx="3792" cy="2352"/>
          </a:xfrm>
        </p:grpSpPr>
        <p:sp>
          <p:nvSpPr>
            <p:cNvPr id="42465" name="Rectangle 481"/>
            <p:cNvSpPr>
              <a:spLocks noChangeArrowheads="1"/>
            </p:cNvSpPr>
            <p:nvPr/>
          </p:nvSpPr>
          <p:spPr bwMode="auto">
            <a:xfrm>
              <a:off x="384" y="3120"/>
              <a:ext cx="2112" cy="76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Symbol" pitchFamily="18" charset="2"/>
                <a:buNone/>
              </a:pPr>
              <a:endParaRPr lang="en-US" sz="1200" b="1">
                <a:latin typeface="VNI-Times" pitchFamily="2" charset="0"/>
                <a:sym typeface="Symbol" pitchFamily="18" charset="2"/>
              </a:endParaRP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  <a:sym typeface="Symbol" pitchFamily="18" charset="2"/>
                </a:rPr>
                <a:t>Töông töï vì 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20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+(L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01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&gt;(L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-1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21</a:t>
              </a:r>
            </a:p>
            <a:p>
              <a:pPr>
                <a:buFont typeface="Symbol" pitchFamily="18" charset="2"/>
                <a:buNone/>
              </a:pP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                                   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    + </a:t>
              </a:r>
              <a:r>
                <a:rPr lang="en-US" b="1">
                  <a:latin typeface="VNI-Times" pitchFamily="2" charset="0"/>
                </a:rPr>
                <a:t>1      &gt; </a:t>
              </a:r>
              <a:r>
                <a:rPr lang="en-US" b="1">
                  <a:sym typeface="Symbol" pitchFamily="18" charset="2"/>
                </a:rPr>
                <a:t></a:t>
              </a:r>
              <a:endParaRPr lang="en-US" b="1">
                <a:latin typeface="VNI-Times" pitchFamily="2" charset="0"/>
              </a:endParaRP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</a:rPr>
                <a:t>Neân (L</a:t>
              </a:r>
              <a:r>
                <a:rPr lang="en-US" b="1" baseline="-25000">
                  <a:latin typeface="VNI-Times" pitchFamily="2" charset="0"/>
                </a:rPr>
                <a:t>0</a:t>
              </a:r>
              <a:r>
                <a:rPr lang="en-US" b="1">
                  <a:latin typeface="VNI-Times" pitchFamily="2" charset="0"/>
                </a:rPr>
                <a:t>)</a:t>
              </a:r>
              <a:r>
                <a:rPr lang="en-US" b="1" baseline="-25000">
                  <a:latin typeface="VNI-Times" pitchFamily="2" charset="0"/>
                </a:rPr>
                <a:t>21</a:t>
              </a:r>
              <a:r>
                <a:rPr lang="en-US" b="1">
                  <a:latin typeface="VNI-Times" pitchFamily="2" charset="0"/>
                </a:rPr>
                <a:t> giöõ nguyeân laø </a:t>
              </a:r>
              <a:r>
                <a:rPr lang="en-US" b="1">
                  <a:sym typeface="Symbol" pitchFamily="18" charset="2"/>
                </a:rPr>
                <a:t></a:t>
              </a:r>
              <a:r>
                <a:rPr lang="en-US" b="1">
                  <a:latin typeface="VNI-Times" pitchFamily="2" charset="0"/>
                </a:rPr>
                <a:t>. </a:t>
              </a: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</a:rPr>
                <a:t>Töùc laø vieát laïi soá </a:t>
              </a:r>
              <a:r>
                <a:rPr lang="en-US" b="1">
                  <a:sym typeface="Symbol" pitchFamily="18" charset="2"/>
                </a:rPr>
                <a:t></a:t>
              </a:r>
              <a:r>
                <a:rPr lang="en-US" b="1">
                  <a:latin typeface="VNI-Times" pitchFamily="2" charset="0"/>
                </a:rPr>
                <a:t> cuûa 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-1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21</a:t>
              </a:r>
              <a:endParaRPr lang="en-US" b="1" baseline="-25000">
                <a:latin typeface="VNI-Times" pitchFamily="2" charset="0"/>
              </a:endParaRPr>
            </a:p>
            <a:p>
              <a:pPr>
                <a:buFont typeface="Symbol" pitchFamily="18" charset="2"/>
                <a:buNone/>
              </a:pPr>
              <a:endParaRPr lang="en-US" sz="1200" b="1">
                <a:latin typeface="VNI-Times" pitchFamily="2" charset="0"/>
              </a:endParaRPr>
            </a:p>
          </p:txBody>
        </p:sp>
        <p:sp>
          <p:nvSpPr>
            <p:cNvPr id="42630" name="Line 646"/>
            <p:cNvSpPr>
              <a:spLocks noChangeShapeType="1"/>
            </p:cNvSpPr>
            <p:nvPr/>
          </p:nvSpPr>
          <p:spPr bwMode="auto">
            <a:xfrm>
              <a:off x="2784" y="259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31" name="Line 647"/>
            <p:cNvSpPr>
              <a:spLocks noChangeShapeType="1"/>
            </p:cNvSpPr>
            <p:nvPr/>
          </p:nvSpPr>
          <p:spPr bwMode="auto">
            <a:xfrm>
              <a:off x="2784" y="2256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32" name="Line 648"/>
            <p:cNvSpPr>
              <a:spLocks noChangeShapeType="1"/>
            </p:cNvSpPr>
            <p:nvPr/>
          </p:nvSpPr>
          <p:spPr bwMode="auto">
            <a:xfrm>
              <a:off x="2784" y="2736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33" name="Line 649"/>
            <p:cNvSpPr>
              <a:spLocks noChangeShapeType="1"/>
            </p:cNvSpPr>
            <p:nvPr/>
          </p:nvSpPr>
          <p:spPr bwMode="auto">
            <a:xfrm>
              <a:off x="96" y="1536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34" name="Line 650"/>
            <p:cNvSpPr>
              <a:spLocks noChangeShapeType="1"/>
            </p:cNvSpPr>
            <p:nvPr/>
          </p:nvSpPr>
          <p:spPr bwMode="auto">
            <a:xfrm>
              <a:off x="96" y="1536"/>
              <a:ext cx="0" cy="20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35" name="Line 651"/>
            <p:cNvSpPr>
              <a:spLocks noChangeShapeType="1"/>
            </p:cNvSpPr>
            <p:nvPr/>
          </p:nvSpPr>
          <p:spPr bwMode="auto">
            <a:xfrm>
              <a:off x="96" y="360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36" name="Line 652"/>
            <p:cNvSpPr>
              <a:spLocks noChangeShapeType="1"/>
            </p:cNvSpPr>
            <p:nvPr/>
          </p:nvSpPr>
          <p:spPr bwMode="auto">
            <a:xfrm>
              <a:off x="2784" y="2256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37" name="Line 653"/>
            <p:cNvSpPr>
              <a:spLocks noChangeShapeType="1"/>
            </p:cNvSpPr>
            <p:nvPr/>
          </p:nvSpPr>
          <p:spPr bwMode="auto">
            <a:xfrm flipH="1">
              <a:off x="2496" y="360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673"/>
          <p:cNvGrpSpPr>
            <a:grpSpLocks/>
          </p:cNvGrpSpPr>
          <p:nvPr/>
        </p:nvGrpSpPr>
        <p:grpSpPr bwMode="auto">
          <a:xfrm>
            <a:off x="609600" y="2971800"/>
            <a:ext cx="5181600" cy="3124200"/>
            <a:chOff x="384" y="1920"/>
            <a:chExt cx="3264" cy="1968"/>
          </a:xfrm>
        </p:grpSpPr>
        <p:sp>
          <p:nvSpPr>
            <p:cNvPr id="42468" name="Rectangle 484"/>
            <p:cNvSpPr>
              <a:spLocks noChangeArrowheads="1"/>
            </p:cNvSpPr>
            <p:nvPr/>
          </p:nvSpPr>
          <p:spPr bwMode="auto">
            <a:xfrm>
              <a:off x="384" y="3120"/>
              <a:ext cx="2352" cy="76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Symbol" pitchFamily="18" charset="2"/>
                <a:buNone/>
              </a:pPr>
              <a:endParaRPr lang="en-US" sz="1200" b="1">
                <a:latin typeface="VNI-Times" pitchFamily="2" charset="0"/>
                <a:sym typeface="Symbol" pitchFamily="18" charset="2"/>
              </a:endParaRP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  <a:sym typeface="Symbol" pitchFamily="18" charset="2"/>
                </a:rPr>
                <a:t>Tieáp theo ta nhaän thaáy raèng coät</a:t>
              </a: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  <a:sym typeface="Symbol" pitchFamily="18" charset="2"/>
                </a:rPr>
                <a:t> j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 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cuûa 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 chæ toaøn laø  töùc laø caùc oâ</a:t>
              </a: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  <a:sym typeface="Symbol" pitchFamily="18" charset="2"/>
                </a:rPr>
                <a:t> 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10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,(L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20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,. . .,(L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)</a:t>
              </a:r>
              <a:r>
                <a:rPr lang="en-US" b="1" baseline="-25000">
                  <a:latin typeface="VNI-Times" pitchFamily="2" charset="0"/>
                  <a:sym typeface="Symbol" pitchFamily="18" charset="2"/>
                </a:rPr>
                <a:t>60</a:t>
              </a:r>
              <a:r>
                <a:rPr lang="en-US" b="1">
                  <a:latin typeface="VNI-Times" pitchFamily="2" charset="0"/>
                  <a:sym typeface="Symbol" pitchFamily="18" charset="2"/>
                </a:rPr>
                <a:t>. Theá neân</a:t>
              </a:r>
            </a:p>
            <a:p>
              <a:pPr>
                <a:buFont typeface="Symbol" pitchFamily="18" charset="2"/>
                <a:buNone/>
              </a:pPr>
              <a:r>
                <a:rPr lang="en-US" b="1">
                  <a:latin typeface="VNI-Times" pitchFamily="2" charset="0"/>
                  <a:sym typeface="Symbol" pitchFamily="18" charset="2"/>
                </a:rPr>
                <a:t>Caùc giaù trò coøn laïi ñöôïc giöõ nguyeân</a:t>
              </a:r>
              <a:endParaRPr lang="en-US" b="1" baseline="-25000">
                <a:latin typeface="VNI-Times" pitchFamily="2" charset="0"/>
              </a:endParaRPr>
            </a:p>
            <a:p>
              <a:pPr>
                <a:buFont typeface="Symbol" pitchFamily="18" charset="2"/>
                <a:buNone/>
              </a:pPr>
              <a:endParaRPr lang="en-US" sz="1200" b="1">
                <a:latin typeface="VNI-Times" pitchFamily="2" charset="0"/>
              </a:endParaRPr>
            </a:p>
          </p:txBody>
        </p:sp>
        <p:sp>
          <p:nvSpPr>
            <p:cNvPr id="42640" name="Line 656"/>
            <p:cNvSpPr>
              <a:spLocks noChangeShapeType="1"/>
            </p:cNvSpPr>
            <p:nvPr/>
          </p:nvSpPr>
          <p:spPr bwMode="auto">
            <a:xfrm>
              <a:off x="2976" y="192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41" name="Line 657"/>
            <p:cNvSpPr>
              <a:spLocks noChangeShapeType="1"/>
            </p:cNvSpPr>
            <p:nvPr/>
          </p:nvSpPr>
          <p:spPr bwMode="auto">
            <a:xfrm>
              <a:off x="2976" y="216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42" name="Line 658"/>
            <p:cNvSpPr>
              <a:spLocks noChangeShapeType="1"/>
            </p:cNvSpPr>
            <p:nvPr/>
          </p:nvSpPr>
          <p:spPr bwMode="auto">
            <a:xfrm>
              <a:off x="2976" y="244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43" name="Line 659"/>
            <p:cNvSpPr>
              <a:spLocks noChangeShapeType="1"/>
            </p:cNvSpPr>
            <p:nvPr/>
          </p:nvSpPr>
          <p:spPr bwMode="auto">
            <a:xfrm>
              <a:off x="2976" y="268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44" name="Line 660"/>
            <p:cNvSpPr>
              <a:spLocks noChangeShapeType="1"/>
            </p:cNvSpPr>
            <p:nvPr/>
          </p:nvSpPr>
          <p:spPr bwMode="auto">
            <a:xfrm>
              <a:off x="2976" y="297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45" name="Line 661"/>
            <p:cNvSpPr>
              <a:spLocks noChangeShapeType="1"/>
            </p:cNvSpPr>
            <p:nvPr/>
          </p:nvSpPr>
          <p:spPr bwMode="auto">
            <a:xfrm>
              <a:off x="2976" y="321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47" name="Line 663"/>
            <p:cNvSpPr>
              <a:spLocks noChangeShapeType="1"/>
            </p:cNvSpPr>
            <p:nvPr/>
          </p:nvSpPr>
          <p:spPr bwMode="auto">
            <a:xfrm>
              <a:off x="2976" y="1920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48" name="Line 664"/>
            <p:cNvSpPr>
              <a:spLocks noChangeShapeType="1"/>
            </p:cNvSpPr>
            <p:nvPr/>
          </p:nvSpPr>
          <p:spPr bwMode="auto">
            <a:xfrm flipH="1">
              <a:off x="2736" y="355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69"/>
          <p:cNvGrpSpPr>
            <a:grpSpLocks/>
          </p:cNvGrpSpPr>
          <p:nvPr/>
        </p:nvGrpSpPr>
        <p:grpSpPr bwMode="auto">
          <a:xfrm>
            <a:off x="914400" y="762000"/>
            <a:ext cx="2971800" cy="2819400"/>
            <a:chOff x="576" y="480"/>
            <a:chExt cx="1872" cy="1776"/>
          </a:xfrm>
        </p:grpSpPr>
        <p:sp>
          <p:nvSpPr>
            <p:cNvPr id="42651" name="Line 667"/>
            <p:cNvSpPr>
              <a:spLocks noChangeShapeType="1"/>
            </p:cNvSpPr>
            <p:nvPr/>
          </p:nvSpPr>
          <p:spPr bwMode="auto">
            <a:xfrm>
              <a:off x="672" y="480"/>
              <a:ext cx="0" cy="17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652" name="Line 668"/>
            <p:cNvSpPr>
              <a:spLocks noChangeShapeType="1"/>
            </p:cNvSpPr>
            <p:nvPr/>
          </p:nvSpPr>
          <p:spPr bwMode="auto">
            <a:xfrm>
              <a:off x="576" y="720"/>
              <a:ext cx="1872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4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2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42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42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2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4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42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4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4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2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42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4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42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42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4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4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4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4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4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42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42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4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4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42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42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42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500"/>
                                        <p:tgtEl>
                                          <p:spTgt spid="42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500"/>
                                        <p:tgtEl>
                                          <p:spTgt spid="42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500"/>
                                        <p:tgtEl>
                                          <p:spTgt spid="42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4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500"/>
                                        <p:tgtEl>
                                          <p:spTgt spid="4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8" dur="500"/>
                                        <p:tgtEl>
                                          <p:spTgt spid="4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1" dur="500"/>
                                        <p:tgtEl>
                                          <p:spTgt spid="4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4" dur="500"/>
                                        <p:tgtEl>
                                          <p:spTgt spid="42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500"/>
                                        <p:tgtEl>
                                          <p:spTgt spid="42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0" dur="500"/>
                                        <p:tgtEl>
                                          <p:spTgt spid="4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3" dur="500"/>
                                        <p:tgtEl>
                                          <p:spTgt spid="42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6" dur="500"/>
                                        <p:tgtEl>
                                          <p:spTgt spid="42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9" dur="500"/>
                                        <p:tgtEl>
                                          <p:spTgt spid="42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2" dur="500"/>
                                        <p:tgtEl>
                                          <p:spTgt spid="4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5" dur="500"/>
                                        <p:tgtEl>
                                          <p:spTgt spid="42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8" dur="500"/>
                                        <p:tgtEl>
                                          <p:spTgt spid="42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1" dur="500"/>
                                        <p:tgtEl>
                                          <p:spTgt spid="42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4" dur="500"/>
                                        <p:tgtEl>
                                          <p:spTgt spid="4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7" dur="500"/>
                                        <p:tgtEl>
                                          <p:spTgt spid="4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0" dur="500"/>
                                        <p:tgtEl>
                                          <p:spTgt spid="4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3" dur="500"/>
                                        <p:tgtEl>
                                          <p:spTgt spid="42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6" dur="500"/>
                                        <p:tgtEl>
                                          <p:spTgt spid="4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9" dur="500"/>
                                        <p:tgtEl>
                                          <p:spTgt spid="4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2" dur="500"/>
                                        <p:tgtEl>
                                          <p:spTgt spid="42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5" dur="500"/>
                                        <p:tgtEl>
                                          <p:spTgt spid="42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8" dur="500"/>
                                        <p:tgtEl>
                                          <p:spTgt spid="4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1" dur="500"/>
                                        <p:tgtEl>
                                          <p:spTgt spid="4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4" dur="500"/>
                                        <p:tgtEl>
                                          <p:spTgt spid="4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7" dur="500"/>
                                        <p:tgtEl>
                                          <p:spTgt spid="4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0" dur="500"/>
                                        <p:tgtEl>
                                          <p:spTgt spid="4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3" dur="500"/>
                                        <p:tgtEl>
                                          <p:spTgt spid="4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6" dur="500"/>
                                        <p:tgtEl>
                                          <p:spTgt spid="4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000"/>
                            </p:stCondLst>
                            <p:childTnLst>
                              <p:par>
                                <p:cTn id="202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4" dur="2000"/>
                                        <p:tgtEl>
                                          <p:spTgt spid="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3000"/>
                            </p:stCondLst>
                            <p:childTnLst>
                              <p:par>
                                <p:cTn id="20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8" dur="500"/>
                                        <p:tgtEl>
                                          <p:spTgt spid="424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4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1" dur="500"/>
                                        <p:tgtEl>
                                          <p:spTgt spid="424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4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4" dur="500"/>
                                        <p:tgtEl>
                                          <p:spTgt spid="424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7" dur="500"/>
                                        <p:tgtEl>
                                          <p:spTgt spid="424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0" dur="500"/>
                                        <p:tgtEl>
                                          <p:spTgt spid="424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3" dur="500"/>
                                        <p:tgtEl>
                                          <p:spTgt spid="424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6" dur="500"/>
                                        <p:tgtEl>
                                          <p:spTgt spid="424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9" dur="500"/>
                                        <p:tgtEl>
                                          <p:spTgt spid="424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2" dur="500"/>
                                        <p:tgtEl>
                                          <p:spTgt spid="424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5" dur="500"/>
                                        <p:tgtEl>
                                          <p:spTgt spid="424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8" dur="500"/>
                                        <p:tgtEl>
                                          <p:spTgt spid="424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1" dur="500"/>
                                        <p:tgtEl>
                                          <p:spTgt spid="424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6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4" dur="500"/>
                                        <p:tgtEl>
                                          <p:spTgt spid="424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6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4" dur="2000"/>
                                        <p:tgtEl>
                                          <p:spTgt spid="4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6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2000"/>
                            </p:stCondLst>
                            <p:childTnLst>
                              <p:par>
                                <p:cTn id="27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8" dur="500"/>
                                        <p:tgtEl>
                                          <p:spTgt spid="4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500"/>
                            </p:stCondLst>
                            <p:childTnLst>
                              <p:par>
                                <p:cTn id="28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2" dur="500"/>
                                        <p:tgtEl>
                                          <p:spTgt spid="4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5" dur="500"/>
                                        <p:tgtEl>
                                          <p:spTgt spid="4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8" dur="500"/>
                                        <p:tgtEl>
                                          <p:spTgt spid="4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1" dur="500"/>
                                        <p:tgtEl>
                                          <p:spTgt spid="4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4" dur="500"/>
                                        <p:tgtEl>
                                          <p:spTgt spid="4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7" dur="500"/>
                                        <p:tgtEl>
                                          <p:spTgt spid="4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0" dur="500"/>
                                        <p:tgtEl>
                                          <p:spTgt spid="4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3" dur="500"/>
                                        <p:tgtEl>
                                          <p:spTgt spid="4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6" dur="500"/>
                                        <p:tgtEl>
                                          <p:spTgt spid="4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9" dur="500"/>
                                        <p:tgtEl>
                                          <p:spTgt spid="4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2" dur="500"/>
                                        <p:tgtEl>
                                          <p:spTgt spid="42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5" dur="500"/>
                                        <p:tgtEl>
                                          <p:spTgt spid="4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8" dur="500"/>
                                        <p:tgtEl>
                                          <p:spTgt spid="4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1" dur="500"/>
                                        <p:tgtEl>
                                          <p:spTgt spid="4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4" dur="500"/>
                                        <p:tgtEl>
                                          <p:spTgt spid="4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7" dur="500"/>
                                        <p:tgtEl>
                                          <p:spTgt spid="4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0" dur="500"/>
                                        <p:tgtEl>
                                          <p:spTgt spid="4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3" dur="500"/>
                                        <p:tgtEl>
                                          <p:spTgt spid="4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6" dur="500"/>
                                        <p:tgtEl>
                                          <p:spTgt spid="4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9" dur="500"/>
                                        <p:tgtEl>
                                          <p:spTgt spid="42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2" dur="500"/>
                                        <p:tgtEl>
                                          <p:spTgt spid="4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5" dur="500"/>
                                        <p:tgtEl>
                                          <p:spTgt spid="4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8" dur="500"/>
                                        <p:tgtEl>
                                          <p:spTgt spid="4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1" dur="500"/>
                                        <p:tgtEl>
                                          <p:spTgt spid="4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4" dur="500"/>
                                        <p:tgtEl>
                                          <p:spTgt spid="4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7" dur="500"/>
                                        <p:tgtEl>
                                          <p:spTgt spid="4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0" dur="500"/>
                                        <p:tgtEl>
                                          <p:spTgt spid="4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3" dur="500"/>
                                        <p:tgtEl>
                                          <p:spTgt spid="4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6" dur="500"/>
                                        <p:tgtEl>
                                          <p:spTgt spid="42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9" dur="500"/>
                                        <p:tgtEl>
                                          <p:spTgt spid="42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2" dur="500"/>
                                        <p:tgtEl>
                                          <p:spTgt spid="4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5" dur="500"/>
                                        <p:tgtEl>
                                          <p:spTgt spid="4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8" dur="500"/>
                                        <p:tgtEl>
                                          <p:spTgt spid="4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1" dur="500"/>
                                        <p:tgtEl>
                                          <p:spTgt spid="4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71" grpId="0"/>
      <p:bldP spid="42172" grpId="0"/>
      <p:bldP spid="42173" grpId="0"/>
      <p:bldP spid="42175" grpId="0"/>
      <p:bldP spid="42176" grpId="0"/>
      <p:bldP spid="42177" grpId="0"/>
      <p:bldP spid="42179" grpId="0"/>
      <p:bldP spid="42180" grpId="0"/>
      <p:bldP spid="42181" grpId="0"/>
      <p:bldP spid="42182" grpId="0"/>
      <p:bldP spid="42183" grpId="0"/>
      <p:bldP spid="42184" grpId="0"/>
      <p:bldP spid="42185" grpId="0"/>
      <p:bldP spid="42186" grpId="0"/>
      <p:bldP spid="42188" grpId="0"/>
      <p:bldP spid="42190" grpId="0"/>
      <p:bldP spid="42191" grpId="0"/>
      <p:bldP spid="42192" grpId="0"/>
      <p:bldP spid="42193" grpId="0"/>
      <p:bldP spid="42194" grpId="0"/>
      <p:bldP spid="42195" grpId="0"/>
      <p:bldP spid="42196" grpId="0"/>
      <p:bldP spid="42198" grpId="0"/>
      <p:bldP spid="42199" grpId="0"/>
      <p:bldP spid="42200" grpId="0"/>
      <p:bldP spid="42201" grpId="0"/>
      <p:bldP spid="42202" grpId="0"/>
      <p:bldP spid="42203" grpId="0"/>
      <p:bldP spid="42204" grpId="0"/>
      <p:bldP spid="42205" grpId="0"/>
      <p:bldP spid="42206" grpId="0"/>
      <p:bldP spid="42208" grpId="0"/>
      <p:bldP spid="42209" grpId="0"/>
      <p:bldP spid="42210" grpId="0"/>
      <p:bldP spid="42211" grpId="0"/>
      <p:bldP spid="42212" grpId="0"/>
      <p:bldP spid="42213" grpId="0"/>
      <p:bldP spid="42214" grpId="0"/>
      <p:bldP spid="42215" grpId="0"/>
      <p:bldP spid="42216" grpId="0"/>
      <p:bldP spid="42217" grpId="0"/>
      <p:bldP spid="42218" grpId="0"/>
      <p:bldP spid="42219" grpId="0"/>
      <p:bldP spid="42220" grpId="0"/>
      <p:bldP spid="42221" grpId="0"/>
      <p:bldP spid="42222" grpId="0"/>
      <p:bldP spid="42223" grpId="0"/>
      <p:bldP spid="42224" grpId="0"/>
      <p:bldP spid="42225" grpId="0"/>
      <p:bldP spid="42448" grpId="0"/>
      <p:bldP spid="42449" grpId="0"/>
      <p:bldP spid="42451" grpId="0"/>
      <p:bldP spid="42452" grpId="0"/>
      <p:bldP spid="42453" grpId="0"/>
      <p:bldP spid="42454" grpId="0"/>
      <p:bldP spid="42455" grpId="0"/>
      <p:bldP spid="42456" grpId="0"/>
      <p:bldP spid="42457" grpId="0"/>
      <p:bldP spid="42458" grpId="0"/>
      <p:bldP spid="42459" grpId="0"/>
      <p:bldP spid="42460" grpId="0"/>
      <p:bldP spid="42461" grpId="0"/>
      <p:bldP spid="42464" grpId="0"/>
      <p:bldP spid="42506" grpId="0"/>
      <p:bldP spid="42507" grpId="0"/>
      <p:bldP spid="42508" grpId="0"/>
      <p:bldP spid="42509" grpId="0"/>
      <p:bldP spid="42510" grpId="0"/>
      <p:bldP spid="42511" grpId="0"/>
      <p:bldP spid="42512" grpId="0"/>
      <p:bldP spid="42513" grpId="0"/>
      <p:bldP spid="42514" grpId="0"/>
      <p:bldP spid="42516" grpId="0"/>
      <p:bldP spid="42533" grpId="0"/>
      <p:bldP spid="42534" grpId="0"/>
      <p:bldP spid="42535" grpId="0"/>
      <p:bldP spid="42536" grpId="0"/>
      <p:bldP spid="42537" grpId="0"/>
      <p:bldP spid="42538" grpId="0"/>
      <p:bldP spid="42539" grpId="0"/>
      <p:bldP spid="42540" grpId="0"/>
      <p:bldP spid="42541" grpId="0"/>
      <p:bldP spid="42542" grpId="0"/>
      <p:bldP spid="42543" grpId="0"/>
      <p:bldP spid="42544" grpId="0"/>
      <p:bldP spid="42545" grpId="0"/>
      <p:bldP spid="42546" grpId="0"/>
      <p:bldP spid="42547" grpId="0"/>
      <p:bldP spid="42554" grpId="0"/>
      <p:bldP spid="42555" grpId="0"/>
      <p:bldP spid="42556" grpId="0"/>
      <p:bldP spid="42557" grpId="0"/>
      <p:bldP spid="42558" grpId="0"/>
      <p:bldP spid="42559" grpId="0"/>
      <p:bldP spid="42560" grpId="0"/>
      <p:bldP spid="42561" grpId="0"/>
      <p:bldP spid="42562" grpId="0"/>
      <p:bldP spid="42563" grpId="0"/>
      <p:bldP spid="42564" grpId="0"/>
      <p:bldP spid="42565" grpId="0"/>
      <p:bldP spid="42573" grpId="0"/>
      <p:bldP spid="42574" grpId="0"/>
      <p:bldP spid="42575" grpId="0"/>
      <p:bldP spid="42576" grpId="0"/>
      <p:bldP spid="42577" grpId="0"/>
      <p:bldP spid="42578" grpId="0"/>
      <p:bldP spid="42596" grpId="0"/>
      <p:bldP spid="42597" grpId="0"/>
      <p:bldP spid="42598" grpId="0"/>
      <p:bldP spid="42599" grpId="0"/>
      <p:bldP spid="42600" grpId="0"/>
      <p:bldP spid="4260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170" name="Group 90"/>
          <p:cNvGraphicFramePr>
            <a:graphicFrameLocks noGrp="1"/>
          </p:cNvGraphicFramePr>
          <p:nvPr/>
        </p:nvGraphicFramePr>
        <p:xfrm>
          <a:off x="533400" y="3810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6253" name="Rectangle 173"/>
          <p:cNvSpPr>
            <a:spLocks noChangeArrowheads="1"/>
          </p:cNvSpPr>
          <p:nvPr/>
        </p:nvSpPr>
        <p:spPr bwMode="auto">
          <a:xfrm>
            <a:off x="1066800" y="83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6254" name="Rectangle 174"/>
          <p:cNvSpPr>
            <a:spLocks noChangeArrowheads="1"/>
          </p:cNvSpPr>
          <p:nvPr/>
        </p:nvSpPr>
        <p:spPr bwMode="auto">
          <a:xfrm>
            <a:off x="1066800" y="1219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55" name="Rectangle 175"/>
          <p:cNvSpPr>
            <a:spLocks noChangeArrowheads="1"/>
          </p:cNvSpPr>
          <p:nvPr/>
        </p:nvSpPr>
        <p:spPr bwMode="auto">
          <a:xfrm>
            <a:off x="1066800" y="1600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56" name="Rectangle 176"/>
          <p:cNvSpPr>
            <a:spLocks noChangeArrowheads="1"/>
          </p:cNvSpPr>
          <p:nvPr/>
        </p:nvSpPr>
        <p:spPr bwMode="auto">
          <a:xfrm>
            <a:off x="1066800" y="22860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57" name="Rectangle 177"/>
          <p:cNvSpPr>
            <a:spLocks noChangeArrowheads="1"/>
          </p:cNvSpPr>
          <p:nvPr/>
        </p:nvSpPr>
        <p:spPr bwMode="auto">
          <a:xfrm>
            <a:off x="1066800" y="1981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58" name="Rectangle 178"/>
          <p:cNvSpPr>
            <a:spLocks noChangeArrowheads="1"/>
          </p:cNvSpPr>
          <p:nvPr/>
        </p:nvSpPr>
        <p:spPr bwMode="auto">
          <a:xfrm>
            <a:off x="10668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46259" name="Rectangle 179"/>
          <p:cNvSpPr>
            <a:spLocks noChangeArrowheads="1"/>
          </p:cNvSpPr>
          <p:nvPr/>
        </p:nvSpPr>
        <p:spPr bwMode="auto">
          <a:xfrm>
            <a:off x="10668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46260" name="Rectangle 180"/>
          <p:cNvSpPr>
            <a:spLocks noChangeArrowheads="1"/>
          </p:cNvSpPr>
          <p:nvPr/>
        </p:nvSpPr>
        <p:spPr bwMode="auto">
          <a:xfrm>
            <a:off x="1447800" y="83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46261" name="Rectangle 181"/>
          <p:cNvSpPr>
            <a:spLocks noChangeArrowheads="1"/>
          </p:cNvSpPr>
          <p:nvPr/>
        </p:nvSpPr>
        <p:spPr bwMode="auto">
          <a:xfrm>
            <a:off x="1447800" y="1219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6262" name="Rectangle 182"/>
          <p:cNvSpPr>
            <a:spLocks noChangeArrowheads="1"/>
          </p:cNvSpPr>
          <p:nvPr/>
        </p:nvSpPr>
        <p:spPr bwMode="auto">
          <a:xfrm>
            <a:off x="1447800" y="1600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63" name="Rectangle 183"/>
          <p:cNvSpPr>
            <a:spLocks noChangeArrowheads="1"/>
          </p:cNvSpPr>
          <p:nvPr/>
        </p:nvSpPr>
        <p:spPr bwMode="auto">
          <a:xfrm>
            <a:off x="1447800" y="1981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64" name="Rectangle 184"/>
          <p:cNvSpPr>
            <a:spLocks noChangeArrowheads="1"/>
          </p:cNvSpPr>
          <p:nvPr/>
        </p:nvSpPr>
        <p:spPr bwMode="auto">
          <a:xfrm>
            <a:off x="1447800" y="2362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65" name="Rectangle 185"/>
          <p:cNvSpPr>
            <a:spLocks noChangeArrowheads="1"/>
          </p:cNvSpPr>
          <p:nvPr/>
        </p:nvSpPr>
        <p:spPr bwMode="auto">
          <a:xfrm>
            <a:off x="14478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66" name="Rectangle 186"/>
          <p:cNvSpPr>
            <a:spLocks noChangeArrowheads="1"/>
          </p:cNvSpPr>
          <p:nvPr/>
        </p:nvSpPr>
        <p:spPr bwMode="auto">
          <a:xfrm>
            <a:off x="14478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67" name="Rectangle 187"/>
          <p:cNvSpPr>
            <a:spLocks noChangeArrowheads="1"/>
          </p:cNvSpPr>
          <p:nvPr/>
        </p:nvSpPr>
        <p:spPr bwMode="auto">
          <a:xfrm>
            <a:off x="1905000" y="83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68" name="Rectangle 188"/>
          <p:cNvSpPr>
            <a:spLocks noChangeArrowheads="1"/>
          </p:cNvSpPr>
          <p:nvPr/>
        </p:nvSpPr>
        <p:spPr bwMode="auto">
          <a:xfrm>
            <a:off x="1905000" y="1219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-4</a:t>
            </a:r>
          </a:p>
        </p:txBody>
      </p:sp>
      <p:sp>
        <p:nvSpPr>
          <p:cNvPr id="46269" name="Rectangle 189"/>
          <p:cNvSpPr>
            <a:spLocks noChangeArrowheads="1"/>
          </p:cNvSpPr>
          <p:nvPr/>
        </p:nvSpPr>
        <p:spPr bwMode="auto">
          <a:xfrm>
            <a:off x="1905000" y="1600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6270" name="Rectangle 190"/>
          <p:cNvSpPr>
            <a:spLocks noChangeArrowheads="1"/>
          </p:cNvSpPr>
          <p:nvPr/>
        </p:nvSpPr>
        <p:spPr bwMode="auto">
          <a:xfrm>
            <a:off x="1905000" y="1981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71" name="Rectangle 191"/>
          <p:cNvSpPr>
            <a:spLocks noChangeArrowheads="1"/>
          </p:cNvSpPr>
          <p:nvPr/>
        </p:nvSpPr>
        <p:spPr bwMode="auto">
          <a:xfrm>
            <a:off x="1905000" y="2362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72" name="Rectangle 192"/>
          <p:cNvSpPr>
            <a:spLocks noChangeArrowheads="1"/>
          </p:cNvSpPr>
          <p:nvPr/>
        </p:nvSpPr>
        <p:spPr bwMode="auto">
          <a:xfrm>
            <a:off x="19050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73" name="Rectangle 193"/>
          <p:cNvSpPr>
            <a:spLocks noChangeArrowheads="1"/>
          </p:cNvSpPr>
          <p:nvPr/>
        </p:nvSpPr>
        <p:spPr bwMode="auto">
          <a:xfrm>
            <a:off x="19050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  <a:endParaRPr lang="en-US"/>
          </a:p>
        </p:txBody>
      </p:sp>
      <p:sp>
        <p:nvSpPr>
          <p:cNvPr id="46274" name="Rectangle 194"/>
          <p:cNvSpPr>
            <a:spLocks noChangeArrowheads="1"/>
          </p:cNvSpPr>
          <p:nvPr/>
        </p:nvSpPr>
        <p:spPr bwMode="auto">
          <a:xfrm>
            <a:off x="2286000" y="1219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75" name="Rectangle 195"/>
          <p:cNvSpPr>
            <a:spLocks noChangeArrowheads="1"/>
          </p:cNvSpPr>
          <p:nvPr/>
        </p:nvSpPr>
        <p:spPr bwMode="auto">
          <a:xfrm>
            <a:off x="2286000" y="83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76" name="Rectangle 196"/>
          <p:cNvSpPr>
            <a:spLocks noChangeArrowheads="1"/>
          </p:cNvSpPr>
          <p:nvPr/>
        </p:nvSpPr>
        <p:spPr bwMode="auto">
          <a:xfrm>
            <a:off x="2286000" y="1600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46277" name="Rectangle 197"/>
          <p:cNvSpPr>
            <a:spLocks noChangeArrowheads="1"/>
          </p:cNvSpPr>
          <p:nvPr/>
        </p:nvSpPr>
        <p:spPr bwMode="auto">
          <a:xfrm>
            <a:off x="2286000" y="1981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46278" name="Rectangle 198"/>
          <p:cNvSpPr>
            <a:spLocks noChangeArrowheads="1"/>
          </p:cNvSpPr>
          <p:nvPr/>
        </p:nvSpPr>
        <p:spPr bwMode="auto">
          <a:xfrm>
            <a:off x="2286000" y="2362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79" name="Rectangle 199"/>
          <p:cNvSpPr>
            <a:spLocks noChangeArrowheads="1"/>
          </p:cNvSpPr>
          <p:nvPr/>
        </p:nvSpPr>
        <p:spPr bwMode="auto">
          <a:xfrm>
            <a:off x="22860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46280" name="Rectangle 200"/>
          <p:cNvSpPr>
            <a:spLocks noChangeArrowheads="1"/>
          </p:cNvSpPr>
          <p:nvPr/>
        </p:nvSpPr>
        <p:spPr bwMode="auto">
          <a:xfrm>
            <a:off x="22860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46281" name="Rectangle 201"/>
          <p:cNvSpPr>
            <a:spLocks noChangeArrowheads="1"/>
          </p:cNvSpPr>
          <p:nvPr/>
        </p:nvSpPr>
        <p:spPr bwMode="auto">
          <a:xfrm>
            <a:off x="2743200" y="83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82" name="Rectangle 202"/>
          <p:cNvSpPr>
            <a:spLocks noChangeArrowheads="1"/>
          </p:cNvSpPr>
          <p:nvPr/>
        </p:nvSpPr>
        <p:spPr bwMode="auto">
          <a:xfrm>
            <a:off x="2743200" y="1219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83" name="Rectangle 203"/>
          <p:cNvSpPr>
            <a:spLocks noChangeArrowheads="1"/>
          </p:cNvSpPr>
          <p:nvPr/>
        </p:nvSpPr>
        <p:spPr bwMode="auto">
          <a:xfrm>
            <a:off x="2743200" y="1600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84" name="Rectangle 204"/>
          <p:cNvSpPr>
            <a:spLocks noChangeArrowheads="1"/>
          </p:cNvSpPr>
          <p:nvPr/>
        </p:nvSpPr>
        <p:spPr bwMode="auto">
          <a:xfrm>
            <a:off x="2743200" y="1981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46285" name="Rectangle 205"/>
          <p:cNvSpPr>
            <a:spLocks noChangeArrowheads="1"/>
          </p:cNvSpPr>
          <p:nvPr/>
        </p:nvSpPr>
        <p:spPr bwMode="auto">
          <a:xfrm>
            <a:off x="2743200" y="2362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46286" name="Rectangle 206"/>
          <p:cNvSpPr>
            <a:spLocks noChangeArrowheads="1"/>
          </p:cNvSpPr>
          <p:nvPr/>
        </p:nvSpPr>
        <p:spPr bwMode="auto">
          <a:xfrm>
            <a:off x="27432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46287" name="Rectangle 207"/>
          <p:cNvSpPr>
            <a:spLocks noChangeArrowheads="1"/>
          </p:cNvSpPr>
          <p:nvPr/>
        </p:nvSpPr>
        <p:spPr bwMode="auto">
          <a:xfrm>
            <a:off x="27432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sp>
        <p:nvSpPr>
          <p:cNvPr id="46288" name="Rectangle 208"/>
          <p:cNvSpPr>
            <a:spLocks noChangeArrowheads="1"/>
          </p:cNvSpPr>
          <p:nvPr/>
        </p:nvSpPr>
        <p:spPr bwMode="auto">
          <a:xfrm>
            <a:off x="3124200" y="83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46289" name="Rectangle 209"/>
          <p:cNvSpPr>
            <a:spLocks noChangeArrowheads="1"/>
          </p:cNvSpPr>
          <p:nvPr/>
        </p:nvSpPr>
        <p:spPr bwMode="auto">
          <a:xfrm>
            <a:off x="3124200" y="1219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90" name="Rectangle 210"/>
          <p:cNvSpPr>
            <a:spLocks noChangeArrowheads="1"/>
          </p:cNvSpPr>
          <p:nvPr/>
        </p:nvSpPr>
        <p:spPr bwMode="auto">
          <a:xfrm>
            <a:off x="3124200" y="1600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46291" name="Rectangle 211"/>
          <p:cNvSpPr>
            <a:spLocks noChangeArrowheads="1"/>
          </p:cNvSpPr>
          <p:nvPr/>
        </p:nvSpPr>
        <p:spPr bwMode="auto">
          <a:xfrm>
            <a:off x="3124200" y="1981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92" name="Rectangle 212"/>
          <p:cNvSpPr>
            <a:spLocks noChangeArrowheads="1"/>
          </p:cNvSpPr>
          <p:nvPr/>
        </p:nvSpPr>
        <p:spPr bwMode="auto">
          <a:xfrm>
            <a:off x="3124200" y="2362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93" name="Rectangle 213"/>
          <p:cNvSpPr>
            <a:spLocks noChangeArrowheads="1"/>
          </p:cNvSpPr>
          <p:nvPr/>
        </p:nvSpPr>
        <p:spPr bwMode="auto">
          <a:xfrm>
            <a:off x="31242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46294" name="Rectangle 214"/>
          <p:cNvSpPr>
            <a:spLocks noChangeArrowheads="1"/>
          </p:cNvSpPr>
          <p:nvPr/>
        </p:nvSpPr>
        <p:spPr bwMode="auto">
          <a:xfrm>
            <a:off x="31242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46295" name="Rectangle 215"/>
          <p:cNvSpPr>
            <a:spLocks noChangeArrowheads="1"/>
          </p:cNvSpPr>
          <p:nvPr/>
        </p:nvSpPr>
        <p:spPr bwMode="auto">
          <a:xfrm>
            <a:off x="3581400" y="83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46296" name="Rectangle 216"/>
          <p:cNvSpPr>
            <a:spLocks noChangeArrowheads="1"/>
          </p:cNvSpPr>
          <p:nvPr/>
        </p:nvSpPr>
        <p:spPr bwMode="auto">
          <a:xfrm>
            <a:off x="3581400" y="1219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97" name="Rectangle 217"/>
          <p:cNvSpPr>
            <a:spLocks noChangeArrowheads="1"/>
          </p:cNvSpPr>
          <p:nvPr/>
        </p:nvSpPr>
        <p:spPr bwMode="auto">
          <a:xfrm>
            <a:off x="3581400" y="1600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98" name="Rectangle 218"/>
          <p:cNvSpPr>
            <a:spLocks noChangeArrowheads="1"/>
          </p:cNvSpPr>
          <p:nvPr/>
        </p:nvSpPr>
        <p:spPr bwMode="auto">
          <a:xfrm>
            <a:off x="3581400" y="1981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299" name="Rectangle 219"/>
          <p:cNvSpPr>
            <a:spLocks noChangeArrowheads="1"/>
          </p:cNvSpPr>
          <p:nvPr/>
        </p:nvSpPr>
        <p:spPr bwMode="auto">
          <a:xfrm>
            <a:off x="3581400" y="2362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300" name="Rectangle 220"/>
          <p:cNvSpPr>
            <a:spLocks noChangeArrowheads="1"/>
          </p:cNvSpPr>
          <p:nvPr/>
        </p:nvSpPr>
        <p:spPr bwMode="auto">
          <a:xfrm>
            <a:off x="35814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46301" name="Rectangle 221"/>
          <p:cNvSpPr>
            <a:spLocks noChangeArrowheads="1"/>
          </p:cNvSpPr>
          <p:nvPr/>
        </p:nvSpPr>
        <p:spPr bwMode="auto">
          <a:xfrm>
            <a:off x="35814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pic>
        <p:nvPicPr>
          <p:cNvPr id="46399" name="Picture 319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5248275" y="381000"/>
            <a:ext cx="2981325" cy="857250"/>
          </a:xfrm>
          <a:noFill/>
          <a:ln/>
        </p:spPr>
      </p:pic>
      <p:sp>
        <p:nvSpPr>
          <p:cNvPr id="46402" name="Rectangle 322"/>
          <p:cNvSpPr>
            <a:spLocks noChangeArrowheads="1"/>
          </p:cNvSpPr>
          <p:nvPr/>
        </p:nvSpPr>
        <p:spPr bwMode="auto">
          <a:xfrm>
            <a:off x="152400" y="7620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6403" name="Rectangle 323"/>
          <p:cNvSpPr>
            <a:spLocks noChangeArrowheads="1"/>
          </p:cNvSpPr>
          <p:nvPr/>
        </p:nvSpPr>
        <p:spPr bwMode="auto">
          <a:xfrm>
            <a:off x="152400" y="1219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6404" name="Rectangle 324"/>
          <p:cNvSpPr>
            <a:spLocks noChangeArrowheads="1"/>
          </p:cNvSpPr>
          <p:nvPr/>
        </p:nvSpPr>
        <p:spPr bwMode="auto">
          <a:xfrm>
            <a:off x="152400" y="1600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6405" name="Rectangle 325"/>
          <p:cNvSpPr>
            <a:spLocks noChangeArrowheads="1"/>
          </p:cNvSpPr>
          <p:nvPr/>
        </p:nvSpPr>
        <p:spPr bwMode="auto">
          <a:xfrm>
            <a:off x="152400" y="1981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6406" name="Rectangle 326"/>
          <p:cNvSpPr>
            <a:spLocks noChangeArrowheads="1"/>
          </p:cNvSpPr>
          <p:nvPr/>
        </p:nvSpPr>
        <p:spPr bwMode="auto">
          <a:xfrm>
            <a:off x="152400" y="2362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6407" name="Rectangle 327"/>
          <p:cNvSpPr>
            <a:spLocks noChangeArrowheads="1"/>
          </p:cNvSpPr>
          <p:nvPr/>
        </p:nvSpPr>
        <p:spPr bwMode="auto">
          <a:xfrm>
            <a:off x="152400" y="2743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6408" name="Rectangle 328"/>
          <p:cNvSpPr>
            <a:spLocks noChangeArrowheads="1"/>
          </p:cNvSpPr>
          <p:nvPr/>
        </p:nvSpPr>
        <p:spPr bwMode="auto">
          <a:xfrm>
            <a:off x="152400" y="3124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6409" name="Rectangle 329"/>
          <p:cNvSpPr>
            <a:spLocks noChangeArrowheads="1"/>
          </p:cNvSpPr>
          <p:nvPr/>
        </p:nvSpPr>
        <p:spPr bwMode="auto">
          <a:xfrm>
            <a:off x="1066800" y="762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6410" name="Rectangle 330"/>
          <p:cNvSpPr>
            <a:spLocks noChangeArrowheads="1"/>
          </p:cNvSpPr>
          <p:nvPr/>
        </p:nvSpPr>
        <p:spPr bwMode="auto">
          <a:xfrm>
            <a:off x="1524000" y="762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6411" name="Rectangle 331"/>
          <p:cNvSpPr>
            <a:spLocks noChangeArrowheads="1"/>
          </p:cNvSpPr>
          <p:nvPr/>
        </p:nvSpPr>
        <p:spPr bwMode="auto">
          <a:xfrm>
            <a:off x="1905000" y="762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6412" name="Rectangle 332"/>
          <p:cNvSpPr>
            <a:spLocks noChangeArrowheads="1"/>
          </p:cNvSpPr>
          <p:nvPr/>
        </p:nvSpPr>
        <p:spPr bwMode="auto">
          <a:xfrm>
            <a:off x="2362200" y="762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6413" name="Rectangle 333"/>
          <p:cNvSpPr>
            <a:spLocks noChangeArrowheads="1"/>
          </p:cNvSpPr>
          <p:nvPr/>
        </p:nvSpPr>
        <p:spPr bwMode="auto">
          <a:xfrm>
            <a:off x="2819400" y="762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6414" name="Rectangle 334"/>
          <p:cNvSpPr>
            <a:spLocks noChangeArrowheads="1"/>
          </p:cNvSpPr>
          <p:nvPr/>
        </p:nvSpPr>
        <p:spPr bwMode="auto">
          <a:xfrm>
            <a:off x="3200400" y="762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6415" name="Rectangle 335"/>
          <p:cNvSpPr>
            <a:spLocks noChangeArrowheads="1"/>
          </p:cNvSpPr>
          <p:nvPr/>
        </p:nvSpPr>
        <p:spPr bwMode="auto">
          <a:xfrm>
            <a:off x="3657600" y="762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graphicFrame>
        <p:nvGraphicFramePr>
          <p:cNvPr id="46607" name="Group 527"/>
          <p:cNvGraphicFramePr>
            <a:graphicFrameLocks noGrp="1"/>
          </p:cNvGraphicFramePr>
          <p:nvPr>
            <p:ph sz="half" idx="2"/>
          </p:nvPr>
        </p:nvGraphicFramePr>
        <p:xfrm>
          <a:off x="5257800" y="1752600"/>
          <a:ext cx="3352800" cy="3263265"/>
        </p:xfrm>
        <a:graphic>
          <a:graphicData uri="http://schemas.openxmlformats.org/drawingml/2006/table">
            <a:tbl>
              <a:tblPr/>
              <a:tblGrid>
                <a:gridCol w="490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6527" name="Rectangle 447"/>
          <p:cNvSpPr>
            <a:spLocks noChangeArrowheads="1"/>
          </p:cNvSpPr>
          <p:nvPr/>
        </p:nvSpPr>
        <p:spPr bwMode="auto">
          <a:xfrm>
            <a:off x="1143000" y="5181600"/>
            <a:ext cx="21336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solidFill>
                  <a:srgbClr val="0000FF"/>
                </a:solidFill>
                <a:latin typeface="VNI-Times" pitchFamily="2" charset="0"/>
              </a:rPr>
              <a:t>i khoâng noái vôùi j</a:t>
            </a:r>
          </a:p>
          <a:p>
            <a:pPr algn="ctr">
              <a:buFont typeface="Wingdings" pitchFamily="2" charset="2"/>
              <a:buChar char="à"/>
            </a:pPr>
            <a:r>
              <a:rPr lang="en-US" sz="2400">
                <a:solidFill>
                  <a:srgbClr val="0000FF"/>
                </a:solidFill>
                <a:latin typeface="VNI-Times" pitchFamily="2" charset="0"/>
                <a:sym typeface="Wingdings" pitchFamily="2" charset="2"/>
              </a:rPr>
              <a:t>vieát 0</a:t>
            </a:r>
            <a:r>
              <a:rPr lang="en-US" sz="2400">
                <a:solidFill>
                  <a:srgbClr val="0000FF"/>
                </a:solidFill>
                <a:latin typeface="VNI-Times" pitchFamily="2" charset="0"/>
              </a:rPr>
              <a:t> </a:t>
            </a:r>
          </a:p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FF"/>
                </a:solidFill>
                <a:latin typeface="VNI-Times" pitchFamily="2" charset="0"/>
              </a:rPr>
              <a:t>C</a:t>
            </a:r>
            <a:r>
              <a:rPr lang="en-US" sz="2400">
                <a:solidFill>
                  <a:srgbClr val="0000FF"/>
                </a:solidFill>
              </a:rPr>
              <a:t>ác ô còn lại</a:t>
            </a:r>
          </a:p>
        </p:txBody>
      </p:sp>
      <p:sp>
        <p:nvSpPr>
          <p:cNvPr id="46528" name="Rectangle 448"/>
          <p:cNvSpPr>
            <a:spLocks noChangeArrowheads="1"/>
          </p:cNvSpPr>
          <p:nvPr/>
        </p:nvSpPr>
        <p:spPr bwMode="auto">
          <a:xfrm>
            <a:off x="1295400" y="4114800"/>
            <a:ext cx="17526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solidFill>
                  <a:srgbClr val="0000FF"/>
                </a:solidFill>
                <a:latin typeface="VNI-Times" pitchFamily="2" charset="0"/>
              </a:rPr>
              <a:t>i  noái vôùi j</a:t>
            </a:r>
          </a:p>
          <a:p>
            <a:pPr algn="ctr"/>
            <a:r>
              <a:rPr lang="en-US" sz="2400">
                <a:solidFill>
                  <a:srgbClr val="0000FF"/>
                </a:solidFill>
                <a:latin typeface="VNI-Times" pitchFamily="2" charset="0"/>
                <a:sym typeface="Wingdings" pitchFamily="2" charset="2"/>
              </a:rPr>
              <a:t> vieát j</a:t>
            </a:r>
            <a:endParaRPr lang="en-US" sz="2400">
              <a:solidFill>
                <a:srgbClr val="0000FF"/>
              </a:solidFill>
              <a:latin typeface="VNI-Times" pitchFamily="2" charset="0"/>
            </a:endParaRPr>
          </a:p>
        </p:txBody>
      </p:sp>
      <p:grpSp>
        <p:nvGrpSpPr>
          <p:cNvPr id="2" name="Group 533"/>
          <p:cNvGrpSpPr>
            <a:grpSpLocks/>
          </p:cNvGrpSpPr>
          <p:nvPr/>
        </p:nvGrpSpPr>
        <p:grpSpPr bwMode="auto">
          <a:xfrm>
            <a:off x="76200" y="838200"/>
            <a:ext cx="4343400" cy="3657600"/>
            <a:chOff x="48" y="528"/>
            <a:chExt cx="2736" cy="2304"/>
          </a:xfrm>
        </p:grpSpPr>
        <p:sp>
          <p:nvSpPr>
            <p:cNvPr id="46546" name="Line 466"/>
            <p:cNvSpPr>
              <a:spLocks noChangeShapeType="1"/>
            </p:cNvSpPr>
            <p:nvPr/>
          </p:nvSpPr>
          <p:spPr bwMode="auto">
            <a:xfrm flipV="1">
              <a:off x="1584" y="21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533" name="Line 453"/>
            <p:cNvSpPr>
              <a:spLocks noChangeShapeType="1"/>
            </p:cNvSpPr>
            <p:nvPr/>
          </p:nvSpPr>
          <p:spPr bwMode="auto">
            <a:xfrm>
              <a:off x="48" y="528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538" name="Line 458"/>
            <p:cNvSpPr>
              <a:spLocks noChangeShapeType="1"/>
            </p:cNvSpPr>
            <p:nvPr/>
          </p:nvSpPr>
          <p:spPr bwMode="auto">
            <a:xfrm>
              <a:off x="48" y="816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540" name="Line 460"/>
            <p:cNvSpPr>
              <a:spLocks noChangeShapeType="1"/>
            </p:cNvSpPr>
            <p:nvPr/>
          </p:nvSpPr>
          <p:spPr bwMode="auto">
            <a:xfrm>
              <a:off x="48" y="1056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544" name="Line 464"/>
            <p:cNvSpPr>
              <a:spLocks noChangeShapeType="1"/>
            </p:cNvSpPr>
            <p:nvPr/>
          </p:nvSpPr>
          <p:spPr bwMode="auto">
            <a:xfrm flipV="1">
              <a:off x="1296" y="216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547" name="Line 467"/>
            <p:cNvSpPr>
              <a:spLocks noChangeShapeType="1"/>
            </p:cNvSpPr>
            <p:nvPr/>
          </p:nvSpPr>
          <p:spPr bwMode="auto">
            <a:xfrm flipV="1">
              <a:off x="1776" y="216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551" name="Line 471"/>
            <p:cNvSpPr>
              <a:spLocks noChangeShapeType="1"/>
            </p:cNvSpPr>
            <p:nvPr/>
          </p:nvSpPr>
          <p:spPr bwMode="auto">
            <a:xfrm flipV="1">
              <a:off x="1488" y="1872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552" name="Line 472"/>
            <p:cNvSpPr>
              <a:spLocks noChangeShapeType="1"/>
            </p:cNvSpPr>
            <p:nvPr/>
          </p:nvSpPr>
          <p:spPr bwMode="auto">
            <a:xfrm flipV="1">
              <a:off x="1728" y="1872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557" name="Line 477"/>
            <p:cNvSpPr>
              <a:spLocks noChangeShapeType="1"/>
            </p:cNvSpPr>
            <p:nvPr/>
          </p:nvSpPr>
          <p:spPr bwMode="auto">
            <a:xfrm flipH="1">
              <a:off x="2112" y="52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558" name="Line 478"/>
            <p:cNvSpPr>
              <a:spLocks noChangeShapeType="1"/>
            </p:cNvSpPr>
            <p:nvPr/>
          </p:nvSpPr>
          <p:spPr bwMode="auto">
            <a:xfrm flipH="1">
              <a:off x="2352" y="67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559" name="Line 479"/>
            <p:cNvSpPr>
              <a:spLocks noChangeShapeType="1"/>
            </p:cNvSpPr>
            <p:nvPr/>
          </p:nvSpPr>
          <p:spPr bwMode="auto">
            <a:xfrm flipH="1">
              <a:off x="2160" y="105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560" name="Line 480"/>
            <p:cNvSpPr>
              <a:spLocks noChangeShapeType="1"/>
            </p:cNvSpPr>
            <p:nvPr/>
          </p:nvSpPr>
          <p:spPr bwMode="auto">
            <a:xfrm flipH="1">
              <a:off x="1824" y="144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562" name="Line 482"/>
            <p:cNvSpPr>
              <a:spLocks noChangeShapeType="1"/>
            </p:cNvSpPr>
            <p:nvPr/>
          </p:nvSpPr>
          <p:spPr bwMode="auto">
            <a:xfrm>
              <a:off x="2784" y="528"/>
              <a:ext cx="0" cy="2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563" name="Line 483"/>
            <p:cNvSpPr>
              <a:spLocks noChangeShapeType="1"/>
            </p:cNvSpPr>
            <p:nvPr/>
          </p:nvSpPr>
          <p:spPr bwMode="auto">
            <a:xfrm flipH="1">
              <a:off x="1920" y="2832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567" name="Line 487"/>
            <p:cNvSpPr>
              <a:spLocks noChangeShapeType="1"/>
            </p:cNvSpPr>
            <p:nvPr/>
          </p:nvSpPr>
          <p:spPr bwMode="auto">
            <a:xfrm>
              <a:off x="48" y="528"/>
              <a:ext cx="0" cy="2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568" name="Line 488"/>
            <p:cNvSpPr>
              <a:spLocks noChangeShapeType="1"/>
            </p:cNvSpPr>
            <p:nvPr/>
          </p:nvSpPr>
          <p:spPr bwMode="auto">
            <a:xfrm>
              <a:off x="48" y="283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583" name="Rectangle 503"/>
          <p:cNvSpPr>
            <a:spLocks noChangeArrowheads="1"/>
          </p:cNvSpPr>
          <p:nvPr/>
        </p:nvSpPr>
        <p:spPr bwMode="auto">
          <a:xfrm>
            <a:off x="4876800" y="2133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6584" name="Rectangle 504"/>
          <p:cNvSpPr>
            <a:spLocks noChangeArrowheads="1"/>
          </p:cNvSpPr>
          <p:nvPr/>
        </p:nvSpPr>
        <p:spPr bwMode="auto">
          <a:xfrm>
            <a:off x="4876800" y="2514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6585" name="Rectangle 505"/>
          <p:cNvSpPr>
            <a:spLocks noChangeArrowheads="1"/>
          </p:cNvSpPr>
          <p:nvPr/>
        </p:nvSpPr>
        <p:spPr bwMode="auto">
          <a:xfrm>
            <a:off x="4876800" y="2971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6586" name="Rectangle 506"/>
          <p:cNvSpPr>
            <a:spLocks noChangeArrowheads="1"/>
          </p:cNvSpPr>
          <p:nvPr/>
        </p:nvSpPr>
        <p:spPr bwMode="auto">
          <a:xfrm>
            <a:off x="4876800" y="3352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6587" name="Rectangle 507"/>
          <p:cNvSpPr>
            <a:spLocks noChangeArrowheads="1"/>
          </p:cNvSpPr>
          <p:nvPr/>
        </p:nvSpPr>
        <p:spPr bwMode="auto">
          <a:xfrm>
            <a:off x="4876800" y="38100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6588" name="Rectangle 508"/>
          <p:cNvSpPr>
            <a:spLocks noChangeArrowheads="1"/>
          </p:cNvSpPr>
          <p:nvPr/>
        </p:nvSpPr>
        <p:spPr bwMode="auto">
          <a:xfrm>
            <a:off x="4876800" y="41910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6589" name="Rectangle 509"/>
          <p:cNvSpPr>
            <a:spLocks noChangeArrowheads="1"/>
          </p:cNvSpPr>
          <p:nvPr/>
        </p:nvSpPr>
        <p:spPr bwMode="auto">
          <a:xfrm>
            <a:off x="4876800" y="4648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46590" name="Rectangle 510"/>
          <p:cNvSpPr>
            <a:spLocks noChangeArrowheads="1"/>
          </p:cNvSpPr>
          <p:nvPr/>
        </p:nvSpPr>
        <p:spPr bwMode="auto">
          <a:xfrm>
            <a:off x="5791200" y="13716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6591" name="Rectangle 511"/>
          <p:cNvSpPr>
            <a:spLocks noChangeArrowheads="1"/>
          </p:cNvSpPr>
          <p:nvPr/>
        </p:nvSpPr>
        <p:spPr bwMode="auto">
          <a:xfrm>
            <a:off x="6172200" y="13716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6592" name="Rectangle 512"/>
          <p:cNvSpPr>
            <a:spLocks noChangeArrowheads="1"/>
          </p:cNvSpPr>
          <p:nvPr/>
        </p:nvSpPr>
        <p:spPr bwMode="auto">
          <a:xfrm>
            <a:off x="6629400" y="13716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6593" name="Rectangle 513"/>
          <p:cNvSpPr>
            <a:spLocks noChangeArrowheads="1"/>
          </p:cNvSpPr>
          <p:nvPr/>
        </p:nvSpPr>
        <p:spPr bwMode="auto">
          <a:xfrm>
            <a:off x="7010400" y="13716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6594" name="Rectangle 514"/>
          <p:cNvSpPr>
            <a:spLocks noChangeArrowheads="1"/>
          </p:cNvSpPr>
          <p:nvPr/>
        </p:nvSpPr>
        <p:spPr bwMode="auto">
          <a:xfrm>
            <a:off x="7467600" y="13716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6595" name="Rectangle 515"/>
          <p:cNvSpPr>
            <a:spLocks noChangeArrowheads="1"/>
          </p:cNvSpPr>
          <p:nvPr/>
        </p:nvSpPr>
        <p:spPr bwMode="auto">
          <a:xfrm>
            <a:off x="7924800" y="13716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46596" name="Rectangle 516"/>
          <p:cNvSpPr>
            <a:spLocks noChangeArrowheads="1"/>
          </p:cNvSpPr>
          <p:nvPr/>
        </p:nvSpPr>
        <p:spPr bwMode="auto">
          <a:xfrm>
            <a:off x="8229600" y="13716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grpSp>
        <p:nvGrpSpPr>
          <p:cNvPr id="3" name="Group 576"/>
          <p:cNvGrpSpPr>
            <a:grpSpLocks/>
          </p:cNvGrpSpPr>
          <p:nvPr/>
        </p:nvGrpSpPr>
        <p:grpSpPr bwMode="auto">
          <a:xfrm>
            <a:off x="6172200" y="2209800"/>
            <a:ext cx="2438400" cy="2743200"/>
            <a:chOff x="3888" y="1392"/>
            <a:chExt cx="1536" cy="1728"/>
          </a:xfrm>
        </p:grpSpPr>
        <p:sp>
          <p:nvSpPr>
            <p:cNvPr id="46598" name="Rectangle 518"/>
            <p:cNvSpPr>
              <a:spLocks noChangeArrowheads="1"/>
            </p:cNvSpPr>
            <p:nvPr/>
          </p:nvSpPr>
          <p:spPr bwMode="auto">
            <a:xfrm>
              <a:off x="388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46599" name="Rectangle 519"/>
            <p:cNvSpPr>
              <a:spLocks noChangeArrowheads="1"/>
            </p:cNvSpPr>
            <p:nvPr/>
          </p:nvSpPr>
          <p:spPr bwMode="auto">
            <a:xfrm>
              <a:off x="4896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46600" name="Rectangle 520"/>
            <p:cNvSpPr>
              <a:spLocks noChangeArrowheads="1"/>
            </p:cNvSpPr>
            <p:nvPr/>
          </p:nvSpPr>
          <p:spPr bwMode="auto">
            <a:xfrm>
              <a:off x="5184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6</a:t>
              </a:r>
            </a:p>
          </p:txBody>
        </p:sp>
        <p:sp>
          <p:nvSpPr>
            <p:cNvPr id="46601" name="Rectangle 521"/>
            <p:cNvSpPr>
              <a:spLocks noChangeArrowheads="1"/>
            </p:cNvSpPr>
            <p:nvPr/>
          </p:nvSpPr>
          <p:spPr bwMode="auto">
            <a:xfrm>
              <a:off x="4128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46603" name="Rectangle 523"/>
            <p:cNvSpPr>
              <a:spLocks noChangeArrowheads="1"/>
            </p:cNvSpPr>
            <p:nvPr/>
          </p:nvSpPr>
          <p:spPr bwMode="auto">
            <a:xfrm>
              <a:off x="4656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46604" name="Rectangle 524"/>
            <p:cNvSpPr>
              <a:spLocks noChangeArrowheads="1"/>
            </p:cNvSpPr>
            <p:nvPr/>
          </p:nvSpPr>
          <p:spPr bwMode="auto">
            <a:xfrm>
              <a:off x="4896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46605" name="Rectangle 525"/>
            <p:cNvSpPr>
              <a:spLocks noChangeArrowheads="1"/>
            </p:cNvSpPr>
            <p:nvPr/>
          </p:nvSpPr>
          <p:spPr bwMode="auto">
            <a:xfrm>
              <a:off x="4656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46606" name="Rectangle 526"/>
            <p:cNvSpPr>
              <a:spLocks noChangeArrowheads="1"/>
            </p:cNvSpPr>
            <p:nvPr/>
          </p:nvSpPr>
          <p:spPr bwMode="auto">
            <a:xfrm>
              <a:off x="4656" y="29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46608" name="Rectangle 528"/>
            <p:cNvSpPr>
              <a:spLocks noChangeArrowheads="1"/>
            </p:cNvSpPr>
            <p:nvPr/>
          </p:nvSpPr>
          <p:spPr bwMode="auto">
            <a:xfrm>
              <a:off x="4416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46609" name="Rectangle 529"/>
            <p:cNvSpPr>
              <a:spLocks noChangeArrowheads="1"/>
            </p:cNvSpPr>
            <p:nvPr/>
          </p:nvSpPr>
          <p:spPr bwMode="auto">
            <a:xfrm>
              <a:off x="4416" y="29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46610" name="Rectangle 530"/>
            <p:cNvSpPr>
              <a:spLocks noChangeArrowheads="1"/>
            </p:cNvSpPr>
            <p:nvPr/>
          </p:nvSpPr>
          <p:spPr bwMode="auto">
            <a:xfrm>
              <a:off x="4128" y="29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46602" name="Rectangle 522"/>
            <p:cNvSpPr>
              <a:spLocks noChangeArrowheads="1"/>
            </p:cNvSpPr>
            <p:nvPr/>
          </p:nvSpPr>
          <p:spPr bwMode="auto">
            <a:xfrm>
              <a:off x="4416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</p:grpSp>
      <p:grpSp>
        <p:nvGrpSpPr>
          <p:cNvPr id="4" name="Group 577"/>
          <p:cNvGrpSpPr>
            <a:grpSpLocks/>
          </p:cNvGrpSpPr>
          <p:nvPr/>
        </p:nvGrpSpPr>
        <p:grpSpPr bwMode="auto">
          <a:xfrm>
            <a:off x="5791200" y="2209800"/>
            <a:ext cx="2819400" cy="2743200"/>
            <a:chOff x="3648" y="1392"/>
            <a:chExt cx="1776" cy="1728"/>
          </a:xfrm>
        </p:grpSpPr>
        <p:sp>
          <p:nvSpPr>
            <p:cNvPr id="46629" name="Rectangle 549"/>
            <p:cNvSpPr>
              <a:spLocks noChangeArrowheads="1"/>
            </p:cNvSpPr>
            <p:nvPr/>
          </p:nvSpPr>
          <p:spPr bwMode="auto">
            <a:xfrm>
              <a:off x="4128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43" name="Rectangle 563"/>
            <p:cNvSpPr>
              <a:spLocks noChangeArrowheads="1"/>
            </p:cNvSpPr>
            <p:nvPr/>
          </p:nvSpPr>
          <p:spPr bwMode="auto">
            <a:xfrm>
              <a:off x="5184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44" name="Rectangle 564"/>
            <p:cNvSpPr>
              <a:spLocks noChangeArrowheads="1"/>
            </p:cNvSpPr>
            <p:nvPr/>
          </p:nvSpPr>
          <p:spPr bwMode="auto">
            <a:xfrm>
              <a:off x="4896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45" name="Rectangle 565"/>
            <p:cNvSpPr>
              <a:spLocks noChangeArrowheads="1"/>
            </p:cNvSpPr>
            <p:nvPr/>
          </p:nvSpPr>
          <p:spPr bwMode="auto">
            <a:xfrm>
              <a:off x="4896" y="29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46" name="Rectangle 566"/>
            <p:cNvSpPr>
              <a:spLocks noChangeArrowheads="1"/>
            </p:cNvSpPr>
            <p:nvPr/>
          </p:nvSpPr>
          <p:spPr bwMode="auto">
            <a:xfrm>
              <a:off x="5184" y="29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14" name="Rectangle 534"/>
            <p:cNvSpPr>
              <a:spLocks noChangeArrowheads="1"/>
            </p:cNvSpPr>
            <p:nvPr/>
          </p:nvSpPr>
          <p:spPr bwMode="auto">
            <a:xfrm>
              <a:off x="3648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15" name="Rectangle 535"/>
            <p:cNvSpPr>
              <a:spLocks noChangeArrowheads="1"/>
            </p:cNvSpPr>
            <p:nvPr/>
          </p:nvSpPr>
          <p:spPr bwMode="auto">
            <a:xfrm>
              <a:off x="3648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16" name="Rectangle 536"/>
            <p:cNvSpPr>
              <a:spLocks noChangeArrowheads="1"/>
            </p:cNvSpPr>
            <p:nvPr/>
          </p:nvSpPr>
          <p:spPr bwMode="auto">
            <a:xfrm>
              <a:off x="3648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17" name="Rectangle 537"/>
            <p:cNvSpPr>
              <a:spLocks noChangeArrowheads="1"/>
            </p:cNvSpPr>
            <p:nvPr/>
          </p:nvSpPr>
          <p:spPr bwMode="auto">
            <a:xfrm>
              <a:off x="364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18" name="Rectangle 538"/>
            <p:cNvSpPr>
              <a:spLocks noChangeArrowheads="1"/>
            </p:cNvSpPr>
            <p:nvPr/>
          </p:nvSpPr>
          <p:spPr bwMode="auto">
            <a:xfrm>
              <a:off x="3648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19" name="Rectangle 539"/>
            <p:cNvSpPr>
              <a:spLocks noChangeArrowheads="1"/>
            </p:cNvSpPr>
            <p:nvPr/>
          </p:nvSpPr>
          <p:spPr bwMode="auto">
            <a:xfrm>
              <a:off x="3648" y="29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20" name="Rectangle 540"/>
            <p:cNvSpPr>
              <a:spLocks noChangeArrowheads="1"/>
            </p:cNvSpPr>
            <p:nvPr/>
          </p:nvSpPr>
          <p:spPr bwMode="auto">
            <a:xfrm>
              <a:off x="3888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21" name="Rectangle 541"/>
            <p:cNvSpPr>
              <a:spLocks noChangeArrowheads="1"/>
            </p:cNvSpPr>
            <p:nvPr/>
          </p:nvSpPr>
          <p:spPr bwMode="auto">
            <a:xfrm>
              <a:off x="3888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22" name="Rectangle 542"/>
            <p:cNvSpPr>
              <a:spLocks noChangeArrowheads="1"/>
            </p:cNvSpPr>
            <p:nvPr/>
          </p:nvSpPr>
          <p:spPr bwMode="auto">
            <a:xfrm>
              <a:off x="3888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23" name="Rectangle 543"/>
            <p:cNvSpPr>
              <a:spLocks noChangeArrowheads="1"/>
            </p:cNvSpPr>
            <p:nvPr/>
          </p:nvSpPr>
          <p:spPr bwMode="auto">
            <a:xfrm>
              <a:off x="388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24" name="Rectangle 544"/>
            <p:cNvSpPr>
              <a:spLocks noChangeArrowheads="1"/>
            </p:cNvSpPr>
            <p:nvPr/>
          </p:nvSpPr>
          <p:spPr bwMode="auto">
            <a:xfrm>
              <a:off x="3888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25" name="Rectangle 545"/>
            <p:cNvSpPr>
              <a:spLocks noChangeArrowheads="1"/>
            </p:cNvSpPr>
            <p:nvPr/>
          </p:nvSpPr>
          <p:spPr bwMode="auto">
            <a:xfrm>
              <a:off x="412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26" name="Rectangle 546"/>
            <p:cNvSpPr>
              <a:spLocks noChangeArrowheads="1"/>
            </p:cNvSpPr>
            <p:nvPr/>
          </p:nvSpPr>
          <p:spPr bwMode="auto">
            <a:xfrm>
              <a:off x="4128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27" name="Rectangle 547"/>
            <p:cNvSpPr>
              <a:spLocks noChangeArrowheads="1"/>
            </p:cNvSpPr>
            <p:nvPr/>
          </p:nvSpPr>
          <p:spPr bwMode="auto">
            <a:xfrm>
              <a:off x="4128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28" name="Rectangle 548"/>
            <p:cNvSpPr>
              <a:spLocks noChangeArrowheads="1"/>
            </p:cNvSpPr>
            <p:nvPr/>
          </p:nvSpPr>
          <p:spPr bwMode="auto">
            <a:xfrm>
              <a:off x="412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30" name="Rectangle 550"/>
            <p:cNvSpPr>
              <a:spLocks noChangeArrowheads="1"/>
            </p:cNvSpPr>
            <p:nvPr/>
          </p:nvSpPr>
          <p:spPr bwMode="auto">
            <a:xfrm>
              <a:off x="441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31" name="Rectangle 551"/>
            <p:cNvSpPr>
              <a:spLocks noChangeArrowheads="1"/>
            </p:cNvSpPr>
            <p:nvPr/>
          </p:nvSpPr>
          <p:spPr bwMode="auto">
            <a:xfrm>
              <a:off x="4416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32" name="Rectangle 552"/>
            <p:cNvSpPr>
              <a:spLocks noChangeArrowheads="1"/>
            </p:cNvSpPr>
            <p:nvPr/>
          </p:nvSpPr>
          <p:spPr bwMode="auto">
            <a:xfrm>
              <a:off x="4416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33" name="Rectangle 553"/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34" name="Rectangle 554"/>
            <p:cNvSpPr>
              <a:spLocks noChangeArrowheads="1"/>
            </p:cNvSpPr>
            <p:nvPr/>
          </p:nvSpPr>
          <p:spPr bwMode="auto">
            <a:xfrm>
              <a:off x="4656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35" name="Rectangle 555"/>
            <p:cNvSpPr>
              <a:spLocks noChangeArrowheads="1"/>
            </p:cNvSpPr>
            <p:nvPr/>
          </p:nvSpPr>
          <p:spPr bwMode="auto">
            <a:xfrm>
              <a:off x="4896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36" name="Rectangle 556"/>
            <p:cNvSpPr>
              <a:spLocks noChangeArrowheads="1"/>
            </p:cNvSpPr>
            <p:nvPr/>
          </p:nvSpPr>
          <p:spPr bwMode="auto">
            <a:xfrm>
              <a:off x="5184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37" name="Rectangle 557"/>
            <p:cNvSpPr>
              <a:spLocks noChangeArrowheads="1"/>
            </p:cNvSpPr>
            <p:nvPr/>
          </p:nvSpPr>
          <p:spPr bwMode="auto">
            <a:xfrm>
              <a:off x="465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38" name="Rectangle 558"/>
            <p:cNvSpPr>
              <a:spLocks noChangeArrowheads="1"/>
            </p:cNvSpPr>
            <p:nvPr/>
          </p:nvSpPr>
          <p:spPr bwMode="auto">
            <a:xfrm>
              <a:off x="5184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39" name="Rectangle 559"/>
            <p:cNvSpPr>
              <a:spLocks noChangeArrowheads="1"/>
            </p:cNvSpPr>
            <p:nvPr/>
          </p:nvSpPr>
          <p:spPr bwMode="auto">
            <a:xfrm>
              <a:off x="4896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40" name="Rectangle 560"/>
            <p:cNvSpPr>
              <a:spLocks noChangeArrowheads="1"/>
            </p:cNvSpPr>
            <p:nvPr/>
          </p:nvSpPr>
          <p:spPr bwMode="auto">
            <a:xfrm>
              <a:off x="5184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41" name="Rectangle 561"/>
            <p:cNvSpPr>
              <a:spLocks noChangeArrowheads="1"/>
            </p:cNvSpPr>
            <p:nvPr/>
          </p:nvSpPr>
          <p:spPr bwMode="auto">
            <a:xfrm>
              <a:off x="5184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42" name="Rectangle 562"/>
            <p:cNvSpPr>
              <a:spLocks noChangeArrowheads="1"/>
            </p:cNvSpPr>
            <p:nvPr/>
          </p:nvSpPr>
          <p:spPr bwMode="auto">
            <a:xfrm>
              <a:off x="489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47" name="Rectangle 567"/>
            <p:cNvSpPr>
              <a:spLocks noChangeArrowheads="1"/>
            </p:cNvSpPr>
            <p:nvPr/>
          </p:nvSpPr>
          <p:spPr bwMode="auto">
            <a:xfrm>
              <a:off x="364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48" name="Rectangle 568"/>
            <p:cNvSpPr>
              <a:spLocks noChangeArrowheads="1"/>
            </p:cNvSpPr>
            <p:nvPr/>
          </p:nvSpPr>
          <p:spPr bwMode="auto">
            <a:xfrm>
              <a:off x="4656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49" name="Rectangle 569"/>
            <p:cNvSpPr>
              <a:spLocks noChangeArrowheads="1"/>
            </p:cNvSpPr>
            <p:nvPr/>
          </p:nvSpPr>
          <p:spPr bwMode="auto">
            <a:xfrm>
              <a:off x="4656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46651" name="Rectangle 571"/>
            <p:cNvSpPr>
              <a:spLocks noChangeArrowheads="1"/>
            </p:cNvSpPr>
            <p:nvPr/>
          </p:nvSpPr>
          <p:spPr bwMode="auto">
            <a:xfrm>
              <a:off x="3888" y="29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</p:grpSp>
      <p:sp>
        <p:nvSpPr>
          <p:cNvPr id="46655" name="Rectangle 575"/>
          <p:cNvSpPr>
            <a:spLocks noChangeArrowheads="1"/>
          </p:cNvSpPr>
          <p:nvPr/>
        </p:nvSpPr>
        <p:spPr bwMode="auto">
          <a:xfrm>
            <a:off x="4343400" y="5181600"/>
            <a:ext cx="3352800" cy="1066800"/>
          </a:xfrm>
          <a:prstGeom prst="rect">
            <a:avLst/>
          </a:prstGeom>
          <a:noFill/>
          <a:ln w="381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FF0000"/>
                </a:solidFill>
              </a:rPr>
              <a:t>Đã có L</a:t>
            </a:r>
            <a:r>
              <a:rPr lang="en-US" sz="2000" b="1" baseline="-25000">
                <a:solidFill>
                  <a:srgbClr val="FF0000"/>
                </a:solidFill>
              </a:rPr>
              <a:t>0</a:t>
            </a:r>
            <a:r>
              <a:rPr lang="en-US" sz="2000" b="1">
                <a:solidFill>
                  <a:srgbClr val="FF0000"/>
                </a:solidFill>
              </a:rPr>
              <a:t> và P</a:t>
            </a:r>
            <a:r>
              <a:rPr lang="en-US" sz="2000" b="1" baseline="-25000">
                <a:solidFill>
                  <a:srgbClr val="FF0000"/>
                </a:solidFill>
              </a:rPr>
              <a:t>0</a:t>
            </a:r>
            <a:r>
              <a:rPr lang="en-US" sz="2000" b="1">
                <a:solidFill>
                  <a:srgbClr val="FF0000"/>
                </a:solidFill>
              </a:rPr>
              <a:t>. Bây giờ ta</a:t>
            </a:r>
          </a:p>
          <a:p>
            <a:pPr algn="ctr"/>
            <a:r>
              <a:rPr lang="en-US" sz="2000" b="1">
                <a:solidFill>
                  <a:srgbClr val="FF0000"/>
                </a:solidFill>
              </a:rPr>
              <a:t>bắt đầu tìm L</a:t>
            </a:r>
            <a:r>
              <a:rPr lang="en-US" sz="2000" b="1" baseline="-25000">
                <a:solidFill>
                  <a:srgbClr val="FF0000"/>
                </a:solidFill>
              </a:rPr>
              <a:t>1</a:t>
            </a:r>
            <a:r>
              <a:rPr lang="en-US" sz="2000" b="1">
                <a:solidFill>
                  <a:srgbClr val="FF0000"/>
                </a:solidFill>
              </a:rPr>
              <a:t> và P</a:t>
            </a:r>
            <a:r>
              <a:rPr lang="en-US" sz="2000" b="1" baseline="-25000">
                <a:solidFill>
                  <a:srgbClr val="FF0000"/>
                </a:solidFill>
              </a:rPr>
              <a:t>1</a:t>
            </a:r>
            <a:r>
              <a:rPr lang="en-US" sz="2000" b="1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US" sz="2000" b="1">
                <a:solidFill>
                  <a:srgbClr val="FF0000"/>
                </a:solidFill>
              </a:rPr>
              <a:t>dựa vào L</a:t>
            </a:r>
            <a:r>
              <a:rPr lang="en-US" sz="2000" b="1" baseline="-25000">
                <a:solidFill>
                  <a:srgbClr val="FF0000"/>
                </a:solidFill>
              </a:rPr>
              <a:t>0</a:t>
            </a:r>
            <a:r>
              <a:rPr lang="en-US" sz="2000" b="1">
                <a:solidFill>
                  <a:srgbClr val="FF0000"/>
                </a:solidFill>
              </a:rPr>
              <a:t> và P</a:t>
            </a:r>
            <a:r>
              <a:rPr lang="en-US" sz="2000" b="1" baseline="-25000">
                <a:solidFill>
                  <a:srgbClr val="FF0000"/>
                </a:solidFill>
              </a:rPr>
              <a:t>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6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6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6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6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6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6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6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6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6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6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6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6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6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6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6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27" grpId="0" animBg="1"/>
      <p:bldP spid="46528" grpId="0" animBg="1"/>
      <p:bldP spid="46583" grpId="0"/>
      <p:bldP spid="46584" grpId="0"/>
      <p:bldP spid="46585" grpId="0"/>
      <p:bldP spid="46586" grpId="0"/>
      <p:bldP spid="46587" grpId="0"/>
      <p:bldP spid="46588" grpId="0"/>
      <p:bldP spid="46589" grpId="0"/>
      <p:bldP spid="46590" grpId="0"/>
      <p:bldP spid="46591" grpId="0"/>
      <p:bldP spid="46592" grpId="0"/>
      <p:bldP spid="46593" grpId="0"/>
      <p:bldP spid="46594" grpId="0"/>
      <p:bldP spid="46595" grpId="0"/>
      <p:bldP spid="46596" grpId="0"/>
      <p:bldP spid="4665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8" name="Group 4"/>
          <p:cNvGraphicFramePr>
            <a:graphicFrameLocks noGrp="1"/>
          </p:cNvGraphicFramePr>
          <p:nvPr/>
        </p:nvGraphicFramePr>
        <p:xfrm>
          <a:off x="685800" y="8001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7431" name="Rectangle 87"/>
          <p:cNvSpPr>
            <a:spLocks noChangeArrowheads="1"/>
          </p:cNvSpPr>
          <p:nvPr/>
        </p:nvSpPr>
        <p:spPr bwMode="auto">
          <a:xfrm>
            <a:off x="12192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7432" name="Rectangle 88"/>
          <p:cNvSpPr>
            <a:spLocks noChangeArrowheads="1"/>
          </p:cNvSpPr>
          <p:nvPr/>
        </p:nvSpPr>
        <p:spPr bwMode="auto">
          <a:xfrm>
            <a:off x="12192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33" name="Rectangle 89"/>
          <p:cNvSpPr>
            <a:spLocks noChangeArrowheads="1"/>
          </p:cNvSpPr>
          <p:nvPr/>
        </p:nvSpPr>
        <p:spPr bwMode="auto">
          <a:xfrm>
            <a:off x="12192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34" name="Rectangle 90"/>
          <p:cNvSpPr>
            <a:spLocks noChangeArrowheads="1"/>
          </p:cNvSpPr>
          <p:nvPr/>
        </p:nvSpPr>
        <p:spPr bwMode="auto">
          <a:xfrm>
            <a:off x="1219200" y="27051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35" name="Rectangle 91"/>
          <p:cNvSpPr>
            <a:spLocks noChangeArrowheads="1"/>
          </p:cNvSpPr>
          <p:nvPr/>
        </p:nvSpPr>
        <p:spPr bwMode="auto">
          <a:xfrm>
            <a:off x="12192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36" name="Rectangle 92"/>
          <p:cNvSpPr>
            <a:spLocks noChangeArrowheads="1"/>
          </p:cNvSpPr>
          <p:nvPr/>
        </p:nvSpPr>
        <p:spPr bwMode="auto">
          <a:xfrm>
            <a:off x="12192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57437" name="Rectangle 93"/>
          <p:cNvSpPr>
            <a:spLocks noChangeArrowheads="1"/>
          </p:cNvSpPr>
          <p:nvPr/>
        </p:nvSpPr>
        <p:spPr bwMode="auto">
          <a:xfrm>
            <a:off x="1219200" y="3619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57438" name="Rectangle 94"/>
          <p:cNvSpPr>
            <a:spLocks noChangeArrowheads="1"/>
          </p:cNvSpPr>
          <p:nvPr/>
        </p:nvSpPr>
        <p:spPr bwMode="auto">
          <a:xfrm>
            <a:off x="16002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57439" name="Rectangle 95"/>
          <p:cNvSpPr>
            <a:spLocks noChangeArrowheads="1"/>
          </p:cNvSpPr>
          <p:nvPr/>
        </p:nvSpPr>
        <p:spPr bwMode="auto">
          <a:xfrm>
            <a:off x="16002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7440" name="Rectangle 96"/>
          <p:cNvSpPr>
            <a:spLocks noChangeArrowheads="1"/>
          </p:cNvSpPr>
          <p:nvPr/>
        </p:nvSpPr>
        <p:spPr bwMode="auto">
          <a:xfrm>
            <a:off x="16002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41" name="Rectangle 97"/>
          <p:cNvSpPr>
            <a:spLocks noChangeArrowheads="1"/>
          </p:cNvSpPr>
          <p:nvPr/>
        </p:nvSpPr>
        <p:spPr bwMode="auto">
          <a:xfrm>
            <a:off x="16002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42" name="Rectangle 98"/>
          <p:cNvSpPr>
            <a:spLocks noChangeArrowheads="1"/>
          </p:cNvSpPr>
          <p:nvPr/>
        </p:nvSpPr>
        <p:spPr bwMode="auto">
          <a:xfrm>
            <a:off x="1600200" y="2781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43" name="Rectangle 99"/>
          <p:cNvSpPr>
            <a:spLocks noChangeArrowheads="1"/>
          </p:cNvSpPr>
          <p:nvPr/>
        </p:nvSpPr>
        <p:spPr bwMode="auto">
          <a:xfrm>
            <a:off x="16002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44" name="Rectangle 100"/>
          <p:cNvSpPr>
            <a:spLocks noChangeArrowheads="1"/>
          </p:cNvSpPr>
          <p:nvPr/>
        </p:nvSpPr>
        <p:spPr bwMode="auto">
          <a:xfrm>
            <a:off x="1600200" y="3619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45" name="Rectangle 101"/>
          <p:cNvSpPr>
            <a:spLocks noChangeArrowheads="1"/>
          </p:cNvSpPr>
          <p:nvPr/>
        </p:nvSpPr>
        <p:spPr bwMode="auto">
          <a:xfrm>
            <a:off x="20574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46" name="Rectangle 102"/>
          <p:cNvSpPr>
            <a:spLocks noChangeArrowheads="1"/>
          </p:cNvSpPr>
          <p:nvPr/>
        </p:nvSpPr>
        <p:spPr bwMode="auto">
          <a:xfrm>
            <a:off x="20574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-4</a:t>
            </a:r>
          </a:p>
        </p:txBody>
      </p:sp>
      <p:sp>
        <p:nvSpPr>
          <p:cNvPr id="57447" name="Rectangle 103"/>
          <p:cNvSpPr>
            <a:spLocks noChangeArrowheads="1"/>
          </p:cNvSpPr>
          <p:nvPr/>
        </p:nvSpPr>
        <p:spPr bwMode="auto">
          <a:xfrm>
            <a:off x="20574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7448" name="Rectangle 104"/>
          <p:cNvSpPr>
            <a:spLocks noChangeArrowheads="1"/>
          </p:cNvSpPr>
          <p:nvPr/>
        </p:nvSpPr>
        <p:spPr bwMode="auto">
          <a:xfrm>
            <a:off x="20574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49" name="Rectangle 105"/>
          <p:cNvSpPr>
            <a:spLocks noChangeArrowheads="1"/>
          </p:cNvSpPr>
          <p:nvPr/>
        </p:nvSpPr>
        <p:spPr bwMode="auto">
          <a:xfrm>
            <a:off x="2057400" y="2781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50" name="Rectangle 106"/>
          <p:cNvSpPr>
            <a:spLocks noChangeArrowheads="1"/>
          </p:cNvSpPr>
          <p:nvPr/>
        </p:nvSpPr>
        <p:spPr bwMode="auto">
          <a:xfrm>
            <a:off x="20574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51" name="Rectangle 107"/>
          <p:cNvSpPr>
            <a:spLocks noChangeArrowheads="1"/>
          </p:cNvSpPr>
          <p:nvPr/>
        </p:nvSpPr>
        <p:spPr bwMode="auto">
          <a:xfrm>
            <a:off x="2057400" y="3619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  <a:endParaRPr lang="en-US"/>
          </a:p>
        </p:txBody>
      </p:sp>
      <p:sp>
        <p:nvSpPr>
          <p:cNvPr id="57452" name="Rectangle 108"/>
          <p:cNvSpPr>
            <a:spLocks noChangeArrowheads="1"/>
          </p:cNvSpPr>
          <p:nvPr/>
        </p:nvSpPr>
        <p:spPr bwMode="auto">
          <a:xfrm>
            <a:off x="24384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53" name="Rectangle 109"/>
          <p:cNvSpPr>
            <a:spLocks noChangeArrowheads="1"/>
          </p:cNvSpPr>
          <p:nvPr/>
        </p:nvSpPr>
        <p:spPr bwMode="auto">
          <a:xfrm>
            <a:off x="24384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54" name="Rectangle 110"/>
          <p:cNvSpPr>
            <a:spLocks noChangeArrowheads="1"/>
          </p:cNvSpPr>
          <p:nvPr/>
        </p:nvSpPr>
        <p:spPr bwMode="auto">
          <a:xfrm>
            <a:off x="24384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57455" name="Rectangle 111"/>
          <p:cNvSpPr>
            <a:spLocks noChangeArrowheads="1"/>
          </p:cNvSpPr>
          <p:nvPr/>
        </p:nvSpPr>
        <p:spPr bwMode="auto">
          <a:xfrm>
            <a:off x="24384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57456" name="Rectangle 112"/>
          <p:cNvSpPr>
            <a:spLocks noChangeArrowheads="1"/>
          </p:cNvSpPr>
          <p:nvPr/>
        </p:nvSpPr>
        <p:spPr bwMode="auto">
          <a:xfrm>
            <a:off x="2438400" y="2781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57" name="Rectangle 113"/>
          <p:cNvSpPr>
            <a:spLocks noChangeArrowheads="1"/>
          </p:cNvSpPr>
          <p:nvPr/>
        </p:nvSpPr>
        <p:spPr bwMode="auto">
          <a:xfrm>
            <a:off x="24384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57458" name="Rectangle 114"/>
          <p:cNvSpPr>
            <a:spLocks noChangeArrowheads="1"/>
          </p:cNvSpPr>
          <p:nvPr/>
        </p:nvSpPr>
        <p:spPr bwMode="auto">
          <a:xfrm>
            <a:off x="2438400" y="3619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57459" name="Rectangle 115"/>
          <p:cNvSpPr>
            <a:spLocks noChangeArrowheads="1"/>
          </p:cNvSpPr>
          <p:nvPr/>
        </p:nvSpPr>
        <p:spPr bwMode="auto">
          <a:xfrm>
            <a:off x="28956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60" name="Rectangle 116"/>
          <p:cNvSpPr>
            <a:spLocks noChangeArrowheads="1"/>
          </p:cNvSpPr>
          <p:nvPr/>
        </p:nvSpPr>
        <p:spPr bwMode="auto">
          <a:xfrm>
            <a:off x="28956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61" name="Rectangle 117"/>
          <p:cNvSpPr>
            <a:spLocks noChangeArrowheads="1"/>
          </p:cNvSpPr>
          <p:nvPr/>
        </p:nvSpPr>
        <p:spPr bwMode="auto">
          <a:xfrm>
            <a:off x="28956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62" name="Rectangle 118"/>
          <p:cNvSpPr>
            <a:spLocks noChangeArrowheads="1"/>
          </p:cNvSpPr>
          <p:nvPr/>
        </p:nvSpPr>
        <p:spPr bwMode="auto">
          <a:xfrm>
            <a:off x="28956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57463" name="Rectangle 119"/>
          <p:cNvSpPr>
            <a:spLocks noChangeArrowheads="1"/>
          </p:cNvSpPr>
          <p:nvPr/>
        </p:nvSpPr>
        <p:spPr bwMode="auto">
          <a:xfrm>
            <a:off x="2895600" y="2781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57464" name="Rectangle 120"/>
          <p:cNvSpPr>
            <a:spLocks noChangeArrowheads="1"/>
          </p:cNvSpPr>
          <p:nvPr/>
        </p:nvSpPr>
        <p:spPr bwMode="auto">
          <a:xfrm>
            <a:off x="28956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57465" name="Rectangle 121"/>
          <p:cNvSpPr>
            <a:spLocks noChangeArrowheads="1"/>
          </p:cNvSpPr>
          <p:nvPr/>
        </p:nvSpPr>
        <p:spPr bwMode="auto">
          <a:xfrm>
            <a:off x="2895600" y="3619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sp>
        <p:nvSpPr>
          <p:cNvPr id="57466" name="Rectangle 122"/>
          <p:cNvSpPr>
            <a:spLocks noChangeArrowheads="1"/>
          </p:cNvSpPr>
          <p:nvPr/>
        </p:nvSpPr>
        <p:spPr bwMode="auto">
          <a:xfrm>
            <a:off x="32766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57467" name="Rectangle 123"/>
          <p:cNvSpPr>
            <a:spLocks noChangeArrowheads="1"/>
          </p:cNvSpPr>
          <p:nvPr/>
        </p:nvSpPr>
        <p:spPr bwMode="auto">
          <a:xfrm>
            <a:off x="32766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68" name="Rectangle 124"/>
          <p:cNvSpPr>
            <a:spLocks noChangeArrowheads="1"/>
          </p:cNvSpPr>
          <p:nvPr/>
        </p:nvSpPr>
        <p:spPr bwMode="auto">
          <a:xfrm>
            <a:off x="32766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57469" name="Rectangle 125"/>
          <p:cNvSpPr>
            <a:spLocks noChangeArrowheads="1"/>
          </p:cNvSpPr>
          <p:nvPr/>
        </p:nvSpPr>
        <p:spPr bwMode="auto">
          <a:xfrm>
            <a:off x="32766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70" name="Rectangle 126"/>
          <p:cNvSpPr>
            <a:spLocks noChangeArrowheads="1"/>
          </p:cNvSpPr>
          <p:nvPr/>
        </p:nvSpPr>
        <p:spPr bwMode="auto">
          <a:xfrm>
            <a:off x="3276600" y="2781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71" name="Rectangle 127"/>
          <p:cNvSpPr>
            <a:spLocks noChangeArrowheads="1"/>
          </p:cNvSpPr>
          <p:nvPr/>
        </p:nvSpPr>
        <p:spPr bwMode="auto">
          <a:xfrm>
            <a:off x="32766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57472" name="Rectangle 128"/>
          <p:cNvSpPr>
            <a:spLocks noChangeArrowheads="1"/>
          </p:cNvSpPr>
          <p:nvPr/>
        </p:nvSpPr>
        <p:spPr bwMode="auto">
          <a:xfrm>
            <a:off x="3276600" y="3619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57473" name="Rectangle 129"/>
          <p:cNvSpPr>
            <a:spLocks noChangeArrowheads="1"/>
          </p:cNvSpPr>
          <p:nvPr/>
        </p:nvSpPr>
        <p:spPr bwMode="auto">
          <a:xfrm>
            <a:off x="3733800" y="1257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57474" name="Rectangle 130"/>
          <p:cNvSpPr>
            <a:spLocks noChangeArrowheads="1"/>
          </p:cNvSpPr>
          <p:nvPr/>
        </p:nvSpPr>
        <p:spPr bwMode="auto">
          <a:xfrm>
            <a:off x="37338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75" name="Rectangle 131"/>
          <p:cNvSpPr>
            <a:spLocks noChangeArrowheads="1"/>
          </p:cNvSpPr>
          <p:nvPr/>
        </p:nvSpPr>
        <p:spPr bwMode="auto">
          <a:xfrm>
            <a:off x="37338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76" name="Rectangle 132"/>
          <p:cNvSpPr>
            <a:spLocks noChangeArrowheads="1"/>
          </p:cNvSpPr>
          <p:nvPr/>
        </p:nvSpPr>
        <p:spPr bwMode="auto">
          <a:xfrm>
            <a:off x="37338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77" name="Rectangle 133"/>
          <p:cNvSpPr>
            <a:spLocks noChangeArrowheads="1"/>
          </p:cNvSpPr>
          <p:nvPr/>
        </p:nvSpPr>
        <p:spPr bwMode="auto">
          <a:xfrm>
            <a:off x="3733800" y="2781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78" name="Rectangle 134"/>
          <p:cNvSpPr>
            <a:spLocks noChangeArrowheads="1"/>
          </p:cNvSpPr>
          <p:nvPr/>
        </p:nvSpPr>
        <p:spPr bwMode="auto">
          <a:xfrm>
            <a:off x="3733800" y="3238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479" name="Rectangle 135"/>
          <p:cNvSpPr>
            <a:spLocks noChangeArrowheads="1"/>
          </p:cNvSpPr>
          <p:nvPr/>
        </p:nvSpPr>
        <p:spPr bwMode="auto">
          <a:xfrm>
            <a:off x="3733800" y="36195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7480" name="Rectangle 136"/>
          <p:cNvSpPr>
            <a:spLocks noChangeArrowheads="1"/>
          </p:cNvSpPr>
          <p:nvPr/>
        </p:nvSpPr>
        <p:spPr bwMode="auto">
          <a:xfrm>
            <a:off x="304800" y="11811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481" name="Rectangle 137"/>
          <p:cNvSpPr>
            <a:spLocks noChangeArrowheads="1"/>
          </p:cNvSpPr>
          <p:nvPr/>
        </p:nvSpPr>
        <p:spPr bwMode="auto">
          <a:xfrm>
            <a:off x="304800" y="1638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482" name="Rectangle 138"/>
          <p:cNvSpPr>
            <a:spLocks noChangeArrowheads="1"/>
          </p:cNvSpPr>
          <p:nvPr/>
        </p:nvSpPr>
        <p:spPr bwMode="auto">
          <a:xfrm>
            <a:off x="304800" y="2019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483" name="Rectangle 139"/>
          <p:cNvSpPr>
            <a:spLocks noChangeArrowheads="1"/>
          </p:cNvSpPr>
          <p:nvPr/>
        </p:nvSpPr>
        <p:spPr bwMode="auto">
          <a:xfrm>
            <a:off x="304800" y="2400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484" name="Rectangle 140"/>
          <p:cNvSpPr>
            <a:spLocks noChangeArrowheads="1"/>
          </p:cNvSpPr>
          <p:nvPr/>
        </p:nvSpPr>
        <p:spPr bwMode="auto">
          <a:xfrm>
            <a:off x="304800" y="2781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485" name="Rectangle 141"/>
          <p:cNvSpPr>
            <a:spLocks noChangeArrowheads="1"/>
          </p:cNvSpPr>
          <p:nvPr/>
        </p:nvSpPr>
        <p:spPr bwMode="auto">
          <a:xfrm>
            <a:off x="304800" y="3162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486" name="Rectangle 142"/>
          <p:cNvSpPr>
            <a:spLocks noChangeArrowheads="1"/>
          </p:cNvSpPr>
          <p:nvPr/>
        </p:nvSpPr>
        <p:spPr bwMode="auto">
          <a:xfrm>
            <a:off x="304800" y="35433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487" name="Rectangle 143"/>
          <p:cNvSpPr>
            <a:spLocks noChangeArrowheads="1"/>
          </p:cNvSpPr>
          <p:nvPr/>
        </p:nvSpPr>
        <p:spPr bwMode="auto">
          <a:xfrm>
            <a:off x="1295400" y="4953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488" name="Rectangle 144"/>
          <p:cNvSpPr>
            <a:spLocks noChangeArrowheads="1"/>
          </p:cNvSpPr>
          <p:nvPr/>
        </p:nvSpPr>
        <p:spPr bwMode="auto">
          <a:xfrm>
            <a:off x="1752600" y="4953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489" name="Rectangle 145"/>
          <p:cNvSpPr>
            <a:spLocks noChangeArrowheads="1"/>
          </p:cNvSpPr>
          <p:nvPr/>
        </p:nvSpPr>
        <p:spPr bwMode="auto">
          <a:xfrm>
            <a:off x="2133600" y="4953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490" name="Rectangle 146"/>
          <p:cNvSpPr>
            <a:spLocks noChangeArrowheads="1"/>
          </p:cNvSpPr>
          <p:nvPr/>
        </p:nvSpPr>
        <p:spPr bwMode="auto">
          <a:xfrm>
            <a:off x="2590800" y="4953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491" name="Rectangle 147"/>
          <p:cNvSpPr>
            <a:spLocks noChangeArrowheads="1"/>
          </p:cNvSpPr>
          <p:nvPr/>
        </p:nvSpPr>
        <p:spPr bwMode="auto">
          <a:xfrm>
            <a:off x="3048000" y="4953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492" name="Rectangle 148"/>
          <p:cNvSpPr>
            <a:spLocks noChangeArrowheads="1"/>
          </p:cNvSpPr>
          <p:nvPr/>
        </p:nvSpPr>
        <p:spPr bwMode="auto">
          <a:xfrm>
            <a:off x="3429000" y="4953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493" name="Rectangle 149"/>
          <p:cNvSpPr>
            <a:spLocks noChangeArrowheads="1"/>
          </p:cNvSpPr>
          <p:nvPr/>
        </p:nvSpPr>
        <p:spPr bwMode="auto">
          <a:xfrm>
            <a:off x="3886200" y="4953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494" name="Rectangle 150"/>
          <p:cNvSpPr>
            <a:spLocks noChangeArrowheads="1"/>
          </p:cNvSpPr>
          <p:nvPr/>
        </p:nvSpPr>
        <p:spPr bwMode="auto">
          <a:xfrm>
            <a:off x="4343400" y="304800"/>
            <a:ext cx="1676400" cy="6096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800" b="1">
                <a:solidFill>
                  <a:srgbClr val="FF0000"/>
                </a:solidFill>
              </a:rPr>
              <a:t>ìm L</a:t>
            </a:r>
            <a:r>
              <a:rPr lang="en-US" sz="2800" b="1" baseline="-25000">
                <a:solidFill>
                  <a:srgbClr val="FF0000"/>
                </a:solidFill>
              </a:rPr>
              <a:t>1</a:t>
            </a:r>
          </a:p>
        </p:txBody>
      </p:sp>
      <p:grpSp>
        <p:nvGrpSpPr>
          <p:cNvPr id="2" name="Group 153"/>
          <p:cNvGrpSpPr>
            <a:grpSpLocks/>
          </p:cNvGrpSpPr>
          <p:nvPr/>
        </p:nvGrpSpPr>
        <p:grpSpPr bwMode="auto">
          <a:xfrm>
            <a:off x="1143000" y="1028700"/>
            <a:ext cx="2971800" cy="2819400"/>
            <a:chOff x="720" y="480"/>
            <a:chExt cx="1872" cy="1776"/>
          </a:xfrm>
        </p:grpSpPr>
        <p:sp>
          <p:nvSpPr>
            <p:cNvPr id="57495" name="Line 151"/>
            <p:cNvSpPr>
              <a:spLocks noChangeShapeType="1"/>
            </p:cNvSpPr>
            <p:nvPr/>
          </p:nvSpPr>
          <p:spPr bwMode="auto">
            <a:xfrm>
              <a:off x="1200" y="480"/>
              <a:ext cx="0" cy="17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496" name="Line 152"/>
            <p:cNvSpPr>
              <a:spLocks noChangeShapeType="1"/>
            </p:cNvSpPr>
            <p:nvPr/>
          </p:nvSpPr>
          <p:spPr bwMode="auto">
            <a:xfrm>
              <a:off x="720" y="912"/>
              <a:ext cx="1872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7498" name="Group 154"/>
          <p:cNvGraphicFramePr>
            <a:graphicFrameLocks noGrp="1"/>
          </p:cNvGraphicFramePr>
          <p:nvPr/>
        </p:nvGraphicFramePr>
        <p:xfrm>
          <a:off x="5257800" y="20955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7581" name="Rectangle 237"/>
          <p:cNvSpPr>
            <a:spLocks noChangeArrowheads="1"/>
          </p:cNvSpPr>
          <p:nvPr/>
        </p:nvSpPr>
        <p:spPr bwMode="auto">
          <a:xfrm>
            <a:off x="57912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7582" name="Rectangle 238"/>
          <p:cNvSpPr>
            <a:spLocks noChangeArrowheads="1"/>
          </p:cNvSpPr>
          <p:nvPr/>
        </p:nvSpPr>
        <p:spPr bwMode="auto">
          <a:xfrm>
            <a:off x="57912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83" name="Rectangle 239"/>
          <p:cNvSpPr>
            <a:spLocks noChangeArrowheads="1"/>
          </p:cNvSpPr>
          <p:nvPr/>
        </p:nvSpPr>
        <p:spPr bwMode="auto">
          <a:xfrm>
            <a:off x="57912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84" name="Rectangle 240"/>
          <p:cNvSpPr>
            <a:spLocks noChangeArrowheads="1"/>
          </p:cNvSpPr>
          <p:nvPr/>
        </p:nvSpPr>
        <p:spPr bwMode="auto">
          <a:xfrm>
            <a:off x="5791200" y="40005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85" name="Rectangle 241"/>
          <p:cNvSpPr>
            <a:spLocks noChangeArrowheads="1"/>
          </p:cNvSpPr>
          <p:nvPr/>
        </p:nvSpPr>
        <p:spPr bwMode="auto">
          <a:xfrm>
            <a:off x="57912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86" name="Rectangle 242"/>
          <p:cNvSpPr>
            <a:spLocks noChangeArrowheads="1"/>
          </p:cNvSpPr>
          <p:nvPr/>
        </p:nvSpPr>
        <p:spPr bwMode="auto">
          <a:xfrm>
            <a:off x="57912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57587" name="Rectangle 243"/>
          <p:cNvSpPr>
            <a:spLocks noChangeArrowheads="1"/>
          </p:cNvSpPr>
          <p:nvPr/>
        </p:nvSpPr>
        <p:spPr bwMode="auto">
          <a:xfrm>
            <a:off x="57912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57588" name="Rectangle 244"/>
          <p:cNvSpPr>
            <a:spLocks noChangeArrowheads="1"/>
          </p:cNvSpPr>
          <p:nvPr/>
        </p:nvSpPr>
        <p:spPr bwMode="auto">
          <a:xfrm>
            <a:off x="61722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57589" name="Rectangle 245"/>
          <p:cNvSpPr>
            <a:spLocks noChangeArrowheads="1"/>
          </p:cNvSpPr>
          <p:nvPr/>
        </p:nvSpPr>
        <p:spPr bwMode="auto">
          <a:xfrm>
            <a:off x="61722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7590" name="Rectangle 246"/>
          <p:cNvSpPr>
            <a:spLocks noChangeArrowheads="1"/>
          </p:cNvSpPr>
          <p:nvPr/>
        </p:nvSpPr>
        <p:spPr bwMode="auto">
          <a:xfrm>
            <a:off x="61722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91" name="Rectangle 247"/>
          <p:cNvSpPr>
            <a:spLocks noChangeArrowheads="1"/>
          </p:cNvSpPr>
          <p:nvPr/>
        </p:nvSpPr>
        <p:spPr bwMode="auto">
          <a:xfrm>
            <a:off x="61722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92" name="Rectangle 248"/>
          <p:cNvSpPr>
            <a:spLocks noChangeArrowheads="1"/>
          </p:cNvSpPr>
          <p:nvPr/>
        </p:nvSpPr>
        <p:spPr bwMode="auto">
          <a:xfrm>
            <a:off x="61722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93" name="Rectangle 249"/>
          <p:cNvSpPr>
            <a:spLocks noChangeArrowheads="1"/>
          </p:cNvSpPr>
          <p:nvPr/>
        </p:nvSpPr>
        <p:spPr bwMode="auto">
          <a:xfrm>
            <a:off x="61722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94" name="Rectangle 250"/>
          <p:cNvSpPr>
            <a:spLocks noChangeArrowheads="1"/>
          </p:cNvSpPr>
          <p:nvPr/>
        </p:nvSpPr>
        <p:spPr bwMode="auto">
          <a:xfrm>
            <a:off x="61722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95" name="Rectangle 251"/>
          <p:cNvSpPr>
            <a:spLocks noChangeArrowheads="1"/>
          </p:cNvSpPr>
          <p:nvPr/>
        </p:nvSpPr>
        <p:spPr bwMode="auto">
          <a:xfrm>
            <a:off x="66294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-3</a:t>
            </a:r>
          </a:p>
        </p:txBody>
      </p:sp>
      <p:sp>
        <p:nvSpPr>
          <p:cNvPr id="57596" name="Rectangle 252"/>
          <p:cNvSpPr>
            <a:spLocks noChangeArrowheads="1"/>
          </p:cNvSpPr>
          <p:nvPr/>
        </p:nvSpPr>
        <p:spPr bwMode="auto">
          <a:xfrm>
            <a:off x="66294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-4</a:t>
            </a:r>
          </a:p>
        </p:txBody>
      </p:sp>
      <p:sp>
        <p:nvSpPr>
          <p:cNvPr id="57597" name="Rectangle 253"/>
          <p:cNvSpPr>
            <a:spLocks noChangeArrowheads="1"/>
          </p:cNvSpPr>
          <p:nvPr/>
        </p:nvSpPr>
        <p:spPr bwMode="auto">
          <a:xfrm>
            <a:off x="66294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7598" name="Rectangle 254"/>
          <p:cNvSpPr>
            <a:spLocks noChangeArrowheads="1"/>
          </p:cNvSpPr>
          <p:nvPr/>
        </p:nvSpPr>
        <p:spPr bwMode="auto">
          <a:xfrm>
            <a:off x="66294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599" name="Rectangle 255"/>
          <p:cNvSpPr>
            <a:spLocks noChangeArrowheads="1"/>
          </p:cNvSpPr>
          <p:nvPr/>
        </p:nvSpPr>
        <p:spPr bwMode="auto">
          <a:xfrm>
            <a:off x="66294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00" name="Rectangle 256"/>
          <p:cNvSpPr>
            <a:spLocks noChangeArrowheads="1"/>
          </p:cNvSpPr>
          <p:nvPr/>
        </p:nvSpPr>
        <p:spPr bwMode="auto">
          <a:xfrm>
            <a:off x="66294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01" name="Rectangle 257"/>
          <p:cNvSpPr>
            <a:spLocks noChangeArrowheads="1"/>
          </p:cNvSpPr>
          <p:nvPr/>
        </p:nvSpPr>
        <p:spPr bwMode="auto">
          <a:xfrm>
            <a:off x="66294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  <a:endParaRPr lang="en-US"/>
          </a:p>
        </p:txBody>
      </p:sp>
      <p:sp>
        <p:nvSpPr>
          <p:cNvPr id="57602" name="Rectangle 258"/>
          <p:cNvSpPr>
            <a:spLocks noChangeArrowheads="1"/>
          </p:cNvSpPr>
          <p:nvPr/>
        </p:nvSpPr>
        <p:spPr bwMode="auto">
          <a:xfrm>
            <a:off x="70104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03" name="Rectangle 259"/>
          <p:cNvSpPr>
            <a:spLocks noChangeArrowheads="1"/>
          </p:cNvSpPr>
          <p:nvPr/>
        </p:nvSpPr>
        <p:spPr bwMode="auto">
          <a:xfrm>
            <a:off x="70104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04" name="Rectangle 260"/>
          <p:cNvSpPr>
            <a:spLocks noChangeArrowheads="1"/>
          </p:cNvSpPr>
          <p:nvPr/>
        </p:nvSpPr>
        <p:spPr bwMode="auto">
          <a:xfrm>
            <a:off x="70104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57605" name="Rectangle 261"/>
          <p:cNvSpPr>
            <a:spLocks noChangeArrowheads="1"/>
          </p:cNvSpPr>
          <p:nvPr/>
        </p:nvSpPr>
        <p:spPr bwMode="auto">
          <a:xfrm>
            <a:off x="70104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57606" name="Rectangle 262"/>
          <p:cNvSpPr>
            <a:spLocks noChangeArrowheads="1"/>
          </p:cNvSpPr>
          <p:nvPr/>
        </p:nvSpPr>
        <p:spPr bwMode="auto">
          <a:xfrm>
            <a:off x="70104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07" name="Rectangle 263"/>
          <p:cNvSpPr>
            <a:spLocks noChangeArrowheads="1"/>
          </p:cNvSpPr>
          <p:nvPr/>
        </p:nvSpPr>
        <p:spPr bwMode="auto">
          <a:xfrm>
            <a:off x="70104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57608" name="Rectangle 264"/>
          <p:cNvSpPr>
            <a:spLocks noChangeArrowheads="1"/>
          </p:cNvSpPr>
          <p:nvPr/>
        </p:nvSpPr>
        <p:spPr bwMode="auto">
          <a:xfrm>
            <a:off x="70104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57609" name="Rectangle 265"/>
          <p:cNvSpPr>
            <a:spLocks noChangeArrowheads="1"/>
          </p:cNvSpPr>
          <p:nvPr/>
        </p:nvSpPr>
        <p:spPr bwMode="auto">
          <a:xfrm>
            <a:off x="74676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10" name="Rectangle 266"/>
          <p:cNvSpPr>
            <a:spLocks noChangeArrowheads="1"/>
          </p:cNvSpPr>
          <p:nvPr/>
        </p:nvSpPr>
        <p:spPr bwMode="auto">
          <a:xfrm>
            <a:off x="74676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11" name="Rectangle 267"/>
          <p:cNvSpPr>
            <a:spLocks noChangeArrowheads="1"/>
          </p:cNvSpPr>
          <p:nvPr/>
        </p:nvSpPr>
        <p:spPr bwMode="auto">
          <a:xfrm>
            <a:off x="74676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12" name="Rectangle 268"/>
          <p:cNvSpPr>
            <a:spLocks noChangeArrowheads="1"/>
          </p:cNvSpPr>
          <p:nvPr/>
        </p:nvSpPr>
        <p:spPr bwMode="auto">
          <a:xfrm>
            <a:off x="74676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57613" name="Rectangle 269"/>
          <p:cNvSpPr>
            <a:spLocks noChangeArrowheads="1"/>
          </p:cNvSpPr>
          <p:nvPr/>
        </p:nvSpPr>
        <p:spPr bwMode="auto">
          <a:xfrm>
            <a:off x="74676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57614" name="Rectangle 270"/>
          <p:cNvSpPr>
            <a:spLocks noChangeArrowheads="1"/>
          </p:cNvSpPr>
          <p:nvPr/>
        </p:nvSpPr>
        <p:spPr bwMode="auto">
          <a:xfrm>
            <a:off x="74676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57615" name="Rectangle 271"/>
          <p:cNvSpPr>
            <a:spLocks noChangeArrowheads="1"/>
          </p:cNvSpPr>
          <p:nvPr/>
        </p:nvSpPr>
        <p:spPr bwMode="auto">
          <a:xfrm>
            <a:off x="74676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sp>
        <p:nvSpPr>
          <p:cNvPr id="57616" name="Rectangle 272"/>
          <p:cNvSpPr>
            <a:spLocks noChangeArrowheads="1"/>
          </p:cNvSpPr>
          <p:nvPr/>
        </p:nvSpPr>
        <p:spPr bwMode="auto">
          <a:xfrm>
            <a:off x="78486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57617" name="Rectangle 273"/>
          <p:cNvSpPr>
            <a:spLocks noChangeArrowheads="1"/>
          </p:cNvSpPr>
          <p:nvPr/>
        </p:nvSpPr>
        <p:spPr bwMode="auto">
          <a:xfrm>
            <a:off x="78486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18" name="Rectangle 274"/>
          <p:cNvSpPr>
            <a:spLocks noChangeArrowheads="1"/>
          </p:cNvSpPr>
          <p:nvPr/>
        </p:nvSpPr>
        <p:spPr bwMode="auto">
          <a:xfrm>
            <a:off x="78486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57619" name="Rectangle 275"/>
          <p:cNvSpPr>
            <a:spLocks noChangeArrowheads="1"/>
          </p:cNvSpPr>
          <p:nvPr/>
        </p:nvSpPr>
        <p:spPr bwMode="auto">
          <a:xfrm>
            <a:off x="78486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20" name="Rectangle 276"/>
          <p:cNvSpPr>
            <a:spLocks noChangeArrowheads="1"/>
          </p:cNvSpPr>
          <p:nvPr/>
        </p:nvSpPr>
        <p:spPr bwMode="auto">
          <a:xfrm>
            <a:off x="78486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21" name="Rectangle 277"/>
          <p:cNvSpPr>
            <a:spLocks noChangeArrowheads="1"/>
          </p:cNvSpPr>
          <p:nvPr/>
        </p:nvSpPr>
        <p:spPr bwMode="auto">
          <a:xfrm>
            <a:off x="78486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57622" name="Rectangle 278"/>
          <p:cNvSpPr>
            <a:spLocks noChangeArrowheads="1"/>
          </p:cNvSpPr>
          <p:nvPr/>
        </p:nvSpPr>
        <p:spPr bwMode="auto">
          <a:xfrm>
            <a:off x="78486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57623" name="Rectangle 279"/>
          <p:cNvSpPr>
            <a:spLocks noChangeArrowheads="1"/>
          </p:cNvSpPr>
          <p:nvPr/>
        </p:nvSpPr>
        <p:spPr bwMode="auto">
          <a:xfrm>
            <a:off x="83058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57624" name="Rectangle 280"/>
          <p:cNvSpPr>
            <a:spLocks noChangeArrowheads="1"/>
          </p:cNvSpPr>
          <p:nvPr/>
        </p:nvSpPr>
        <p:spPr bwMode="auto">
          <a:xfrm>
            <a:off x="8305800" y="2933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25" name="Rectangle 281"/>
          <p:cNvSpPr>
            <a:spLocks noChangeArrowheads="1"/>
          </p:cNvSpPr>
          <p:nvPr/>
        </p:nvSpPr>
        <p:spPr bwMode="auto">
          <a:xfrm>
            <a:off x="83058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26" name="Rectangle 282"/>
          <p:cNvSpPr>
            <a:spLocks noChangeArrowheads="1"/>
          </p:cNvSpPr>
          <p:nvPr/>
        </p:nvSpPr>
        <p:spPr bwMode="auto">
          <a:xfrm>
            <a:off x="83058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27" name="Rectangle 283"/>
          <p:cNvSpPr>
            <a:spLocks noChangeArrowheads="1"/>
          </p:cNvSpPr>
          <p:nvPr/>
        </p:nvSpPr>
        <p:spPr bwMode="auto">
          <a:xfrm>
            <a:off x="8305800" y="4076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28" name="Rectangle 284"/>
          <p:cNvSpPr>
            <a:spLocks noChangeArrowheads="1"/>
          </p:cNvSpPr>
          <p:nvPr/>
        </p:nvSpPr>
        <p:spPr bwMode="auto">
          <a:xfrm>
            <a:off x="83058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57629" name="Rectangle 285"/>
          <p:cNvSpPr>
            <a:spLocks noChangeArrowheads="1"/>
          </p:cNvSpPr>
          <p:nvPr/>
        </p:nvSpPr>
        <p:spPr bwMode="auto">
          <a:xfrm>
            <a:off x="8305800" y="4914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7630" name="Rectangle 286"/>
          <p:cNvSpPr>
            <a:spLocks noChangeArrowheads="1"/>
          </p:cNvSpPr>
          <p:nvPr/>
        </p:nvSpPr>
        <p:spPr bwMode="auto">
          <a:xfrm>
            <a:off x="4876800" y="24765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631" name="Rectangle 287"/>
          <p:cNvSpPr>
            <a:spLocks noChangeArrowheads="1"/>
          </p:cNvSpPr>
          <p:nvPr/>
        </p:nvSpPr>
        <p:spPr bwMode="auto">
          <a:xfrm>
            <a:off x="4876800" y="29337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632" name="Rectangle 288"/>
          <p:cNvSpPr>
            <a:spLocks noChangeArrowheads="1"/>
          </p:cNvSpPr>
          <p:nvPr/>
        </p:nvSpPr>
        <p:spPr bwMode="auto">
          <a:xfrm>
            <a:off x="4876800" y="33147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633" name="Rectangle 289"/>
          <p:cNvSpPr>
            <a:spLocks noChangeArrowheads="1"/>
          </p:cNvSpPr>
          <p:nvPr/>
        </p:nvSpPr>
        <p:spPr bwMode="auto">
          <a:xfrm>
            <a:off x="4876800" y="36957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634" name="Rectangle 290"/>
          <p:cNvSpPr>
            <a:spLocks noChangeArrowheads="1"/>
          </p:cNvSpPr>
          <p:nvPr/>
        </p:nvSpPr>
        <p:spPr bwMode="auto">
          <a:xfrm>
            <a:off x="4876800" y="40767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635" name="Rectangle 291"/>
          <p:cNvSpPr>
            <a:spLocks noChangeArrowheads="1"/>
          </p:cNvSpPr>
          <p:nvPr/>
        </p:nvSpPr>
        <p:spPr bwMode="auto">
          <a:xfrm>
            <a:off x="4876800" y="44577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636" name="Rectangle 292"/>
          <p:cNvSpPr>
            <a:spLocks noChangeArrowheads="1"/>
          </p:cNvSpPr>
          <p:nvPr/>
        </p:nvSpPr>
        <p:spPr bwMode="auto">
          <a:xfrm>
            <a:off x="4876800" y="48387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57637" name="Rectangle 293"/>
          <p:cNvSpPr>
            <a:spLocks noChangeArrowheads="1"/>
          </p:cNvSpPr>
          <p:nvPr/>
        </p:nvSpPr>
        <p:spPr bwMode="auto">
          <a:xfrm>
            <a:off x="5867400" y="17907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638" name="Rectangle 294"/>
          <p:cNvSpPr>
            <a:spLocks noChangeArrowheads="1"/>
          </p:cNvSpPr>
          <p:nvPr/>
        </p:nvSpPr>
        <p:spPr bwMode="auto">
          <a:xfrm>
            <a:off x="6324600" y="17907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639" name="Rectangle 295"/>
          <p:cNvSpPr>
            <a:spLocks noChangeArrowheads="1"/>
          </p:cNvSpPr>
          <p:nvPr/>
        </p:nvSpPr>
        <p:spPr bwMode="auto">
          <a:xfrm>
            <a:off x="6705600" y="17907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640" name="Rectangle 296"/>
          <p:cNvSpPr>
            <a:spLocks noChangeArrowheads="1"/>
          </p:cNvSpPr>
          <p:nvPr/>
        </p:nvSpPr>
        <p:spPr bwMode="auto">
          <a:xfrm>
            <a:off x="7162800" y="17907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641" name="Rectangle 297"/>
          <p:cNvSpPr>
            <a:spLocks noChangeArrowheads="1"/>
          </p:cNvSpPr>
          <p:nvPr/>
        </p:nvSpPr>
        <p:spPr bwMode="auto">
          <a:xfrm>
            <a:off x="7620000" y="17907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642" name="Rectangle 298"/>
          <p:cNvSpPr>
            <a:spLocks noChangeArrowheads="1"/>
          </p:cNvSpPr>
          <p:nvPr/>
        </p:nvSpPr>
        <p:spPr bwMode="auto">
          <a:xfrm>
            <a:off x="8001000" y="17907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643" name="Rectangle 299"/>
          <p:cNvSpPr>
            <a:spLocks noChangeArrowheads="1"/>
          </p:cNvSpPr>
          <p:nvPr/>
        </p:nvSpPr>
        <p:spPr bwMode="auto">
          <a:xfrm>
            <a:off x="8458200" y="17907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57647" name="Rectangle 303"/>
          <p:cNvSpPr>
            <a:spLocks noChangeArrowheads="1"/>
          </p:cNvSpPr>
          <p:nvPr/>
        </p:nvSpPr>
        <p:spPr bwMode="auto">
          <a:xfrm>
            <a:off x="1143000" y="4381500"/>
            <a:ext cx="22860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VNI-Times" pitchFamily="2" charset="0"/>
              </a:rPr>
              <a:t>Vì 1+(-4)=-3&lt; </a:t>
            </a:r>
            <a:r>
              <a:rPr lang="en-US" b="1">
                <a:latin typeface="VNI-Times" pitchFamily="2" charset="0"/>
                <a:sym typeface="Symbol" pitchFamily="18" charset="2"/>
              </a:rPr>
              <a:t> </a:t>
            </a:r>
            <a:r>
              <a:rPr lang="en-US">
                <a:latin typeface="VNI-Times" pitchFamily="2" charset="0"/>
                <a:sym typeface="Symbol" pitchFamily="18" charset="2"/>
              </a:rPr>
              <a:t>n</a:t>
            </a:r>
            <a:r>
              <a:rPr lang="en-US">
                <a:sym typeface="Symbol" pitchFamily="18" charset="2"/>
              </a:rPr>
              <a:t>ên </a:t>
            </a:r>
          </a:p>
          <a:p>
            <a:pPr algn="ctr"/>
            <a:r>
              <a:rPr lang="en-US">
                <a:sym typeface="Symbol" pitchFamily="18" charset="2"/>
              </a:rPr>
              <a:t>lấy số nhỏ hơn là -3</a:t>
            </a:r>
            <a:r>
              <a:rPr lang="en-US">
                <a:latin typeface="VNI-Times" pitchFamily="2" charset="0"/>
                <a:sym typeface="Symbol" pitchFamily="18" charset="2"/>
              </a:rPr>
              <a:t> </a:t>
            </a:r>
          </a:p>
        </p:txBody>
      </p:sp>
      <p:grpSp>
        <p:nvGrpSpPr>
          <p:cNvPr id="3" name="Group 333"/>
          <p:cNvGrpSpPr>
            <a:grpSpLocks/>
          </p:cNvGrpSpPr>
          <p:nvPr/>
        </p:nvGrpSpPr>
        <p:grpSpPr bwMode="auto">
          <a:xfrm>
            <a:off x="228600" y="419100"/>
            <a:ext cx="6705600" cy="4267200"/>
            <a:chOff x="144" y="96"/>
            <a:chExt cx="4224" cy="2688"/>
          </a:xfrm>
        </p:grpSpPr>
        <p:sp>
          <p:nvSpPr>
            <p:cNvPr id="57648" name="Line 304"/>
            <p:cNvSpPr>
              <a:spLocks noChangeShapeType="1"/>
            </p:cNvSpPr>
            <p:nvPr/>
          </p:nvSpPr>
          <p:spPr bwMode="auto">
            <a:xfrm>
              <a:off x="3936" y="91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49" name="Line 305"/>
            <p:cNvSpPr>
              <a:spLocks noChangeShapeType="1"/>
            </p:cNvSpPr>
            <p:nvPr/>
          </p:nvSpPr>
          <p:spPr bwMode="auto">
            <a:xfrm>
              <a:off x="4224" y="912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50" name="Line 306"/>
            <p:cNvSpPr>
              <a:spLocks noChangeShapeType="1"/>
            </p:cNvSpPr>
            <p:nvPr/>
          </p:nvSpPr>
          <p:spPr bwMode="auto">
            <a:xfrm flipH="1">
              <a:off x="2976" y="91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51" name="Line 307"/>
            <p:cNvSpPr>
              <a:spLocks noChangeShapeType="1"/>
            </p:cNvSpPr>
            <p:nvPr/>
          </p:nvSpPr>
          <p:spPr bwMode="auto">
            <a:xfrm>
              <a:off x="2976" y="912"/>
              <a:ext cx="0" cy="18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54" name="Line 310"/>
            <p:cNvSpPr>
              <a:spLocks noChangeShapeType="1"/>
            </p:cNvSpPr>
            <p:nvPr/>
          </p:nvSpPr>
          <p:spPr bwMode="auto">
            <a:xfrm>
              <a:off x="1488" y="96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57" name="Line 313"/>
            <p:cNvSpPr>
              <a:spLocks noChangeShapeType="1"/>
            </p:cNvSpPr>
            <p:nvPr/>
          </p:nvSpPr>
          <p:spPr bwMode="auto">
            <a:xfrm flipH="1">
              <a:off x="144" y="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59" name="Line 315"/>
            <p:cNvSpPr>
              <a:spLocks noChangeShapeType="1"/>
            </p:cNvSpPr>
            <p:nvPr/>
          </p:nvSpPr>
          <p:spPr bwMode="auto">
            <a:xfrm>
              <a:off x="144" y="96"/>
              <a:ext cx="0" cy="2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61" name="Line 317"/>
            <p:cNvSpPr>
              <a:spLocks noChangeShapeType="1"/>
            </p:cNvSpPr>
            <p:nvPr/>
          </p:nvSpPr>
          <p:spPr bwMode="auto">
            <a:xfrm>
              <a:off x="144" y="278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63" name="Line 319"/>
            <p:cNvSpPr>
              <a:spLocks noChangeShapeType="1"/>
            </p:cNvSpPr>
            <p:nvPr/>
          </p:nvSpPr>
          <p:spPr bwMode="auto">
            <a:xfrm flipH="1">
              <a:off x="2160" y="278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65" name="Line 321"/>
            <p:cNvSpPr>
              <a:spLocks noChangeShapeType="1"/>
            </p:cNvSpPr>
            <p:nvPr/>
          </p:nvSpPr>
          <p:spPr bwMode="auto">
            <a:xfrm>
              <a:off x="4368" y="91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66" name="Line 322"/>
            <p:cNvSpPr>
              <a:spLocks noChangeShapeType="1"/>
            </p:cNvSpPr>
            <p:nvPr/>
          </p:nvSpPr>
          <p:spPr bwMode="auto">
            <a:xfrm>
              <a:off x="4224" y="9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668" name="Rectangle 324"/>
          <p:cNvSpPr>
            <a:spLocks noChangeArrowheads="1"/>
          </p:cNvSpPr>
          <p:nvPr/>
        </p:nvSpPr>
        <p:spPr bwMode="auto">
          <a:xfrm>
            <a:off x="6096000" y="685800"/>
            <a:ext cx="1676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200">
              <a:latin typeface="VNI-Times" pitchFamily="2" charset="0"/>
            </a:endParaRPr>
          </a:p>
          <a:p>
            <a:pPr algn="ctr"/>
            <a:r>
              <a:rPr lang="en-US" sz="1400">
                <a:latin typeface="VNI-Times" pitchFamily="2" charset="0"/>
              </a:rPr>
              <a:t>1+</a:t>
            </a:r>
            <a:r>
              <a:rPr lang="en-US" sz="1400" b="1">
                <a:latin typeface="VNI-Times" pitchFamily="2" charset="0"/>
                <a:sym typeface="Symbol" pitchFamily="18" charset="2"/>
              </a:rPr>
              <a:t>&gt;</a:t>
            </a:r>
            <a:r>
              <a:rPr lang="en-US" sz="1400" b="1">
                <a:sym typeface="Symbol" pitchFamily="18" charset="2"/>
              </a:rPr>
              <a:t></a:t>
            </a:r>
          </a:p>
          <a:p>
            <a:pPr algn="ctr"/>
            <a:r>
              <a:rPr lang="en-US" sz="1400" b="1">
                <a:sym typeface="Symbol" pitchFamily="18" charset="2"/>
              </a:rPr>
              <a:t>giữ nguyên  </a:t>
            </a:r>
          </a:p>
          <a:p>
            <a:pPr algn="ctr"/>
            <a:endParaRPr lang="en-US" b="1">
              <a:sym typeface="Symbol" pitchFamily="18" charset="2"/>
            </a:endParaRPr>
          </a:p>
        </p:txBody>
      </p:sp>
      <p:grpSp>
        <p:nvGrpSpPr>
          <p:cNvPr id="4" name="Group 348"/>
          <p:cNvGrpSpPr>
            <a:grpSpLocks/>
          </p:cNvGrpSpPr>
          <p:nvPr/>
        </p:nvGrpSpPr>
        <p:grpSpPr bwMode="auto">
          <a:xfrm>
            <a:off x="3200400" y="304800"/>
            <a:ext cx="4495800" cy="2819400"/>
            <a:chOff x="2016" y="192"/>
            <a:chExt cx="2832" cy="1776"/>
          </a:xfrm>
        </p:grpSpPr>
        <p:sp>
          <p:nvSpPr>
            <p:cNvPr id="57682" name="Line 338"/>
            <p:cNvSpPr>
              <a:spLocks noChangeShapeType="1"/>
            </p:cNvSpPr>
            <p:nvPr/>
          </p:nvSpPr>
          <p:spPr bwMode="auto">
            <a:xfrm>
              <a:off x="2016" y="192"/>
              <a:ext cx="0" cy="72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86" name="Line 342"/>
            <p:cNvSpPr>
              <a:spLocks noChangeShapeType="1"/>
            </p:cNvSpPr>
            <p:nvPr/>
          </p:nvSpPr>
          <p:spPr bwMode="auto">
            <a:xfrm>
              <a:off x="3984" y="720"/>
              <a:ext cx="0" cy="91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87" name="Line 343"/>
            <p:cNvSpPr>
              <a:spLocks noChangeShapeType="1"/>
            </p:cNvSpPr>
            <p:nvPr/>
          </p:nvSpPr>
          <p:spPr bwMode="auto">
            <a:xfrm>
              <a:off x="4752" y="720"/>
              <a:ext cx="0" cy="124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88" name="Line 344"/>
            <p:cNvSpPr>
              <a:spLocks noChangeShapeType="1"/>
            </p:cNvSpPr>
            <p:nvPr/>
          </p:nvSpPr>
          <p:spPr bwMode="auto">
            <a:xfrm>
              <a:off x="4848" y="720"/>
              <a:ext cx="0" cy="96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90" name="Line 346"/>
            <p:cNvSpPr>
              <a:spLocks noChangeShapeType="1"/>
            </p:cNvSpPr>
            <p:nvPr/>
          </p:nvSpPr>
          <p:spPr bwMode="auto">
            <a:xfrm>
              <a:off x="2016" y="192"/>
              <a:ext cx="2448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91" name="Line 347"/>
            <p:cNvSpPr>
              <a:spLocks noChangeShapeType="1"/>
            </p:cNvSpPr>
            <p:nvPr/>
          </p:nvSpPr>
          <p:spPr bwMode="auto">
            <a:xfrm>
              <a:off x="4464" y="192"/>
              <a:ext cx="0" cy="24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701" name="Rectangle 357"/>
          <p:cNvSpPr>
            <a:spLocks noChangeArrowheads="1"/>
          </p:cNvSpPr>
          <p:nvPr/>
        </p:nvSpPr>
        <p:spPr bwMode="auto">
          <a:xfrm>
            <a:off x="6172200" y="381000"/>
            <a:ext cx="1371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VNI-Times" pitchFamily="2" charset="0"/>
              </a:rPr>
              <a:t>1+</a:t>
            </a:r>
            <a:r>
              <a:rPr lang="en-US" b="1">
                <a:sym typeface="Symbol" pitchFamily="18" charset="2"/>
              </a:rPr>
              <a:t>&gt;3</a:t>
            </a:r>
          </a:p>
          <a:p>
            <a:pPr algn="ctr"/>
            <a:r>
              <a:rPr lang="en-US"/>
              <a:t>1+</a:t>
            </a:r>
            <a:r>
              <a:rPr lang="en-US" b="1">
                <a:sym typeface="Symbol" pitchFamily="18" charset="2"/>
              </a:rPr>
              <a:t>&gt;2</a:t>
            </a:r>
          </a:p>
        </p:txBody>
      </p:sp>
      <p:grpSp>
        <p:nvGrpSpPr>
          <p:cNvPr id="5" name="Group 371"/>
          <p:cNvGrpSpPr>
            <a:grpSpLocks/>
          </p:cNvGrpSpPr>
          <p:nvPr/>
        </p:nvGrpSpPr>
        <p:grpSpPr bwMode="auto">
          <a:xfrm>
            <a:off x="3581400" y="152400"/>
            <a:ext cx="5029200" cy="2971800"/>
            <a:chOff x="2256" y="96"/>
            <a:chExt cx="3168" cy="1872"/>
          </a:xfrm>
        </p:grpSpPr>
        <p:sp>
          <p:nvSpPr>
            <p:cNvPr id="57693" name="Line 349"/>
            <p:cNvSpPr>
              <a:spLocks noChangeShapeType="1"/>
            </p:cNvSpPr>
            <p:nvPr/>
          </p:nvSpPr>
          <p:spPr bwMode="auto">
            <a:xfrm>
              <a:off x="2256" y="96"/>
              <a:ext cx="0" cy="76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95" name="Line 351"/>
            <p:cNvSpPr>
              <a:spLocks noChangeShapeType="1"/>
            </p:cNvSpPr>
            <p:nvPr/>
          </p:nvSpPr>
          <p:spPr bwMode="auto">
            <a:xfrm>
              <a:off x="2544" y="96"/>
              <a:ext cx="0" cy="76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96" name="Line 352"/>
            <p:cNvSpPr>
              <a:spLocks noChangeShapeType="1"/>
            </p:cNvSpPr>
            <p:nvPr/>
          </p:nvSpPr>
          <p:spPr bwMode="auto">
            <a:xfrm>
              <a:off x="5136" y="384"/>
              <a:ext cx="0" cy="12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97" name="Line 353"/>
            <p:cNvSpPr>
              <a:spLocks noChangeShapeType="1"/>
            </p:cNvSpPr>
            <p:nvPr/>
          </p:nvSpPr>
          <p:spPr bwMode="auto">
            <a:xfrm>
              <a:off x="5424" y="384"/>
              <a:ext cx="0" cy="12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99" name="Line 355"/>
            <p:cNvSpPr>
              <a:spLocks noChangeShapeType="1"/>
            </p:cNvSpPr>
            <p:nvPr/>
          </p:nvSpPr>
          <p:spPr bwMode="auto">
            <a:xfrm>
              <a:off x="2256" y="96"/>
              <a:ext cx="216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02" name="Line 358"/>
            <p:cNvSpPr>
              <a:spLocks noChangeShapeType="1"/>
            </p:cNvSpPr>
            <p:nvPr/>
          </p:nvSpPr>
          <p:spPr bwMode="auto">
            <a:xfrm>
              <a:off x="4416" y="96"/>
              <a:ext cx="0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03" name="Line 359"/>
            <p:cNvSpPr>
              <a:spLocks noChangeShapeType="1"/>
            </p:cNvSpPr>
            <p:nvPr/>
          </p:nvSpPr>
          <p:spPr bwMode="auto">
            <a:xfrm>
              <a:off x="4752" y="384"/>
              <a:ext cx="67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04" name="Line 360"/>
            <p:cNvSpPr>
              <a:spLocks noChangeShapeType="1"/>
            </p:cNvSpPr>
            <p:nvPr/>
          </p:nvSpPr>
          <p:spPr bwMode="auto">
            <a:xfrm>
              <a:off x="4992" y="384"/>
              <a:ext cx="0" cy="158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05" name="Line 361"/>
            <p:cNvSpPr>
              <a:spLocks noChangeShapeType="1"/>
            </p:cNvSpPr>
            <p:nvPr/>
          </p:nvSpPr>
          <p:spPr bwMode="auto">
            <a:xfrm>
              <a:off x="5280" y="384"/>
              <a:ext cx="0" cy="15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06" name="Line 362"/>
            <p:cNvSpPr>
              <a:spLocks noChangeShapeType="1"/>
            </p:cNvSpPr>
            <p:nvPr/>
          </p:nvSpPr>
          <p:spPr bwMode="auto">
            <a:xfrm>
              <a:off x="4032" y="528"/>
              <a:ext cx="0" cy="115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70"/>
          <p:cNvGrpSpPr>
            <a:grpSpLocks/>
          </p:cNvGrpSpPr>
          <p:nvPr/>
        </p:nvGrpSpPr>
        <p:grpSpPr bwMode="auto">
          <a:xfrm>
            <a:off x="2819400" y="457200"/>
            <a:ext cx="4495800" cy="2590800"/>
            <a:chOff x="1776" y="312"/>
            <a:chExt cx="2832" cy="1632"/>
          </a:xfrm>
        </p:grpSpPr>
        <p:sp>
          <p:nvSpPr>
            <p:cNvPr id="57670" name="Line 326"/>
            <p:cNvSpPr>
              <a:spLocks noChangeShapeType="1"/>
            </p:cNvSpPr>
            <p:nvPr/>
          </p:nvSpPr>
          <p:spPr bwMode="auto">
            <a:xfrm>
              <a:off x="1776" y="31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71" name="Line 327"/>
            <p:cNvSpPr>
              <a:spLocks noChangeShapeType="1"/>
            </p:cNvSpPr>
            <p:nvPr/>
          </p:nvSpPr>
          <p:spPr bwMode="auto">
            <a:xfrm>
              <a:off x="1776" y="312"/>
              <a:ext cx="2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72" name="Line 328"/>
            <p:cNvSpPr>
              <a:spLocks noChangeShapeType="1"/>
            </p:cNvSpPr>
            <p:nvPr/>
          </p:nvSpPr>
          <p:spPr bwMode="auto">
            <a:xfrm>
              <a:off x="4080" y="744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73" name="Line 329"/>
            <p:cNvSpPr>
              <a:spLocks noChangeShapeType="1"/>
            </p:cNvSpPr>
            <p:nvPr/>
          </p:nvSpPr>
          <p:spPr bwMode="auto">
            <a:xfrm>
              <a:off x="4608" y="74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74" name="Line 330"/>
            <p:cNvSpPr>
              <a:spLocks noChangeShapeType="1"/>
            </p:cNvSpPr>
            <p:nvPr/>
          </p:nvSpPr>
          <p:spPr bwMode="auto">
            <a:xfrm>
              <a:off x="4368" y="3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13" name="Line 369"/>
            <p:cNvSpPr>
              <a:spLocks noChangeShapeType="1"/>
            </p:cNvSpPr>
            <p:nvPr/>
          </p:nvSpPr>
          <p:spPr bwMode="auto">
            <a:xfrm>
              <a:off x="4464" y="720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716" name="Rectangle 372"/>
          <p:cNvSpPr>
            <a:spLocks noChangeArrowheads="1"/>
          </p:cNvSpPr>
          <p:nvPr/>
        </p:nvSpPr>
        <p:spPr bwMode="auto">
          <a:xfrm>
            <a:off x="990600" y="5257800"/>
            <a:ext cx="24384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b="1"/>
              <a:t>Vì cột j toàn là </a:t>
            </a:r>
            <a:r>
              <a:rPr lang="en-US" sz="1600" b="1">
                <a:sym typeface="Symbol" pitchFamily="18" charset="2"/>
              </a:rPr>
              <a:t> hết </a:t>
            </a:r>
          </a:p>
          <a:p>
            <a:pPr algn="ctr"/>
            <a:r>
              <a:rPr lang="en-US" sz="1600" b="1">
                <a:sym typeface="Symbol" pitchFamily="18" charset="2"/>
              </a:rPr>
              <a:t>Nên ta ta chỉ </a:t>
            </a:r>
            <a:r>
              <a:rPr lang="en-US" sz="1600" b="1">
                <a:latin typeface="VNI-Times" pitchFamily="2" charset="0"/>
                <a:sym typeface="Symbol" pitchFamily="18" charset="2"/>
              </a:rPr>
              <a:t>caàn</a:t>
            </a:r>
            <a:r>
              <a:rPr lang="en-US" sz="1600" b="1">
                <a:sym typeface="Symbol" pitchFamily="18" charset="2"/>
              </a:rPr>
              <a:t> viết lại</a:t>
            </a:r>
          </a:p>
        </p:txBody>
      </p:sp>
      <p:grpSp>
        <p:nvGrpSpPr>
          <p:cNvPr id="7" name="Group 387"/>
          <p:cNvGrpSpPr>
            <a:grpSpLocks/>
          </p:cNvGrpSpPr>
          <p:nvPr/>
        </p:nvGrpSpPr>
        <p:grpSpPr bwMode="auto">
          <a:xfrm>
            <a:off x="3429000" y="2971800"/>
            <a:ext cx="2971800" cy="2743200"/>
            <a:chOff x="2160" y="1872"/>
            <a:chExt cx="1872" cy="1728"/>
          </a:xfrm>
        </p:grpSpPr>
        <p:sp>
          <p:nvSpPr>
            <p:cNvPr id="57721" name="Line 377"/>
            <p:cNvSpPr>
              <a:spLocks noChangeShapeType="1"/>
            </p:cNvSpPr>
            <p:nvPr/>
          </p:nvSpPr>
          <p:spPr bwMode="auto">
            <a:xfrm>
              <a:off x="3072" y="18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22" name="Line 378"/>
            <p:cNvSpPr>
              <a:spLocks noChangeShapeType="1"/>
            </p:cNvSpPr>
            <p:nvPr/>
          </p:nvSpPr>
          <p:spPr bwMode="auto">
            <a:xfrm>
              <a:off x="3072" y="2112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23" name="Line 379"/>
            <p:cNvSpPr>
              <a:spLocks noChangeShapeType="1"/>
            </p:cNvSpPr>
            <p:nvPr/>
          </p:nvSpPr>
          <p:spPr bwMode="auto">
            <a:xfrm>
              <a:off x="3072" y="2352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24" name="Line 380"/>
            <p:cNvSpPr>
              <a:spLocks noChangeShapeType="1"/>
            </p:cNvSpPr>
            <p:nvPr/>
          </p:nvSpPr>
          <p:spPr bwMode="auto">
            <a:xfrm>
              <a:off x="3072" y="2592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25" name="Line 381"/>
            <p:cNvSpPr>
              <a:spLocks noChangeShapeType="1"/>
            </p:cNvSpPr>
            <p:nvPr/>
          </p:nvSpPr>
          <p:spPr bwMode="auto">
            <a:xfrm>
              <a:off x="3072" y="2832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27" name="Line 383"/>
            <p:cNvSpPr>
              <a:spLocks noChangeShapeType="1"/>
            </p:cNvSpPr>
            <p:nvPr/>
          </p:nvSpPr>
          <p:spPr bwMode="auto">
            <a:xfrm>
              <a:off x="3072" y="312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28" name="Line 384"/>
            <p:cNvSpPr>
              <a:spLocks noChangeShapeType="1"/>
            </p:cNvSpPr>
            <p:nvPr/>
          </p:nvSpPr>
          <p:spPr bwMode="auto">
            <a:xfrm>
              <a:off x="3072" y="1872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29" name="Line 385"/>
            <p:cNvSpPr>
              <a:spLocks noChangeShapeType="1"/>
            </p:cNvSpPr>
            <p:nvPr/>
          </p:nvSpPr>
          <p:spPr bwMode="auto">
            <a:xfrm flipH="1">
              <a:off x="2160" y="3600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733" name="Rectangle 389"/>
          <p:cNvSpPr>
            <a:spLocks noChangeArrowheads="1"/>
          </p:cNvSpPr>
          <p:nvPr/>
        </p:nvSpPr>
        <p:spPr bwMode="auto">
          <a:xfrm>
            <a:off x="5410200" y="5562600"/>
            <a:ext cx="2286000" cy="609600"/>
          </a:xfrm>
          <a:prstGeom prst="rect">
            <a:avLst/>
          </a:prstGeom>
          <a:noFill/>
          <a:ln w="381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>
                <a:solidFill>
                  <a:srgbClr val="FF0000"/>
                </a:solidFill>
              </a:rPr>
              <a:t>Đã có L</a:t>
            </a:r>
            <a:r>
              <a:rPr lang="en-US" sz="2400" b="1" baseline="-25000">
                <a:solidFill>
                  <a:srgbClr val="FF0000"/>
                </a:solidFill>
              </a:rPr>
              <a:t>1</a:t>
            </a:r>
            <a:r>
              <a:rPr lang="en-US" sz="2400" b="1">
                <a:solidFill>
                  <a:srgbClr val="FF0000"/>
                </a:solidFill>
              </a:rPr>
              <a:t>.Tìm P</a:t>
            </a:r>
            <a:r>
              <a:rPr lang="en-US" sz="2400" b="1" baseline="-25000">
                <a:solidFill>
                  <a:srgbClr val="FF0000"/>
                </a:solidFill>
              </a:rPr>
              <a:t>1</a:t>
            </a:r>
            <a:r>
              <a:rPr lang="en-US" b="1" baseline="-25000">
                <a:solidFill>
                  <a:srgbClr val="FF0000"/>
                </a:solidFill>
              </a:rPr>
              <a:t> </a:t>
            </a:r>
          </a:p>
        </p:txBody>
      </p:sp>
      <p:grpSp>
        <p:nvGrpSpPr>
          <p:cNvPr id="8" name="Group 394"/>
          <p:cNvGrpSpPr>
            <a:grpSpLocks/>
          </p:cNvGrpSpPr>
          <p:nvPr/>
        </p:nvGrpSpPr>
        <p:grpSpPr bwMode="auto">
          <a:xfrm>
            <a:off x="4343400" y="1066800"/>
            <a:ext cx="4267200" cy="482600"/>
            <a:chOff x="384" y="3744"/>
            <a:chExt cx="2688" cy="304"/>
          </a:xfrm>
        </p:grpSpPr>
        <p:sp>
          <p:nvSpPr>
            <p:cNvPr id="57734" name="Oval 390"/>
            <p:cNvSpPr>
              <a:spLocks noChangeArrowheads="1"/>
            </p:cNvSpPr>
            <p:nvPr/>
          </p:nvSpPr>
          <p:spPr bwMode="auto">
            <a:xfrm>
              <a:off x="384" y="3744"/>
              <a:ext cx="288" cy="288"/>
            </a:xfrm>
            <a:prstGeom prst="ellipse">
              <a:avLst/>
            </a:prstGeom>
            <a:solidFill>
              <a:srgbClr val="CC00FF"/>
            </a:solidFill>
            <a:ln w="9525">
              <a:solidFill>
                <a:srgbClr val="CC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735" name="Line 391"/>
            <p:cNvSpPr>
              <a:spLocks noChangeShapeType="1"/>
            </p:cNvSpPr>
            <p:nvPr/>
          </p:nvSpPr>
          <p:spPr bwMode="auto">
            <a:xfrm flipH="1">
              <a:off x="672" y="388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36" name="Text Box 392"/>
            <p:cNvSpPr txBox="1">
              <a:spLocks noChangeArrowheads="1"/>
            </p:cNvSpPr>
            <p:nvPr/>
          </p:nvSpPr>
          <p:spPr bwMode="auto">
            <a:xfrm>
              <a:off x="1200" y="3792"/>
              <a:ext cx="1872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VNI-Times" pitchFamily="2" charset="0"/>
                </a:rPr>
                <a:t>Löu yù: Ñaõ thay ñoåi giaù trò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7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5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5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5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5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7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57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57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57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57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57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57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5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575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8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575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8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575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575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9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575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9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575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9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575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9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575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8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575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59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576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60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576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6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5" dur="500"/>
                                        <p:tgtEl>
                                          <p:spTgt spid="576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6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576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6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57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57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5" dur="500" fill="hold"/>
                                        <p:tgtEl>
                                          <p:spTgt spid="575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00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575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00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575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1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6" presetClass="exit" presetSubtype="2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125" dur="500"/>
                                        <p:tgtEl>
                                          <p:spTgt spid="576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5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9" dur="500"/>
                                        <p:tgtEl>
                                          <p:spTgt spid="57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6" presetClass="exit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1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3" dur="500"/>
                                        <p:tgtEl>
                                          <p:spTgt spid="5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6" presetClass="exit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1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161" dur="2000"/>
                                        <p:tgtEl>
                                          <p:spTgt spid="576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500"/>
                            </p:stCondLst>
                            <p:childTnLst>
                              <p:par>
                                <p:cTn id="16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6" dur="500"/>
                                        <p:tgtEl>
                                          <p:spTgt spid="5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000"/>
                            </p:stCondLst>
                            <p:childTnLst>
                              <p:par>
                                <p:cTn id="16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5" dur="500"/>
                                        <p:tgtEl>
                                          <p:spTgt spid="57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9" dur="500"/>
                                        <p:tgtEl>
                                          <p:spTgt spid="57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3" dur="1000"/>
                                        <p:tgtEl>
                                          <p:spTgt spid="57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/>
                                        <p:tgtEl>
                                          <p:spTgt spid="57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5" dur="1000"/>
                                        <p:tgtEl>
                                          <p:spTgt spid="577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8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18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3000"/>
                            </p:stCondLst>
                            <p:childTnLst>
                              <p:par>
                                <p:cTn id="19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4" dur="500"/>
                                        <p:tgtEl>
                                          <p:spTgt spid="57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3500"/>
                            </p:stCondLst>
                            <p:childTnLst>
                              <p:par>
                                <p:cTn id="19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7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7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57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57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57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57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57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57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57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57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57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57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57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57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57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57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57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57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57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57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57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57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57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57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57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57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57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57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57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57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57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57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57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57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57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57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57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57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57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57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57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57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57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500" fill="hold"/>
                                        <p:tgtEl>
                                          <p:spTgt spid="57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57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57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57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57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500" fill="hold"/>
                                        <p:tgtEl>
                                          <p:spTgt spid="57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0" dur="500" fill="hold"/>
                                        <p:tgtEl>
                                          <p:spTgt spid="57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57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500" fill="hold"/>
                                        <p:tgtEl>
                                          <p:spTgt spid="57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57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57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1" dur="500" fill="hold"/>
                                        <p:tgtEl>
                                          <p:spTgt spid="57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2" dur="500" fill="hold"/>
                                        <p:tgtEl>
                                          <p:spTgt spid="57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500" fill="hold"/>
                                        <p:tgtEl>
                                          <p:spTgt spid="57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6" dur="500" fill="hold"/>
                                        <p:tgtEl>
                                          <p:spTgt spid="57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57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57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500" fill="hold"/>
                                        <p:tgtEl>
                                          <p:spTgt spid="57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500" fill="hold"/>
                                        <p:tgtEl>
                                          <p:spTgt spid="57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8" dur="500"/>
                                        <p:tgtEl>
                                          <p:spTgt spid="577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3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3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57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1000" fill="hold"/>
                                        <p:tgtEl>
                                          <p:spTgt spid="57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2" dur="1000"/>
                                        <p:tgtEl>
                                          <p:spTgt spid="5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94" grpId="0" animBg="1"/>
      <p:bldP spid="57581" grpId="0"/>
      <p:bldP spid="57583" grpId="0"/>
      <p:bldP spid="57584" grpId="0"/>
      <p:bldP spid="57585" grpId="0"/>
      <p:bldP spid="57586" grpId="0"/>
      <p:bldP spid="57587" grpId="0"/>
      <p:bldP spid="57588" grpId="0"/>
      <p:bldP spid="57595" grpId="0"/>
      <p:bldP spid="57595" grpId="1"/>
      <p:bldP spid="57597" grpId="0"/>
      <p:bldP spid="57598" grpId="0"/>
      <p:bldP spid="57599" grpId="0"/>
      <p:bldP spid="57600" grpId="0"/>
      <p:bldP spid="57601" grpId="0"/>
      <p:bldP spid="57603" grpId="0"/>
      <p:bldP spid="57604" grpId="0"/>
      <p:bldP spid="57605" grpId="0"/>
      <p:bldP spid="57606" grpId="0"/>
      <p:bldP spid="57607" grpId="0"/>
      <p:bldP spid="57608" grpId="0"/>
      <p:bldP spid="57609" grpId="0"/>
      <p:bldP spid="57611" grpId="0"/>
      <p:bldP spid="57612" grpId="0"/>
      <p:bldP spid="57613" grpId="0"/>
      <p:bldP spid="57614" grpId="0"/>
      <p:bldP spid="57615" grpId="0"/>
      <p:bldP spid="57616" grpId="0"/>
      <p:bldP spid="57618" grpId="0"/>
      <p:bldP spid="57619" grpId="0"/>
      <p:bldP spid="57620" grpId="0"/>
      <p:bldP spid="57621" grpId="0"/>
      <p:bldP spid="57622" grpId="0"/>
      <p:bldP spid="57623" grpId="0"/>
      <p:bldP spid="57625" grpId="0"/>
      <p:bldP spid="57626" grpId="0"/>
      <p:bldP spid="57627" grpId="0"/>
      <p:bldP spid="57628" grpId="0"/>
      <p:bldP spid="57629" grpId="0"/>
      <p:bldP spid="57630" grpId="0"/>
      <p:bldP spid="57631" grpId="0"/>
      <p:bldP spid="57632" grpId="0"/>
      <p:bldP spid="57633" grpId="0"/>
      <p:bldP spid="57634" grpId="0"/>
      <p:bldP spid="57635" grpId="0"/>
      <p:bldP spid="57636" grpId="0"/>
      <p:bldP spid="57637" grpId="0"/>
      <p:bldP spid="57638" grpId="0"/>
      <p:bldP spid="57639" grpId="0"/>
      <p:bldP spid="57640" grpId="0"/>
      <p:bldP spid="57641" grpId="0"/>
      <p:bldP spid="57642" grpId="0"/>
      <p:bldP spid="57643" grpId="0"/>
      <p:bldP spid="57647" grpId="0" animBg="1"/>
      <p:bldP spid="57647" grpId="1" animBg="1"/>
      <p:bldP spid="57668" grpId="0" animBg="1"/>
      <p:bldP spid="57668" grpId="1" animBg="1"/>
      <p:bldP spid="57701" grpId="0" animBg="1"/>
      <p:bldP spid="57701" grpId="1" animBg="1"/>
      <p:bldP spid="57716" grpId="0" animBg="1"/>
      <p:bldP spid="57716" grpId="1" animBg="1"/>
      <p:bldP spid="5773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4114800" y="152400"/>
            <a:ext cx="1143000" cy="3810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400" b="1">
                <a:solidFill>
                  <a:srgbClr val="FF0000"/>
                </a:solidFill>
              </a:rPr>
              <a:t>ìm P</a:t>
            </a:r>
            <a:r>
              <a:rPr lang="en-US" sz="2400" b="1" baseline="-250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3478213" y="3386138"/>
            <a:ext cx="407987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23" name="Rectangle 7"/>
          <p:cNvSpPr>
            <a:spLocks noChangeArrowheads="1"/>
          </p:cNvSpPr>
          <p:nvPr/>
        </p:nvSpPr>
        <p:spPr bwMode="auto">
          <a:xfrm>
            <a:off x="3068638" y="3386138"/>
            <a:ext cx="4095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24" name="Rectangle 8"/>
          <p:cNvSpPr>
            <a:spLocks noChangeArrowheads="1"/>
          </p:cNvSpPr>
          <p:nvPr/>
        </p:nvSpPr>
        <p:spPr bwMode="auto">
          <a:xfrm>
            <a:off x="2660650" y="3386138"/>
            <a:ext cx="407988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2249488" y="3386138"/>
            <a:ext cx="411162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26" name="Rectangle 10"/>
          <p:cNvSpPr>
            <a:spLocks noChangeArrowheads="1"/>
          </p:cNvSpPr>
          <p:nvPr/>
        </p:nvSpPr>
        <p:spPr bwMode="auto">
          <a:xfrm>
            <a:off x="1844675" y="3386138"/>
            <a:ext cx="404813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27" name="Rectangle 11"/>
          <p:cNvSpPr>
            <a:spLocks noChangeArrowheads="1"/>
          </p:cNvSpPr>
          <p:nvPr/>
        </p:nvSpPr>
        <p:spPr bwMode="auto">
          <a:xfrm>
            <a:off x="1431925" y="3386138"/>
            <a:ext cx="41275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28" name="Rectangle 12"/>
          <p:cNvSpPr>
            <a:spLocks noChangeArrowheads="1"/>
          </p:cNvSpPr>
          <p:nvPr/>
        </p:nvSpPr>
        <p:spPr bwMode="auto">
          <a:xfrm>
            <a:off x="1023938" y="3386138"/>
            <a:ext cx="407987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29" name="Rectangle 13"/>
          <p:cNvSpPr>
            <a:spLocks noChangeArrowheads="1"/>
          </p:cNvSpPr>
          <p:nvPr/>
        </p:nvSpPr>
        <p:spPr bwMode="auto">
          <a:xfrm>
            <a:off x="533400" y="3386138"/>
            <a:ext cx="490538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b="1">
                <a:solidFill>
                  <a:srgbClr val="FF6600"/>
                </a:solidFill>
                <a:latin typeface="VNI-Times" pitchFamily="2" charset="0"/>
                <a:cs typeface="Times New Roman" pitchFamily="18" charset="0"/>
              </a:rPr>
              <a:t>6</a:t>
            </a:r>
            <a:endParaRPr lang="en-US" sz="2000" b="1">
              <a:latin typeface="VNI-Times" pitchFamily="2" charset="0"/>
            </a:endParaRPr>
          </a:p>
        </p:txBody>
      </p:sp>
      <p:sp>
        <p:nvSpPr>
          <p:cNvPr id="60430" name="Rectangle 14"/>
          <p:cNvSpPr>
            <a:spLocks noChangeArrowheads="1"/>
          </p:cNvSpPr>
          <p:nvPr/>
        </p:nvSpPr>
        <p:spPr bwMode="auto">
          <a:xfrm>
            <a:off x="3478213" y="2976563"/>
            <a:ext cx="407987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31" name="Rectangle 15"/>
          <p:cNvSpPr>
            <a:spLocks noChangeArrowheads="1"/>
          </p:cNvSpPr>
          <p:nvPr/>
        </p:nvSpPr>
        <p:spPr bwMode="auto">
          <a:xfrm>
            <a:off x="3068638" y="2976563"/>
            <a:ext cx="4095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32" name="Rectangle 16"/>
          <p:cNvSpPr>
            <a:spLocks noChangeArrowheads="1"/>
          </p:cNvSpPr>
          <p:nvPr/>
        </p:nvSpPr>
        <p:spPr bwMode="auto">
          <a:xfrm>
            <a:off x="2660650" y="2976563"/>
            <a:ext cx="407988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33" name="Rectangle 17"/>
          <p:cNvSpPr>
            <a:spLocks noChangeArrowheads="1"/>
          </p:cNvSpPr>
          <p:nvPr/>
        </p:nvSpPr>
        <p:spPr bwMode="auto">
          <a:xfrm>
            <a:off x="2249488" y="2976563"/>
            <a:ext cx="411162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34" name="Rectangle 18"/>
          <p:cNvSpPr>
            <a:spLocks noChangeArrowheads="1"/>
          </p:cNvSpPr>
          <p:nvPr/>
        </p:nvSpPr>
        <p:spPr bwMode="auto">
          <a:xfrm>
            <a:off x="1844675" y="2976563"/>
            <a:ext cx="404813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35" name="Rectangle 19"/>
          <p:cNvSpPr>
            <a:spLocks noChangeArrowheads="1"/>
          </p:cNvSpPr>
          <p:nvPr/>
        </p:nvSpPr>
        <p:spPr bwMode="auto">
          <a:xfrm>
            <a:off x="1431925" y="2976563"/>
            <a:ext cx="41275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36" name="Rectangle 20"/>
          <p:cNvSpPr>
            <a:spLocks noChangeArrowheads="1"/>
          </p:cNvSpPr>
          <p:nvPr/>
        </p:nvSpPr>
        <p:spPr bwMode="auto">
          <a:xfrm>
            <a:off x="1023938" y="2976563"/>
            <a:ext cx="407987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37" name="Rectangle 21"/>
          <p:cNvSpPr>
            <a:spLocks noChangeArrowheads="1"/>
          </p:cNvSpPr>
          <p:nvPr/>
        </p:nvSpPr>
        <p:spPr bwMode="auto">
          <a:xfrm>
            <a:off x="533400" y="2976563"/>
            <a:ext cx="490538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b="1">
                <a:solidFill>
                  <a:srgbClr val="FF6600"/>
                </a:solidFill>
                <a:latin typeface="VNI-Times" pitchFamily="2" charset="0"/>
                <a:cs typeface="Times New Roman" pitchFamily="18" charset="0"/>
              </a:rPr>
              <a:t>5</a:t>
            </a:r>
            <a:endParaRPr lang="en-US" sz="2000" b="1">
              <a:latin typeface="VNI-Times" pitchFamily="2" charset="0"/>
            </a:endParaRPr>
          </a:p>
        </p:txBody>
      </p:sp>
      <p:sp>
        <p:nvSpPr>
          <p:cNvPr id="60438" name="Rectangle 22"/>
          <p:cNvSpPr>
            <a:spLocks noChangeArrowheads="1"/>
          </p:cNvSpPr>
          <p:nvPr/>
        </p:nvSpPr>
        <p:spPr bwMode="auto">
          <a:xfrm>
            <a:off x="3478213" y="2566988"/>
            <a:ext cx="407987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39" name="Rectangle 23"/>
          <p:cNvSpPr>
            <a:spLocks noChangeArrowheads="1"/>
          </p:cNvSpPr>
          <p:nvPr/>
        </p:nvSpPr>
        <p:spPr bwMode="auto">
          <a:xfrm>
            <a:off x="3068638" y="2566988"/>
            <a:ext cx="4095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40" name="Rectangle 24"/>
          <p:cNvSpPr>
            <a:spLocks noChangeArrowheads="1"/>
          </p:cNvSpPr>
          <p:nvPr/>
        </p:nvSpPr>
        <p:spPr bwMode="auto">
          <a:xfrm>
            <a:off x="2660650" y="2566988"/>
            <a:ext cx="407988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41" name="Rectangle 25"/>
          <p:cNvSpPr>
            <a:spLocks noChangeArrowheads="1"/>
          </p:cNvSpPr>
          <p:nvPr/>
        </p:nvSpPr>
        <p:spPr bwMode="auto">
          <a:xfrm>
            <a:off x="2249488" y="2566988"/>
            <a:ext cx="411162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42" name="Rectangle 26"/>
          <p:cNvSpPr>
            <a:spLocks noChangeArrowheads="1"/>
          </p:cNvSpPr>
          <p:nvPr/>
        </p:nvSpPr>
        <p:spPr bwMode="auto">
          <a:xfrm>
            <a:off x="1844675" y="2566988"/>
            <a:ext cx="404813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43" name="Rectangle 27"/>
          <p:cNvSpPr>
            <a:spLocks noChangeArrowheads="1"/>
          </p:cNvSpPr>
          <p:nvPr/>
        </p:nvSpPr>
        <p:spPr bwMode="auto">
          <a:xfrm>
            <a:off x="1431925" y="2566988"/>
            <a:ext cx="41275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44" name="Rectangle 28"/>
          <p:cNvSpPr>
            <a:spLocks noChangeArrowheads="1"/>
          </p:cNvSpPr>
          <p:nvPr/>
        </p:nvSpPr>
        <p:spPr bwMode="auto">
          <a:xfrm>
            <a:off x="1023938" y="2566988"/>
            <a:ext cx="407987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45" name="Rectangle 29"/>
          <p:cNvSpPr>
            <a:spLocks noChangeArrowheads="1"/>
          </p:cNvSpPr>
          <p:nvPr/>
        </p:nvSpPr>
        <p:spPr bwMode="auto">
          <a:xfrm>
            <a:off x="533400" y="2566988"/>
            <a:ext cx="490538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b="1">
                <a:solidFill>
                  <a:srgbClr val="FF6600"/>
                </a:solidFill>
                <a:latin typeface="VNI-Times" pitchFamily="2" charset="0"/>
                <a:cs typeface="Times New Roman" pitchFamily="18" charset="0"/>
              </a:rPr>
              <a:t>4</a:t>
            </a:r>
            <a:endParaRPr lang="en-US" sz="2000" b="1">
              <a:latin typeface="VNI-Times" pitchFamily="2" charset="0"/>
            </a:endParaRPr>
          </a:p>
        </p:txBody>
      </p:sp>
      <p:sp>
        <p:nvSpPr>
          <p:cNvPr id="60446" name="Rectangle 30"/>
          <p:cNvSpPr>
            <a:spLocks noChangeArrowheads="1"/>
          </p:cNvSpPr>
          <p:nvPr/>
        </p:nvSpPr>
        <p:spPr bwMode="auto">
          <a:xfrm>
            <a:off x="3478213" y="2157413"/>
            <a:ext cx="407987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47" name="Rectangle 31"/>
          <p:cNvSpPr>
            <a:spLocks noChangeArrowheads="1"/>
          </p:cNvSpPr>
          <p:nvPr/>
        </p:nvSpPr>
        <p:spPr bwMode="auto">
          <a:xfrm>
            <a:off x="3068638" y="2157413"/>
            <a:ext cx="4095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48" name="Rectangle 32"/>
          <p:cNvSpPr>
            <a:spLocks noChangeArrowheads="1"/>
          </p:cNvSpPr>
          <p:nvPr/>
        </p:nvSpPr>
        <p:spPr bwMode="auto">
          <a:xfrm>
            <a:off x="2660650" y="2157413"/>
            <a:ext cx="407988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49" name="Rectangle 33"/>
          <p:cNvSpPr>
            <a:spLocks noChangeArrowheads="1"/>
          </p:cNvSpPr>
          <p:nvPr/>
        </p:nvSpPr>
        <p:spPr bwMode="auto">
          <a:xfrm>
            <a:off x="2249488" y="2157413"/>
            <a:ext cx="411162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50" name="Rectangle 34"/>
          <p:cNvSpPr>
            <a:spLocks noChangeArrowheads="1"/>
          </p:cNvSpPr>
          <p:nvPr/>
        </p:nvSpPr>
        <p:spPr bwMode="auto">
          <a:xfrm>
            <a:off x="1844675" y="2157413"/>
            <a:ext cx="404813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51" name="Rectangle 35"/>
          <p:cNvSpPr>
            <a:spLocks noChangeArrowheads="1"/>
          </p:cNvSpPr>
          <p:nvPr/>
        </p:nvSpPr>
        <p:spPr bwMode="auto">
          <a:xfrm>
            <a:off x="1431925" y="2157413"/>
            <a:ext cx="41275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52" name="Rectangle 36"/>
          <p:cNvSpPr>
            <a:spLocks noChangeArrowheads="1"/>
          </p:cNvSpPr>
          <p:nvPr/>
        </p:nvSpPr>
        <p:spPr bwMode="auto">
          <a:xfrm>
            <a:off x="1023938" y="2157413"/>
            <a:ext cx="407987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53" name="Rectangle 37"/>
          <p:cNvSpPr>
            <a:spLocks noChangeArrowheads="1"/>
          </p:cNvSpPr>
          <p:nvPr/>
        </p:nvSpPr>
        <p:spPr bwMode="auto">
          <a:xfrm>
            <a:off x="533400" y="2157413"/>
            <a:ext cx="490538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b="1">
                <a:solidFill>
                  <a:srgbClr val="FF6600"/>
                </a:solidFill>
                <a:latin typeface="VNI-Times" pitchFamily="2" charset="0"/>
                <a:cs typeface="Times New Roman" pitchFamily="18" charset="0"/>
              </a:rPr>
              <a:t>3</a:t>
            </a:r>
            <a:endParaRPr lang="en-US" sz="2000" b="1">
              <a:latin typeface="VNI-Times" pitchFamily="2" charset="0"/>
            </a:endParaRPr>
          </a:p>
        </p:txBody>
      </p:sp>
      <p:sp>
        <p:nvSpPr>
          <p:cNvPr id="60454" name="Rectangle 38"/>
          <p:cNvSpPr>
            <a:spLocks noChangeArrowheads="1"/>
          </p:cNvSpPr>
          <p:nvPr/>
        </p:nvSpPr>
        <p:spPr bwMode="auto">
          <a:xfrm>
            <a:off x="3478213" y="1762125"/>
            <a:ext cx="407987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55" name="Rectangle 39"/>
          <p:cNvSpPr>
            <a:spLocks noChangeArrowheads="1"/>
          </p:cNvSpPr>
          <p:nvPr/>
        </p:nvSpPr>
        <p:spPr bwMode="auto">
          <a:xfrm>
            <a:off x="3068638" y="1762125"/>
            <a:ext cx="409575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56" name="Rectangle 40"/>
          <p:cNvSpPr>
            <a:spLocks noChangeArrowheads="1"/>
          </p:cNvSpPr>
          <p:nvPr/>
        </p:nvSpPr>
        <p:spPr bwMode="auto">
          <a:xfrm>
            <a:off x="2660650" y="1762125"/>
            <a:ext cx="407988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57" name="Rectangle 41"/>
          <p:cNvSpPr>
            <a:spLocks noChangeArrowheads="1"/>
          </p:cNvSpPr>
          <p:nvPr/>
        </p:nvSpPr>
        <p:spPr bwMode="auto">
          <a:xfrm>
            <a:off x="2249488" y="1762125"/>
            <a:ext cx="411162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58" name="Rectangle 42"/>
          <p:cNvSpPr>
            <a:spLocks noChangeArrowheads="1"/>
          </p:cNvSpPr>
          <p:nvPr/>
        </p:nvSpPr>
        <p:spPr bwMode="auto">
          <a:xfrm>
            <a:off x="1844675" y="1762125"/>
            <a:ext cx="404813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59" name="Rectangle 43"/>
          <p:cNvSpPr>
            <a:spLocks noChangeArrowheads="1"/>
          </p:cNvSpPr>
          <p:nvPr/>
        </p:nvSpPr>
        <p:spPr bwMode="auto">
          <a:xfrm>
            <a:off x="1431925" y="1762125"/>
            <a:ext cx="412750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60" name="Rectangle 44"/>
          <p:cNvSpPr>
            <a:spLocks noChangeArrowheads="1"/>
          </p:cNvSpPr>
          <p:nvPr/>
        </p:nvSpPr>
        <p:spPr bwMode="auto">
          <a:xfrm>
            <a:off x="1023938" y="1762125"/>
            <a:ext cx="407987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61" name="Rectangle 45"/>
          <p:cNvSpPr>
            <a:spLocks noChangeArrowheads="1"/>
          </p:cNvSpPr>
          <p:nvPr/>
        </p:nvSpPr>
        <p:spPr bwMode="auto">
          <a:xfrm>
            <a:off x="533400" y="1762125"/>
            <a:ext cx="490538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b="1">
                <a:solidFill>
                  <a:srgbClr val="FF6600"/>
                </a:solidFill>
                <a:latin typeface="VNI-Times" pitchFamily="2" charset="0"/>
                <a:cs typeface="Times New Roman" pitchFamily="18" charset="0"/>
              </a:rPr>
              <a:t>2</a:t>
            </a:r>
            <a:endParaRPr lang="en-US" sz="2000" b="1">
              <a:latin typeface="VNI-Times" pitchFamily="2" charset="0"/>
            </a:endParaRPr>
          </a:p>
        </p:txBody>
      </p:sp>
      <p:sp>
        <p:nvSpPr>
          <p:cNvPr id="60462" name="Rectangle 46"/>
          <p:cNvSpPr>
            <a:spLocks noChangeArrowheads="1"/>
          </p:cNvSpPr>
          <p:nvPr/>
        </p:nvSpPr>
        <p:spPr bwMode="auto">
          <a:xfrm>
            <a:off x="3478213" y="1352550"/>
            <a:ext cx="407987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63" name="Rectangle 47"/>
          <p:cNvSpPr>
            <a:spLocks noChangeArrowheads="1"/>
          </p:cNvSpPr>
          <p:nvPr/>
        </p:nvSpPr>
        <p:spPr bwMode="auto">
          <a:xfrm>
            <a:off x="3068638" y="1352550"/>
            <a:ext cx="4095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64" name="Rectangle 48"/>
          <p:cNvSpPr>
            <a:spLocks noChangeArrowheads="1"/>
          </p:cNvSpPr>
          <p:nvPr/>
        </p:nvSpPr>
        <p:spPr bwMode="auto">
          <a:xfrm>
            <a:off x="2660650" y="1352550"/>
            <a:ext cx="407988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65" name="Rectangle 49"/>
          <p:cNvSpPr>
            <a:spLocks noChangeArrowheads="1"/>
          </p:cNvSpPr>
          <p:nvPr/>
        </p:nvSpPr>
        <p:spPr bwMode="auto">
          <a:xfrm>
            <a:off x="2249488" y="1352550"/>
            <a:ext cx="411162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66" name="Rectangle 50"/>
          <p:cNvSpPr>
            <a:spLocks noChangeArrowheads="1"/>
          </p:cNvSpPr>
          <p:nvPr/>
        </p:nvSpPr>
        <p:spPr bwMode="auto">
          <a:xfrm>
            <a:off x="1844675" y="1352550"/>
            <a:ext cx="404813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67" name="Rectangle 51"/>
          <p:cNvSpPr>
            <a:spLocks noChangeArrowheads="1"/>
          </p:cNvSpPr>
          <p:nvPr/>
        </p:nvSpPr>
        <p:spPr bwMode="auto">
          <a:xfrm>
            <a:off x="1431925" y="1352550"/>
            <a:ext cx="41275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68" name="Rectangle 52"/>
          <p:cNvSpPr>
            <a:spLocks noChangeArrowheads="1"/>
          </p:cNvSpPr>
          <p:nvPr/>
        </p:nvSpPr>
        <p:spPr bwMode="auto">
          <a:xfrm>
            <a:off x="1023938" y="1352550"/>
            <a:ext cx="407987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69" name="Rectangle 53"/>
          <p:cNvSpPr>
            <a:spLocks noChangeArrowheads="1"/>
          </p:cNvSpPr>
          <p:nvPr/>
        </p:nvSpPr>
        <p:spPr bwMode="auto">
          <a:xfrm>
            <a:off x="533400" y="1352550"/>
            <a:ext cx="490538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b="1">
                <a:solidFill>
                  <a:srgbClr val="FF6600"/>
                </a:solidFill>
                <a:latin typeface="VNI-Times" pitchFamily="2" charset="0"/>
                <a:cs typeface="Times New Roman" pitchFamily="18" charset="0"/>
              </a:rPr>
              <a:t>1</a:t>
            </a:r>
            <a:endParaRPr lang="en-US" sz="2000" b="1">
              <a:latin typeface="VNI-Times" pitchFamily="2" charset="0"/>
            </a:endParaRPr>
          </a:p>
        </p:txBody>
      </p:sp>
      <p:sp>
        <p:nvSpPr>
          <p:cNvPr id="60470" name="Rectangle 54"/>
          <p:cNvSpPr>
            <a:spLocks noChangeArrowheads="1"/>
          </p:cNvSpPr>
          <p:nvPr/>
        </p:nvSpPr>
        <p:spPr bwMode="auto">
          <a:xfrm>
            <a:off x="3478213" y="942975"/>
            <a:ext cx="407987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71" name="Rectangle 55"/>
          <p:cNvSpPr>
            <a:spLocks noChangeArrowheads="1"/>
          </p:cNvSpPr>
          <p:nvPr/>
        </p:nvSpPr>
        <p:spPr bwMode="auto">
          <a:xfrm>
            <a:off x="3068638" y="942975"/>
            <a:ext cx="4095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72" name="Rectangle 56"/>
          <p:cNvSpPr>
            <a:spLocks noChangeArrowheads="1"/>
          </p:cNvSpPr>
          <p:nvPr/>
        </p:nvSpPr>
        <p:spPr bwMode="auto">
          <a:xfrm>
            <a:off x="2660650" y="942975"/>
            <a:ext cx="407988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73" name="Rectangle 57"/>
          <p:cNvSpPr>
            <a:spLocks noChangeArrowheads="1"/>
          </p:cNvSpPr>
          <p:nvPr/>
        </p:nvSpPr>
        <p:spPr bwMode="auto">
          <a:xfrm>
            <a:off x="2249488" y="942975"/>
            <a:ext cx="411162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74" name="Rectangle 58"/>
          <p:cNvSpPr>
            <a:spLocks noChangeArrowheads="1"/>
          </p:cNvSpPr>
          <p:nvPr/>
        </p:nvSpPr>
        <p:spPr bwMode="auto">
          <a:xfrm>
            <a:off x="1844675" y="942975"/>
            <a:ext cx="404813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200">
              <a:latin typeface="VNI-Times" pitchFamily="2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0475" name="Rectangle 59"/>
          <p:cNvSpPr>
            <a:spLocks noChangeArrowheads="1"/>
          </p:cNvSpPr>
          <p:nvPr/>
        </p:nvSpPr>
        <p:spPr bwMode="auto">
          <a:xfrm>
            <a:off x="1431925" y="942975"/>
            <a:ext cx="41275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76" name="Rectangle 60"/>
          <p:cNvSpPr>
            <a:spLocks noChangeArrowheads="1"/>
          </p:cNvSpPr>
          <p:nvPr/>
        </p:nvSpPr>
        <p:spPr bwMode="auto">
          <a:xfrm>
            <a:off x="1023938" y="942975"/>
            <a:ext cx="407987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>
              <a:latin typeface="VNI-Times" pitchFamily="2" charset="0"/>
            </a:endParaRPr>
          </a:p>
        </p:txBody>
      </p:sp>
      <p:sp>
        <p:nvSpPr>
          <p:cNvPr id="60477" name="Rectangle 61"/>
          <p:cNvSpPr>
            <a:spLocks noChangeArrowheads="1"/>
          </p:cNvSpPr>
          <p:nvPr/>
        </p:nvSpPr>
        <p:spPr bwMode="auto">
          <a:xfrm>
            <a:off x="533400" y="942975"/>
            <a:ext cx="490538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b="1">
                <a:solidFill>
                  <a:srgbClr val="FF6600"/>
                </a:solidFill>
                <a:latin typeface="VNI-Times" pitchFamily="2" charset="0"/>
                <a:cs typeface="Times New Roman" pitchFamily="18" charset="0"/>
              </a:rPr>
              <a:t>0</a:t>
            </a:r>
            <a:endParaRPr lang="en-US" sz="2000" b="1">
              <a:latin typeface="VNI-Times" pitchFamily="2" charset="0"/>
            </a:endParaRPr>
          </a:p>
        </p:txBody>
      </p:sp>
      <p:sp>
        <p:nvSpPr>
          <p:cNvPr id="60478" name="Rectangle 62"/>
          <p:cNvSpPr>
            <a:spLocks noChangeArrowheads="1"/>
          </p:cNvSpPr>
          <p:nvPr/>
        </p:nvSpPr>
        <p:spPr bwMode="auto">
          <a:xfrm>
            <a:off x="3478213" y="533400"/>
            <a:ext cx="407987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>
                <a:solidFill>
                  <a:srgbClr val="FF6600"/>
                </a:solidFill>
                <a:latin typeface="VNI-Times" pitchFamily="2" charset="0"/>
                <a:cs typeface="Times New Roman" pitchFamily="18" charset="0"/>
              </a:rPr>
              <a:t>6</a:t>
            </a:r>
            <a:endParaRPr lang="en-US" sz="2000">
              <a:latin typeface="VNI-Times" pitchFamily="2" charset="0"/>
            </a:endParaRPr>
          </a:p>
        </p:txBody>
      </p:sp>
      <p:sp>
        <p:nvSpPr>
          <p:cNvPr id="60479" name="Rectangle 63"/>
          <p:cNvSpPr>
            <a:spLocks noChangeArrowheads="1"/>
          </p:cNvSpPr>
          <p:nvPr/>
        </p:nvSpPr>
        <p:spPr bwMode="auto">
          <a:xfrm>
            <a:off x="3068638" y="533400"/>
            <a:ext cx="4095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b="1">
                <a:solidFill>
                  <a:srgbClr val="FF6600"/>
                </a:solidFill>
                <a:latin typeface="VNI-Times" pitchFamily="2" charset="0"/>
                <a:cs typeface="Times New Roman" pitchFamily="18" charset="0"/>
              </a:rPr>
              <a:t>5</a:t>
            </a:r>
            <a:endParaRPr lang="en-US" sz="2000" b="1">
              <a:latin typeface="VNI-Times" pitchFamily="2" charset="0"/>
            </a:endParaRPr>
          </a:p>
        </p:txBody>
      </p:sp>
      <p:sp>
        <p:nvSpPr>
          <p:cNvPr id="60480" name="Rectangle 64"/>
          <p:cNvSpPr>
            <a:spLocks noChangeArrowheads="1"/>
          </p:cNvSpPr>
          <p:nvPr/>
        </p:nvSpPr>
        <p:spPr bwMode="auto">
          <a:xfrm>
            <a:off x="2660650" y="533400"/>
            <a:ext cx="407988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b="1">
                <a:solidFill>
                  <a:srgbClr val="FF6600"/>
                </a:solidFill>
                <a:latin typeface="VNI-Times" pitchFamily="2" charset="0"/>
                <a:cs typeface="Times New Roman" pitchFamily="18" charset="0"/>
              </a:rPr>
              <a:t>4</a:t>
            </a:r>
            <a:endParaRPr lang="en-US" sz="2000" b="1">
              <a:latin typeface="VNI-Times" pitchFamily="2" charset="0"/>
            </a:endParaRPr>
          </a:p>
        </p:txBody>
      </p:sp>
      <p:sp>
        <p:nvSpPr>
          <p:cNvPr id="60481" name="Rectangle 65"/>
          <p:cNvSpPr>
            <a:spLocks noChangeArrowheads="1"/>
          </p:cNvSpPr>
          <p:nvPr/>
        </p:nvSpPr>
        <p:spPr bwMode="auto">
          <a:xfrm>
            <a:off x="2249488" y="533400"/>
            <a:ext cx="411162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b="1">
                <a:solidFill>
                  <a:srgbClr val="FF6600"/>
                </a:solidFill>
                <a:latin typeface="VNI-Times" pitchFamily="2" charset="0"/>
                <a:cs typeface="Times New Roman" pitchFamily="18" charset="0"/>
              </a:rPr>
              <a:t>3</a:t>
            </a:r>
            <a:endParaRPr lang="en-US" sz="2000" b="1">
              <a:latin typeface="VNI-Times" pitchFamily="2" charset="0"/>
            </a:endParaRPr>
          </a:p>
        </p:txBody>
      </p:sp>
      <p:sp>
        <p:nvSpPr>
          <p:cNvPr id="60482" name="Rectangle 66"/>
          <p:cNvSpPr>
            <a:spLocks noChangeArrowheads="1"/>
          </p:cNvSpPr>
          <p:nvPr/>
        </p:nvSpPr>
        <p:spPr bwMode="auto">
          <a:xfrm>
            <a:off x="1844675" y="533400"/>
            <a:ext cx="404813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b="1">
                <a:solidFill>
                  <a:srgbClr val="FF6600"/>
                </a:solidFill>
                <a:latin typeface="VNI-Times" pitchFamily="2" charset="0"/>
                <a:cs typeface="Times New Roman" pitchFamily="18" charset="0"/>
              </a:rPr>
              <a:t>2</a:t>
            </a:r>
            <a:endParaRPr lang="en-US" sz="2000" b="1">
              <a:latin typeface="VNI-Times" pitchFamily="2" charset="0"/>
            </a:endParaRPr>
          </a:p>
        </p:txBody>
      </p:sp>
      <p:sp>
        <p:nvSpPr>
          <p:cNvPr id="60483" name="Rectangle 67"/>
          <p:cNvSpPr>
            <a:spLocks noChangeArrowheads="1"/>
          </p:cNvSpPr>
          <p:nvPr/>
        </p:nvSpPr>
        <p:spPr bwMode="auto">
          <a:xfrm>
            <a:off x="1431925" y="533400"/>
            <a:ext cx="41275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b="1">
                <a:solidFill>
                  <a:srgbClr val="FF6600"/>
                </a:solidFill>
                <a:latin typeface="VNI-Times" pitchFamily="2" charset="0"/>
                <a:cs typeface="Times New Roman" pitchFamily="18" charset="0"/>
              </a:rPr>
              <a:t>1</a:t>
            </a:r>
            <a:endParaRPr lang="en-US" sz="2000" b="1">
              <a:latin typeface="VNI-Times" pitchFamily="2" charset="0"/>
            </a:endParaRPr>
          </a:p>
        </p:txBody>
      </p:sp>
      <p:sp>
        <p:nvSpPr>
          <p:cNvPr id="60484" name="Rectangle 68"/>
          <p:cNvSpPr>
            <a:spLocks noChangeArrowheads="1"/>
          </p:cNvSpPr>
          <p:nvPr/>
        </p:nvSpPr>
        <p:spPr bwMode="auto">
          <a:xfrm>
            <a:off x="1023938" y="533400"/>
            <a:ext cx="407987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000" b="1">
                <a:solidFill>
                  <a:srgbClr val="FF6600"/>
                </a:solidFill>
                <a:latin typeface="VNI-Times" pitchFamily="2" charset="0"/>
                <a:cs typeface="Times New Roman" pitchFamily="18" charset="0"/>
              </a:rPr>
              <a:t>0</a:t>
            </a:r>
            <a:endParaRPr lang="en-US" sz="2000" b="1">
              <a:latin typeface="VNI-Times" pitchFamily="2" charset="0"/>
            </a:endParaRPr>
          </a:p>
        </p:txBody>
      </p:sp>
      <p:sp>
        <p:nvSpPr>
          <p:cNvPr id="60485" name="Rectangle 69"/>
          <p:cNvSpPr>
            <a:spLocks noChangeArrowheads="1"/>
          </p:cNvSpPr>
          <p:nvPr/>
        </p:nvSpPr>
        <p:spPr bwMode="auto">
          <a:xfrm>
            <a:off x="533400" y="533400"/>
            <a:ext cx="490538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b="1">
                <a:solidFill>
                  <a:srgbClr val="0000FF"/>
                </a:solidFill>
                <a:latin typeface="VNI-Times" pitchFamily="2" charset="0"/>
                <a:cs typeface="Times New Roman" pitchFamily="18" charset="0"/>
              </a:rPr>
              <a:t>P</a:t>
            </a:r>
            <a:r>
              <a:rPr lang="en-US" b="1" baseline="-25000">
                <a:solidFill>
                  <a:srgbClr val="0000FF"/>
                </a:solidFill>
                <a:latin typeface="VNI-Times" pitchFamily="2" charset="0"/>
                <a:cs typeface="Times New Roman" pitchFamily="18" charset="0"/>
              </a:rPr>
              <a:t>0</a:t>
            </a:r>
            <a:endParaRPr lang="en-US" b="1" baseline="-25000">
              <a:latin typeface="VNI-Times" pitchFamily="2" charset="0"/>
            </a:endParaRPr>
          </a:p>
        </p:txBody>
      </p:sp>
      <p:sp>
        <p:nvSpPr>
          <p:cNvPr id="60486" name="Line 70"/>
          <p:cNvSpPr>
            <a:spLocks noChangeShapeType="1"/>
          </p:cNvSpPr>
          <p:nvPr/>
        </p:nvSpPr>
        <p:spPr bwMode="auto">
          <a:xfrm>
            <a:off x="533400" y="533400"/>
            <a:ext cx="335280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487" name="Line 71"/>
          <p:cNvSpPr>
            <a:spLocks noChangeShapeType="1"/>
          </p:cNvSpPr>
          <p:nvPr/>
        </p:nvSpPr>
        <p:spPr bwMode="auto">
          <a:xfrm>
            <a:off x="533400" y="3795713"/>
            <a:ext cx="335280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488" name="Line 72"/>
          <p:cNvSpPr>
            <a:spLocks noChangeShapeType="1"/>
          </p:cNvSpPr>
          <p:nvPr/>
        </p:nvSpPr>
        <p:spPr bwMode="auto">
          <a:xfrm>
            <a:off x="533400" y="533400"/>
            <a:ext cx="0" cy="3262313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489" name="Line 73"/>
          <p:cNvSpPr>
            <a:spLocks noChangeShapeType="1"/>
          </p:cNvSpPr>
          <p:nvPr/>
        </p:nvSpPr>
        <p:spPr bwMode="auto">
          <a:xfrm>
            <a:off x="3886200" y="533400"/>
            <a:ext cx="0" cy="3262313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490" name="Line 74"/>
          <p:cNvSpPr>
            <a:spLocks noChangeShapeType="1"/>
          </p:cNvSpPr>
          <p:nvPr/>
        </p:nvSpPr>
        <p:spPr bwMode="auto">
          <a:xfrm>
            <a:off x="533400" y="942975"/>
            <a:ext cx="335280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491" name="Line 75"/>
          <p:cNvSpPr>
            <a:spLocks noChangeShapeType="1"/>
          </p:cNvSpPr>
          <p:nvPr/>
        </p:nvSpPr>
        <p:spPr bwMode="auto">
          <a:xfrm>
            <a:off x="1023938" y="533400"/>
            <a:ext cx="0" cy="3262313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492" name="Line 76"/>
          <p:cNvSpPr>
            <a:spLocks noChangeShapeType="1"/>
          </p:cNvSpPr>
          <p:nvPr/>
        </p:nvSpPr>
        <p:spPr bwMode="auto">
          <a:xfrm>
            <a:off x="1431925" y="533400"/>
            <a:ext cx="0" cy="3262313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493" name="Line 77"/>
          <p:cNvSpPr>
            <a:spLocks noChangeShapeType="1"/>
          </p:cNvSpPr>
          <p:nvPr/>
        </p:nvSpPr>
        <p:spPr bwMode="auto">
          <a:xfrm>
            <a:off x="1844675" y="533400"/>
            <a:ext cx="0" cy="3262313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494" name="Line 78"/>
          <p:cNvSpPr>
            <a:spLocks noChangeShapeType="1"/>
          </p:cNvSpPr>
          <p:nvPr/>
        </p:nvSpPr>
        <p:spPr bwMode="auto">
          <a:xfrm>
            <a:off x="2249488" y="533400"/>
            <a:ext cx="0" cy="3262313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495" name="Line 79"/>
          <p:cNvSpPr>
            <a:spLocks noChangeShapeType="1"/>
          </p:cNvSpPr>
          <p:nvPr/>
        </p:nvSpPr>
        <p:spPr bwMode="auto">
          <a:xfrm>
            <a:off x="2660650" y="533400"/>
            <a:ext cx="0" cy="3262313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496" name="Line 80"/>
          <p:cNvSpPr>
            <a:spLocks noChangeShapeType="1"/>
          </p:cNvSpPr>
          <p:nvPr/>
        </p:nvSpPr>
        <p:spPr bwMode="auto">
          <a:xfrm>
            <a:off x="3068638" y="533400"/>
            <a:ext cx="0" cy="3262313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497" name="Line 81"/>
          <p:cNvSpPr>
            <a:spLocks noChangeShapeType="1"/>
          </p:cNvSpPr>
          <p:nvPr/>
        </p:nvSpPr>
        <p:spPr bwMode="auto">
          <a:xfrm>
            <a:off x="3478213" y="533400"/>
            <a:ext cx="0" cy="3262313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498" name="Line 82"/>
          <p:cNvSpPr>
            <a:spLocks noChangeShapeType="1"/>
          </p:cNvSpPr>
          <p:nvPr/>
        </p:nvSpPr>
        <p:spPr bwMode="auto">
          <a:xfrm>
            <a:off x="533400" y="1352550"/>
            <a:ext cx="335280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499" name="Line 83"/>
          <p:cNvSpPr>
            <a:spLocks noChangeShapeType="1"/>
          </p:cNvSpPr>
          <p:nvPr/>
        </p:nvSpPr>
        <p:spPr bwMode="auto">
          <a:xfrm>
            <a:off x="533400" y="1762125"/>
            <a:ext cx="335280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500" name="Line 84"/>
          <p:cNvSpPr>
            <a:spLocks noChangeShapeType="1"/>
          </p:cNvSpPr>
          <p:nvPr/>
        </p:nvSpPr>
        <p:spPr bwMode="auto">
          <a:xfrm>
            <a:off x="533400" y="2157413"/>
            <a:ext cx="335280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501" name="Line 85"/>
          <p:cNvSpPr>
            <a:spLocks noChangeShapeType="1"/>
          </p:cNvSpPr>
          <p:nvPr/>
        </p:nvSpPr>
        <p:spPr bwMode="auto">
          <a:xfrm>
            <a:off x="533400" y="2566988"/>
            <a:ext cx="335280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502" name="Line 86"/>
          <p:cNvSpPr>
            <a:spLocks noChangeShapeType="1"/>
          </p:cNvSpPr>
          <p:nvPr/>
        </p:nvSpPr>
        <p:spPr bwMode="auto">
          <a:xfrm>
            <a:off x="533400" y="2976563"/>
            <a:ext cx="335280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503" name="Line 87"/>
          <p:cNvSpPr>
            <a:spLocks noChangeShapeType="1"/>
          </p:cNvSpPr>
          <p:nvPr/>
        </p:nvSpPr>
        <p:spPr bwMode="auto">
          <a:xfrm>
            <a:off x="533400" y="3386138"/>
            <a:ext cx="335280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504" name="Rectangle 88"/>
          <p:cNvSpPr>
            <a:spLocks noChangeArrowheads="1"/>
          </p:cNvSpPr>
          <p:nvPr/>
        </p:nvSpPr>
        <p:spPr bwMode="auto">
          <a:xfrm>
            <a:off x="152400" y="9144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0505" name="Rectangle 89"/>
          <p:cNvSpPr>
            <a:spLocks noChangeArrowheads="1"/>
          </p:cNvSpPr>
          <p:nvPr/>
        </p:nvSpPr>
        <p:spPr bwMode="auto">
          <a:xfrm>
            <a:off x="152400" y="12954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0506" name="Rectangle 90"/>
          <p:cNvSpPr>
            <a:spLocks noChangeArrowheads="1"/>
          </p:cNvSpPr>
          <p:nvPr/>
        </p:nvSpPr>
        <p:spPr bwMode="auto">
          <a:xfrm>
            <a:off x="152400" y="1752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0507" name="Rectangle 91"/>
          <p:cNvSpPr>
            <a:spLocks noChangeArrowheads="1"/>
          </p:cNvSpPr>
          <p:nvPr/>
        </p:nvSpPr>
        <p:spPr bwMode="auto">
          <a:xfrm>
            <a:off x="152400" y="2133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0508" name="Rectangle 92"/>
          <p:cNvSpPr>
            <a:spLocks noChangeArrowheads="1"/>
          </p:cNvSpPr>
          <p:nvPr/>
        </p:nvSpPr>
        <p:spPr bwMode="auto">
          <a:xfrm>
            <a:off x="152400" y="2590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0509" name="Rectangle 93"/>
          <p:cNvSpPr>
            <a:spLocks noChangeArrowheads="1"/>
          </p:cNvSpPr>
          <p:nvPr/>
        </p:nvSpPr>
        <p:spPr bwMode="auto">
          <a:xfrm>
            <a:off x="152400" y="2971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0510" name="Rectangle 94"/>
          <p:cNvSpPr>
            <a:spLocks noChangeArrowheads="1"/>
          </p:cNvSpPr>
          <p:nvPr/>
        </p:nvSpPr>
        <p:spPr bwMode="auto">
          <a:xfrm>
            <a:off x="152400" y="34290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0511" name="Rectangle 95"/>
          <p:cNvSpPr>
            <a:spLocks noChangeArrowheads="1"/>
          </p:cNvSpPr>
          <p:nvPr/>
        </p:nvSpPr>
        <p:spPr bwMode="auto">
          <a:xfrm>
            <a:off x="1066800" y="152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0512" name="Rectangle 96"/>
          <p:cNvSpPr>
            <a:spLocks noChangeArrowheads="1"/>
          </p:cNvSpPr>
          <p:nvPr/>
        </p:nvSpPr>
        <p:spPr bwMode="auto">
          <a:xfrm>
            <a:off x="1447800" y="152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0513" name="Rectangle 97"/>
          <p:cNvSpPr>
            <a:spLocks noChangeArrowheads="1"/>
          </p:cNvSpPr>
          <p:nvPr/>
        </p:nvSpPr>
        <p:spPr bwMode="auto">
          <a:xfrm>
            <a:off x="1905000" y="152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0514" name="Rectangle 98"/>
          <p:cNvSpPr>
            <a:spLocks noChangeArrowheads="1"/>
          </p:cNvSpPr>
          <p:nvPr/>
        </p:nvSpPr>
        <p:spPr bwMode="auto">
          <a:xfrm>
            <a:off x="2286000" y="152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0515" name="Rectangle 99"/>
          <p:cNvSpPr>
            <a:spLocks noChangeArrowheads="1"/>
          </p:cNvSpPr>
          <p:nvPr/>
        </p:nvSpPr>
        <p:spPr bwMode="auto">
          <a:xfrm>
            <a:off x="2743200" y="152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0516" name="Rectangle 100"/>
          <p:cNvSpPr>
            <a:spLocks noChangeArrowheads="1"/>
          </p:cNvSpPr>
          <p:nvPr/>
        </p:nvSpPr>
        <p:spPr bwMode="auto">
          <a:xfrm>
            <a:off x="3200400" y="152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0517" name="Rectangle 101"/>
          <p:cNvSpPr>
            <a:spLocks noChangeArrowheads="1"/>
          </p:cNvSpPr>
          <p:nvPr/>
        </p:nvSpPr>
        <p:spPr bwMode="auto">
          <a:xfrm>
            <a:off x="3505200" y="152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0518" name="Rectangle 102"/>
          <p:cNvSpPr>
            <a:spLocks noChangeArrowheads="1"/>
          </p:cNvSpPr>
          <p:nvPr/>
        </p:nvSpPr>
        <p:spPr bwMode="auto">
          <a:xfrm>
            <a:off x="1447800" y="990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60519" name="Rectangle 103"/>
          <p:cNvSpPr>
            <a:spLocks noChangeArrowheads="1"/>
          </p:cNvSpPr>
          <p:nvPr/>
        </p:nvSpPr>
        <p:spPr bwMode="auto">
          <a:xfrm>
            <a:off x="3048000" y="990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5</a:t>
            </a:r>
          </a:p>
        </p:txBody>
      </p:sp>
      <p:sp>
        <p:nvSpPr>
          <p:cNvPr id="60520" name="Rectangle 104"/>
          <p:cNvSpPr>
            <a:spLocks noChangeArrowheads="1"/>
          </p:cNvSpPr>
          <p:nvPr/>
        </p:nvSpPr>
        <p:spPr bwMode="auto">
          <a:xfrm>
            <a:off x="3505200" y="990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6</a:t>
            </a:r>
          </a:p>
        </p:txBody>
      </p:sp>
      <p:sp>
        <p:nvSpPr>
          <p:cNvPr id="60521" name="Rectangle 105"/>
          <p:cNvSpPr>
            <a:spLocks noChangeArrowheads="1"/>
          </p:cNvSpPr>
          <p:nvPr/>
        </p:nvSpPr>
        <p:spPr bwMode="auto">
          <a:xfrm>
            <a:off x="1828800" y="1371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60522" name="Rectangle 106"/>
          <p:cNvSpPr>
            <a:spLocks noChangeArrowheads="1"/>
          </p:cNvSpPr>
          <p:nvPr/>
        </p:nvSpPr>
        <p:spPr bwMode="auto">
          <a:xfrm>
            <a:off x="26670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4</a:t>
            </a:r>
          </a:p>
        </p:txBody>
      </p:sp>
      <p:sp>
        <p:nvSpPr>
          <p:cNvPr id="60523" name="Rectangle 107"/>
          <p:cNvSpPr>
            <a:spLocks noChangeArrowheads="1"/>
          </p:cNvSpPr>
          <p:nvPr/>
        </p:nvSpPr>
        <p:spPr bwMode="auto">
          <a:xfrm>
            <a:off x="30480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5</a:t>
            </a:r>
          </a:p>
        </p:txBody>
      </p:sp>
      <p:sp>
        <p:nvSpPr>
          <p:cNvPr id="60524" name="Rectangle 108"/>
          <p:cNvSpPr>
            <a:spLocks noChangeArrowheads="1"/>
          </p:cNvSpPr>
          <p:nvPr/>
        </p:nvSpPr>
        <p:spPr bwMode="auto">
          <a:xfrm>
            <a:off x="26670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4</a:t>
            </a:r>
          </a:p>
        </p:txBody>
      </p:sp>
      <p:sp>
        <p:nvSpPr>
          <p:cNvPr id="60525" name="Rectangle 109"/>
          <p:cNvSpPr>
            <a:spLocks noChangeArrowheads="1"/>
          </p:cNvSpPr>
          <p:nvPr/>
        </p:nvSpPr>
        <p:spPr bwMode="auto">
          <a:xfrm>
            <a:off x="26670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4</a:t>
            </a:r>
          </a:p>
        </p:txBody>
      </p:sp>
      <p:sp>
        <p:nvSpPr>
          <p:cNvPr id="60526" name="Rectangle 110"/>
          <p:cNvSpPr>
            <a:spLocks noChangeArrowheads="1"/>
          </p:cNvSpPr>
          <p:nvPr/>
        </p:nvSpPr>
        <p:spPr bwMode="auto">
          <a:xfrm>
            <a:off x="22860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0527" name="Rectangle 111"/>
          <p:cNvSpPr>
            <a:spLocks noChangeArrowheads="1"/>
          </p:cNvSpPr>
          <p:nvPr/>
        </p:nvSpPr>
        <p:spPr bwMode="auto">
          <a:xfrm>
            <a:off x="22860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0528" name="Rectangle 112"/>
          <p:cNvSpPr>
            <a:spLocks noChangeArrowheads="1"/>
          </p:cNvSpPr>
          <p:nvPr/>
        </p:nvSpPr>
        <p:spPr bwMode="auto">
          <a:xfrm>
            <a:off x="18288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60530" name="Rectangle 114"/>
          <p:cNvSpPr>
            <a:spLocks noChangeArrowheads="1"/>
          </p:cNvSpPr>
          <p:nvPr/>
        </p:nvSpPr>
        <p:spPr bwMode="auto">
          <a:xfrm>
            <a:off x="19050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531" name="Rectangle 115"/>
          <p:cNvSpPr>
            <a:spLocks noChangeArrowheads="1"/>
          </p:cNvSpPr>
          <p:nvPr/>
        </p:nvSpPr>
        <p:spPr bwMode="auto">
          <a:xfrm>
            <a:off x="35052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532" name="Rectangle 116"/>
          <p:cNvSpPr>
            <a:spLocks noChangeArrowheads="1"/>
          </p:cNvSpPr>
          <p:nvPr/>
        </p:nvSpPr>
        <p:spPr bwMode="auto">
          <a:xfrm>
            <a:off x="30480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534" name="Rectangle 118"/>
          <p:cNvSpPr>
            <a:spLocks noChangeArrowheads="1"/>
          </p:cNvSpPr>
          <p:nvPr/>
        </p:nvSpPr>
        <p:spPr bwMode="auto">
          <a:xfrm>
            <a:off x="30480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535" name="Rectangle 119"/>
          <p:cNvSpPr>
            <a:spLocks noChangeArrowheads="1"/>
          </p:cNvSpPr>
          <p:nvPr/>
        </p:nvSpPr>
        <p:spPr bwMode="auto">
          <a:xfrm>
            <a:off x="35052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grpSp>
        <p:nvGrpSpPr>
          <p:cNvPr id="2" name="Group 120"/>
          <p:cNvGrpSpPr>
            <a:grpSpLocks/>
          </p:cNvGrpSpPr>
          <p:nvPr/>
        </p:nvGrpSpPr>
        <p:grpSpPr bwMode="auto">
          <a:xfrm>
            <a:off x="1066800" y="990600"/>
            <a:ext cx="2819400" cy="2743200"/>
            <a:chOff x="3648" y="1392"/>
            <a:chExt cx="1776" cy="1728"/>
          </a:xfrm>
        </p:grpSpPr>
        <p:sp>
          <p:nvSpPr>
            <p:cNvPr id="60537" name="Rectangle 121"/>
            <p:cNvSpPr>
              <a:spLocks noChangeArrowheads="1"/>
            </p:cNvSpPr>
            <p:nvPr/>
          </p:nvSpPr>
          <p:spPr bwMode="auto">
            <a:xfrm>
              <a:off x="4416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60538" name="Rectangle 122"/>
            <p:cNvSpPr>
              <a:spLocks noChangeArrowheads="1"/>
            </p:cNvSpPr>
            <p:nvPr/>
          </p:nvSpPr>
          <p:spPr bwMode="auto">
            <a:xfrm>
              <a:off x="3648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39" name="Rectangle 123"/>
            <p:cNvSpPr>
              <a:spLocks noChangeArrowheads="1"/>
            </p:cNvSpPr>
            <p:nvPr/>
          </p:nvSpPr>
          <p:spPr bwMode="auto">
            <a:xfrm>
              <a:off x="3648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40" name="Rectangle 124"/>
            <p:cNvSpPr>
              <a:spLocks noChangeArrowheads="1"/>
            </p:cNvSpPr>
            <p:nvPr/>
          </p:nvSpPr>
          <p:spPr bwMode="auto">
            <a:xfrm>
              <a:off x="3648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41" name="Rectangle 125"/>
            <p:cNvSpPr>
              <a:spLocks noChangeArrowheads="1"/>
            </p:cNvSpPr>
            <p:nvPr/>
          </p:nvSpPr>
          <p:spPr bwMode="auto">
            <a:xfrm>
              <a:off x="364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42" name="Rectangle 126"/>
            <p:cNvSpPr>
              <a:spLocks noChangeArrowheads="1"/>
            </p:cNvSpPr>
            <p:nvPr/>
          </p:nvSpPr>
          <p:spPr bwMode="auto">
            <a:xfrm>
              <a:off x="3648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43" name="Rectangle 127"/>
            <p:cNvSpPr>
              <a:spLocks noChangeArrowheads="1"/>
            </p:cNvSpPr>
            <p:nvPr/>
          </p:nvSpPr>
          <p:spPr bwMode="auto">
            <a:xfrm>
              <a:off x="3648" y="29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44" name="Rectangle 128"/>
            <p:cNvSpPr>
              <a:spLocks noChangeArrowheads="1"/>
            </p:cNvSpPr>
            <p:nvPr/>
          </p:nvSpPr>
          <p:spPr bwMode="auto">
            <a:xfrm>
              <a:off x="3888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45" name="Rectangle 129"/>
            <p:cNvSpPr>
              <a:spLocks noChangeArrowheads="1"/>
            </p:cNvSpPr>
            <p:nvPr/>
          </p:nvSpPr>
          <p:spPr bwMode="auto">
            <a:xfrm>
              <a:off x="3888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46" name="Rectangle 130"/>
            <p:cNvSpPr>
              <a:spLocks noChangeArrowheads="1"/>
            </p:cNvSpPr>
            <p:nvPr/>
          </p:nvSpPr>
          <p:spPr bwMode="auto">
            <a:xfrm>
              <a:off x="3888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47" name="Rectangle 131"/>
            <p:cNvSpPr>
              <a:spLocks noChangeArrowheads="1"/>
            </p:cNvSpPr>
            <p:nvPr/>
          </p:nvSpPr>
          <p:spPr bwMode="auto">
            <a:xfrm>
              <a:off x="388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48" name="Rectangle 132"/>
            <p:cNvSpPr>
              <a:spLocks noChangeArrowheads="1"/>
            </p:cNvSpPr>
            <p:nvPr/>
          </p:nvSpPr>
          <p:spPr bwMode="auto">
            <a:xfrm>
              <a:off x="3888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49" name="Rectangle 133"/>
            <p:cNvSpPr>
              <a:spLocks noChangeArrowheads="1"/>
            </p:cNvSpPr>
            <p:nvPr/>
          </p:nvSpPr>
          <p:spPr bwMode="auto">
            <a:xfrm>
              <a:off x="412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50" name="Rectangle 134"/>
            <p:cNvSpPr>
              <a:spLocks noChangeArrowheads="1"/>
            </p:cNvSpPr>
            <p:nvPr/>
          </p:nvSpPr>
          <p:spPr bwMode="auto">
            <a:xfrm>
              <a:off x="4128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51" name="Rectangle 135"/>
            <p:cNvSpPr>
              <a:spLocks noChangeArrowheads="1"/>
            </p:cNvSpPr>
            <p:nvPr/>
          </p:nvSpPr>
          <p:spPr bwMode="auto">
            <a:xfrm>
              <a:off x="4176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52" name="Rectangle 136"/>
            <p:cNvSpPr>
              <a:spLocks noChangeArrowheads="1"/>
            </p:cNvSpPr>
            <p:nvPr/>
          </p:nvSpPr>
          <p:spPr bwMode="auto">
            <a:xfrm>
              <a:off x="417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53" name="Rectangle 137"/>
            <p:cNvSpPr>
              <a:spLocks noChangeArrowheads="1"/>
            </p:cNvSpPr>
            <p:nvPr/>
          </p:nvSpPr>
          <p:spPr bwMode="auto">
            <a:xfrm>
              <a:off x="441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54" name="Rectangle 138"/>
            <p:cNvSpPr>
              <a:spLocks noChangeArrowheads="1"/>
            </p:cNvSpPr>
            <p:nvPr/>
          </p:nvSpPr>
          <p:spPr bwMode="auto">
            <a:xfrm>
              <a:off x="4416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55" name="Rectangle 139"/>
            <p:cNvSpPr>
              <a:spLocks noChangeArrowheads="1"/>
            </p:cNvSpPr>
            <p:nvPr/>
          </p:nvSpPr>
          <p:spPr bwMode="auto">
            <a:xfrm>
              <a:off x="4416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56" name="Rectangle 140"/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57" name="Rectangle 141"/>
            <p:cNvSpPr>
              <a:spLocks noChangeArrowheads="1"/>
            </p:cNvSpPr>
            <p:nvPr/>
          </p:nvSpPr>
          <p:spPr bwMode="auto">
            <a:xfrm>
              <a:off x="4656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58" name="Rectangle 142"/>
            <p:cNvSpPr>
              <a:spLocks noChangeArrowheads="1"/>
            </p:cNvSpPr>
            <p:nvPr/>
          </p:nvSpPr>
          <p:spPr bwMode="auto">
            <a:xfrm>
              <a:off x="4896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59" name="Rectangle 143"/>
            <p:cNvSpPr>
              <a:spLocks noChangeArrowheads="1"/>
            </p:cNvSpPr>
            <p:nvPr/>
          </p:nvSpPr>
          <p:spPr bwMode="auto">
            <a:xfrm>
              <a:off x="5184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60" name="Rectangle 144"/>
            <p:cNvSpPr>
              <a:spLocks noChangeArrowheads="1"/>
            </p:cNvSpPr>
            <p:nvPr/>
          </p:nvSpPr>
          <p:spPr bwMode="auto">
            <a:xfrm>
              <a:off x="465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61" name="Rectangle 145"/>
            <p:cNvSpPr>
              <a:spLocks noChangeArrowheads="1"/>
            </p:cNvSpPr>
            <p:nvPr/>
          </p:nvSpPr>
          <p:spPr bwMode="auto">
            <a:xfrm>
              <a:off x="5184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62" name="Rectangle 146"/>
            <p:cNvSpPr>
              <a:spLocks noChangeArrowheads="1"/>
            </p:cNvSpPr>
            <p:nvPr/>
          </p:nvSpPr>
          <p:spPr bwMode="auto">
            <a:xfrm>
              <a:off x="4896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63" name="Rectangle 147"/>
            <p:cNvSpPr>
              <a:spLocks noChangeArrowheads="1"/>
            </p:cNvSpPr>
            <p:nvPr/>
          </p:nvSpPr>
          <p:spPr bwMode="auto">
            <a:xfrm>
              <a:off x="5184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64" name="Rectangle 148"/>
            <p:cNvSpPr>
              <a:spLocks noChangeArrowheads="1"/>
            </p:cNvSpPr>
            <p:nvPr/>
          </p:nvSpPr>
          <p:spPr bwMode="auto">
            <a:xfrm>
              <a:off x="5184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65" name="Rectangle 149"/>
            <p:cNvSpPr>
              <a:spLocks noChangeArrowheads="1"/>
            </p:cNvSpPr>
            <p:nvPr/>
          </p:nvSpPr>
          <p:spPr bwMode="auto">
            <a:xfrm>
              <a:off x="489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66" name="Rectangle 150"/>
            <p:cNvSpPr>
              <a:spLocks noChangeArrowheads="1"/>
            </p:cNvSpPr>
            <p:nvPr/>
          </p:nvSpPr>
          <p:spPr bwMode="auto">
            <a:xfrm>
              <a:off x="364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67" name="Rectangle 151"/>
            <p:cNvSpPr>
              <a:spLocks noChangeArrowheads="1"/>
            </p:cNvSpPr>
            <p:nvPr/>
          </p:nvSpPr>
          <p:spPr bwMode="auto">
            <a:xfrm>
              <a:off x="4656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0568" name="Rectangle 152"/>
            <p:cNvSpPr>
              <a:spLocks noChangeArrowheads="1"/>
            </p:cNvSpPr>
            <p:nvPr/>
          </p:nvSpPr>
          <p:spPr bwMode="auto">
            <a:xfrm>
              <a:off x="4656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sp>
        <p:nvSpPr>
          <p:cNvPr id="60569" name="Rectangle 153"/>
          <p:cNvSpPr>
            <a:spLocks noChangeArrowheads="1"/>
          </p:cNvSpPr>
          <p:nvPr/>
        </p:nvSpPr>
        <p:spPr bwMode="auto">
          <a:xfrm>
            <a:off x="14478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graphicFrame>
        <p:nvGraphicFramePr>
          <p:cNvPr id="60570" name="Group 154"/>
          <p:cNvGraphicFramePr>
            <a:graphicFrameLocks noGrp="1"/>
          </p:cNvGraphicFramePr>
          <p:nvPr/>
        </p:nvGraphicFramePr>
        <p:xfrm>
          <a:off x="5486400" y="533400"/>
          <a:ext cx="3352800" cy="3263265"/>
        </p:xfrm>
        <a:graphic>
          <a:graphicData uri="http://schemas.openxmlformats.org/drawingml/2006/table">
            <a:tbl>
              <a:tblPr/>
              <a:tblGrid>
                <a:gridCol w="490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0653" name="Rectangle 237"/>
          <p:cNvSpPr>
            <a:spLocks noChangeArrowheads="1"/>
          </p:cNvSpPr>
          <p:nvPr/>
        </p:nvSpPr>
        <p:spPr bwMode="auto">
          <a:xfrm>
            <a:off x="5105400" y="9144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0654" name="Rectangle 238"/>
          <p:cNvSpPr>
            <a:spLocks noChangeArrowheads="1"/>
          </p:cNvSpPr>
          <p:nvPr/>
        </p:nvSpPr>
        <p:spPr bwMode="auto">
          <a:xfrm>
            <a:off x="5105400" y="12954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0655" name="Rectangle 239"/>
          <p:cNvSpPr>
            <a:spLocks noChangeArrowheads="1"/>
          </p:cNvSpPr>
          <p:nvPr/>
        </p:nvSpPr>
        <p:spPr bwMode="auto">
          <a:xfrm>
            <a:off x="5105400" y="1752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0656" name="Rectangle 240"/>
          <p:cNvSpPr>
            <a:spLocks noChangeArrowheads="1"/>
          </p:cNvSpPr>
          <p:nvPr/>
        </p:nvSpPr>
        <p:spPr bwMode="auto">
          <a:xfrm>
            <a:off x="5105400" y="2133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0657" name="Rectangle 241"/>
          <p:cNvSpPr>
            <a:spLocks noChangeArrowheads="1"/>
          </p:cNvSpPr>
          <p:nvPr/>
        </p:nvSpPr>
        <p:spPr bwMode="auto">
          <a:xfrm>
            <a:off x="5105400" y="2590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0658" name="Rectangle 242"/>
          <p:cNvSpPr>
            <a:spLocks noChangeArrowheads="1"/>
          </p:cNvSpPr>
          <p:nvPr/>
        </p:nvSpPr>
        <p:spPr bwMode="auto">
          <a:xfrm>
            <a:off x="5105400" y="2971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0659" name="Rectangle 243"/>
          <p:cNvSpPr>
            <a:spLocks noChangeArrowheads="1"/>
          </p:cNvSpPr>
          <p:nvPr/>
        </p:nvSpPr>
        <p:spPr bwMode="auto">
          <a:xfrm>
            <a:off x="5105400" y="34290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0660" name="Rectangle 244"/>
          <p:cNvSpPr>
            <a:spLocks noChangeArrowheads="1"/>
          </p:cNvSpPr>
          <p:nvPr/>
        </p:nvSpPr>
        <p:spPr bwMode="auto">
          <a:xfrm>
            <a:off x="6019800" y="152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0661" name="Rectangle 245"/>
          <p:cNvSpPr>
            <a:spLocks noChangeArrowheads="1"/>
          </p:cNvSpPr>
          <p:nvPr/>
        </p:nvSpPr>
        <p:spPr bwMode="auto">
          <a:xfrm>
            <a:off x="6400800" y="152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0662" name="Rectangle 246"/>
          <p:cNvSpPr>
            <a:spLocks noChangeArrowheads="1"/>
          </p:cNvSpPr>
          <p:nvPr/>
        </p:nvSpPr>
        <p:spPr bwMode="auto">
          <a:xfrm>
            <a:off x="6858000" y="152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0663" name="Rectangle 247"/>
          <p:cNvSpPr>
            <a:spLocks noChangeArrowheads="1"/>
          </p:cNvSpPr>
          <p:nvPr/>
        </p:nvSpPr>
        <p:spPr bwMode="auto">
          <a:xfrm>
            <a:off x="7239000" y="152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0664" name="Rectangle 248"/>
          <p:cNvSpPr>
            <a:spLocks noChangeArrowheads="1"/>
          </p:cNvSpPr>
          <p:nvPr/>
        </p:nvSpPr>
        <p:spPr bwMode="auto">
          <a:xfrm>
            <a:off x="7696200" y="152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0665" name="Rectangle 249"/>
          <p:cNvSpPr>
            <a:spLocks noChangeArrowheads="1"/>
          </p:cNvSpPr>
          <p:nvPr/>
        </p:nvSpPr>
        <p:spPr bwMode="auto">
          <a:xfrm>
            <a:off x="8153400" y="152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0666" name="Rectangle 250"/>
          <p:cNvSpPr>
            <a:spLocks noChangeArrowheads="1"/>
          </p:cNvSpPr>
          <p:nvPr/>
        </p:nvSpPr>
        <p:spPr bwMode="auto">
          <a:xfrm>
            <a:off x="8458200" y="152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0667" name="Rectangle 251"/>
          <p:cNvSpPr>
            <a:spLocks noChangeArrowheads="1"/>
          </p:cNvSpPr>
          <p:nvPr/>
        </p:nvSpPr>
        <p:spPr bwMode="auto">
          <a:xfrm>
            <a:off x="6400800" y="990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60668" name="Rectangle 252"/>
          <p:cNvSpPr>
            <a:spLocks noChangeArrowheads="1"/>
          </p:cNvSpPr>
          <p:nvPr/>
        </p:nvSpPr>
        <p:spPr bwMode="auto">
          <a:xfrm>
            <a:off x="8001000" y="990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5</a:t>
            </a:r>
          </a:p>
        </p:txBody>
      </p:sp>
      <p:sp>
        <p:nvSpPr>
          <p:cNvPr id="60669" name="Rectangle 253"/>
          <p:cNvSpPr>
            <a:spLocks noChangeArrowheads="1"/>
          </p:cNvSpPr>
          <p:nvPr/>
        </p:nvSpPr>
        <p:spPr bwMode="auto">
          <a:xfrm>
            <a:off x="8458200" y="990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6</a:t>
            </a:r>
          </a:p>
        </p:txBody>
      </p:sp>
      <p:sp>
        <p:nvSpPr>
          <p:cNvPr id="60670" name="Rectangle 254"/>
          <p:cNvSpPr>
            <a:spLocks noChangeArrowheads="1"/>
          </p:cNvSpPr>
          <p:nvPr/>
        </p:nvSpPr>
        <p:spPr bwMode="auto">
          <a:xfrm>
            <a:off x="6781800" y="1371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60671" name="Rectangle 255"/>
          <p:cNvSpPr>
            <a:spLocks noChangeArrowheads="1"/>
          </p:cNvSpPr>
          <p:nvPr/>
        </p:nvSpPr>
        <p:spPr bwMode="auto">
          <a:xfrm>
            <a:off x="76200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4</a:t>
            </a:r>
          </a:p>
        </p:txBody>
      </p:sp>
      <p:sp>
        <p:nvSpPr>
          <p:cNvPr id="60672" name="Rectangle 256"/>
          <p:cNvSpPr>
            <a:spLocks noChangeArrowheads="1"/>
          </p:cNvSpPr>
          <p:nvPr/>
        </p:nvSpPr>
        <p:spPr bwMode="auto">
          <a:xfrm>
            <a:off x="80010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5</a:t>
            </a:r>
          </a:p>
        </p:txBody>
      </p:sp>
      <p:sp>
        <p:nvSpPr>
          <p:cNvPr id="60673" name="Rectangle 257"/>
          <p:cNvSpPr>
            <a:spLocks noChangeArrowheads="1"/>
          </p:cNvSpPr>
          <p:nvPr/>
        </p:nvSpPr>
        <p:spPr bwMode="auto">
          <a:xfrm>
            <a:off x="76200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4</a:t>
            </a:r>
          </a:p>
        </p:txBody>
      </p:sp>
      <p:sp>
        <p:nvSpPr>
          <p:cNvPr id="60674" name="Rectangle 258"/>
          <p:cNvSpPr>
            <a:spLocks noChangeArrowheads="1"/>
          </p:cNvSpPr>
          <p:nvPr/>
        </p:nvSpPr>
        <p:spPr bwMode="auto">
          <a:xfrm>
            <a:off x="76200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4</a:t>
            </a:r>
          </a:p>
        </p:txBody>
      </p:sp>
      <p:sp>
        <p:nvSpPr>
          <p:cNvPr id="60675" name="Rectangle 259"/>
          <p:cNvSpPr>
            <a:spLocks noChangeArrowheads="1"/>
          </p:cNvSpPr>
          <p:nvPr/>
        </p:nvSpPr>
        <p:spPr bwMode="auto">
          <a:xfrm>
            <a:off x="72390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0676" name="Rectangle 260"/>
          <p:cNvSpPr>
            <a:spLocks noChangeArrowheads="1"/>
          </p:cNvSpPr>
          <p:nvPr/>
        </p:nvSpPr>
        <p:spPr bwMode="auto">
          <a:xfrm>
            <a:off x="72390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0677" name="Rectangle 261"/>
          <p:cNvSpPr>
            <a:spLocks noChangeArrowheads="1"/>
          </p:cNvSpPr>
          <p:nvPr/>
        </p:nvSpPr>
        <p:spPr bwMode="auto">
          <a:xfrm>
            <a:off x="67818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60678" name="Rectangle 262"/>
          <p:cNvSpPr>
            <a:spLocks noChangeArrowheads="1"/>
          </p:cNvSpPr>
          <p:nvPr/>
        </p:nvSpPr>
        <p:spPr bwMode="auto">
          <a:xfrm>
            <a:off x="67818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79" name="Rectangle 263"/>
          <p:cNvSpPr>
            <a:spLocks noChangeArrowheads="1"/>
          </p:cNvSpPr>
          <p:nvPr/>
        </p:nvSpPr>
        <p:spPr bwMode="auto">
          <a:xfrm>
            <a:off x="84582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80" name="Rectangle 264"/>
          <p:cNvSpPr>
            <a:spLocks noChangeArrowheads="1"/>
          </p:cNvSpPr>
          <p:nvPr/>
        </p:nvSpPr>
        <p:spPr bwMode="auto">
          <a:xfrm>
            <a:off x="80010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81" name="Rectangle 265"/>
          <p:cNvSpPr>
            <a:spLocks noChangeArrowheads="1"/>
          </p:cNvSpPr>
          <p:nvPr/>
        </p:nvSpPr>
        <p:spPr bwMode="auto">
          <a:xfrm>
            <a:off x="80010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82" name="Rectangle 266"/>
          <p:cNvSpPr>
            <a:spLocks noChangeArrowheads="1"/>
          </p:cNvSpPr>
          <p:nvPr/>
        </p:nvSpPr>
        <p:spPr bwMode="auto">
          <a:xfrm>
            <a:off x="84582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83" name="Rectangle 267"/>
          <p:cNvSpPr>
            <a:spLocks noChangeArrowheads="1"/>
          </p:cNvSpPr>
          <p:nvPr/>
        </p:nvSpPr>
        <p:spPr bwMode="auto">
          <a:xfrm>
            <a:off x="72390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0684" name="Rectangle 268"/>
          <p:cNvSpPr>
            <a:spLocks noChangeArrowheads="1"/>
          </p:cNvSpPr>
          <p:nvPr/>
        </p:nvSpPr>
        <p:spPr bwMode="auto">
          <a:xfrm>
            <a:off x="6019800" y="1371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85" name="Rectangle 269"/>
          <p:cNvSpPr>
            <a:spLocks noChangeArrowheads="1"/>
          </p:cNvSpPr>
          <p:nvPr/>
        </p:nvSpPr>
        <p:spPr bwMode="auto">
          <a:xfrm>
            <a:off x="60198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86" name="Rectangle 270"/>
          <p:cNvSpPr>
            <a:spLocks noChangeArrowheads="1"/>
          </p:cNvSpPr>
          <p:nvPr/>
        </p:nvSpPr>
        <p:spPr bwMode="auto">
          <a:xfrm>
            <a:off x="60198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87" name="Rectangle 271"/>
          <p:cNvSpPr>
            <a:spLocks noChangeArrowheads="1"/>
          </p:cNvSpPr>
          <p:nvPr/>
        </p:nvSpPr>
        <p:spPr bwMode="auto">
          <a:xfrm>
            <a:off x="60198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88" name="Rectangle 272"/>
          <p:cNvSpPr>
            <a:spLocks noChangeArrowheads="1"/>
          </p:cNvSpPr>
          <p:nvPr/>
        </p:nvSpPr>
        <p:spPr bwMode="auto">
          <a:xfrm>
            <a:off x="60198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89" name="Rectangle 273"/>
          <p:cNvSpPr>
            <a:spLocks noChangeArrowheads="1"/>
          </p:cNvSpPr>
          <p:nvPr/>
        </p:nvSpPr>
        <p:spPr bwMode="auto">
          <a:xfrm>
            <a:off x="60198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90" name="Rectangle 274"/>
          <p:cNvSpPr>
            <a:spLocks noChangeArrowheads="1"/>
          </p:cNvSpPr>
          <p:nvPr/>
        </p:nvSpPr>
        <p:spPr bwMode="auto">
          <a:xfrm>
            <a:off x="6400800" y="1371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91" name="Rectangle 275"/>
          <p:cNvSpPr>
            <a:spLocks noChangeArrowheads="1"/>
          </p:cNvSpPr>
          <p:nvPr/>
        </p:nvSpPr>
        <p:spPr bwMode="auto">
          <a:xfrm>
            <a:off x="64008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92" name="Rectangle 276"/>
          <p:cNvSpPr>
            <a:spLocks noChangeArrowheads="1"/>
          </p:cNvSpPr>
          <p:nvPr/>
        </p:nvSpPr>
        <p:spPr bwMode="auto">
          <a:xfrm>
            <a:off x="64008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93" name="Rectangle 277"/>
          <p:cNvSpPr>
            <a:spLocks noChangeArrowheads="1"/>
          </p:cNvSpPr>
          <p:nvPr/>
        </p:nvSpPr>
        <p:spPr bwMode="auto">
          <a:xfrm>
            <a:off x="64008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94" name="Rectangle 278"/>
          <p:cNvSpPr>
            <a:spLocks noChangeArrowheads="1"/>
          </p:cNvSpPr>
          <p:nvPr/>
        </p:nvSpPr>
        <p:spPr bwMode="auto">
          <a:xfrm>
            <a:off x="64008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95" name="Rectangle 279"/>
          <p:cNvSpPr>
            <a:spLocks noChangeArrowheads="1"/>
          </p:cNvSpPr>
          <p:nvPr/>
        </p:nvSpPr>
        <p:spPr bwMode="auto">
          <a:xfrm>
            <a:off x="6781800" y="990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96" name="Rectangle 280"/>
          <p:cNvSpPr>
            <a:spLocks noChangeArrowheads="1"/>
          </p:cNvSpPr>
          <p:nvPr/>
        </p:nvSpPr>
        <p:spPr bwMode="auto">
          <a:xfrm>
            <a:off x="67818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97" name="Rectangle 281"/>
          <p:cNvSpPr>
            <a:spLocks noChangeArrowheads="1"/>
          </p:cNvSpPr>
          <p:nvPr/>
        </p:nvSpPr>
        <p:spPr bwMode="auto">
          <a:xfrm>
            <a:off x="67818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98" name="Rectangle 282"/>
          <p:cNvSpPr>
            <a:spLocks noChangeArrowheads="1"/>
          </p:cNvSpPr>
          <p:nvPr/>
        </p:nvSpPr>
        <p:spPr bwMode="auto">
          <a:xfrm>
            <a:off x="67818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699" name="Rectangle 283"/>
          <p:cNvSpPr>
            <a:spLocks noChangeArrowheads="1"/>
          </p:cNvSpPr>
          <p:nvPr/>
        </p:nvSpPr>
        <p:spPr bwMode="auto">
          <a:xfrm>
            <a:off x="72390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700" name="Rectangle 284"/>
          <p:cNvSpPr>
            <a:spLocks noChangeArrowheads="1"/>
          </p:cNvSpPr>
          <p:nvPr/>
        </p:nvSpPr>
        <p:spPr bwMode="auto">
          <a:xfrm>
            <a:off x="72390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701" name="Rectangle 285"/>
          <p:cNvSpPr>
            <a:spLocks noChangeArrowheads="1"/>
          </p:cNvSpPr>
          <p:nvPr/>
        </p:nvSpPr>
        <p:spPr bwMode="auto">
          <a:xfrm>
            <a:off x="7239000" y="1371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702" name="Rectangle 286"/>
          <p:cNvSpPr>
            <a:spLocks noChangeArrowheads="1"/>
          </p:cNvSpPr>
          <p:nvPr/>
        </p:nvSpPr>
        <p:spPr bwMode="auto">
          <a:xfrm>
            <a:off x="7239000" y="990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703" name="Rectangle 287"/>
          <p:cNvSpPr>
            <a:spLocks noChangeArrowheads="1"/>
          </p:cNvSpPr>
          <p:nvPr/>
        </p:nvSpPr>
        <p:spPr bwMode="auto">
          <a:xfrm>
            <a:off x="7620000" y="1371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704" name="Rectangle 288"/>
          <p:cNvSpPr>
            <a:spLocks noChangeArrowheads="1"/>
          </p:cNvSpPr>
          <p:nvPr/>
        </p:nvSpPr>
        <p:spPr bwMode="auto">
          <a:xfrm>
            <a:off x="8001000" y="1371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705" name="Rectangle 289"/>
          <p:cNvSpPr>
            <a:spLocks noChangeArrowheads="1"/>
          </p:cNvSpPr>
          <p:nvPr/>
        </p:nvSpPr>
        <p:spPr bwMode="auto">
          <a:xfrm>
            <a:off x="8458200" y="1371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706" name="Rectangle 290"/>
          <p:cNvSpPr>
            <a:spLocks noChangeArrowheads="1"/>
          </p:cNvSpPr>
          <p:nvPr/>
        </p:nvSpPr>
        <p:spPr bwMode="auto">
          <a:xfrm>
            <a:off x="76200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707" name="Rectangle 291"/>
          <p:cNvSpPr>
            <a:spLocks noChangeArrowheads="1"/>
          </p:cNvSpPr>
          <p:nvPr/>
        </p:nvSpPr>
        <p:spPr bwMode="auto">
          <a:xfrm>
            <a:off x="84582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708" name="Rectangle 292"/>
          <p:cNvSpPr>
            <a:spLocks noChangeArrowheads="1"/>
          </p:cNvSpPr>
          <p:nvPr/>
        </p:nvSpPr>
        <p:spPr bwMode="auto">
          <a:xfrm>
            <a:off x="80010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709" name="Rectangle 293"/>
          <p:cNvSpPr>
            <a:spLocks noChangeArrowheads="1"/>
          </p:cNvSpPr>
          <p:nvPr/>
        </p:nvSpPr>
        <p:spPr bwMode="auto">
          <a:xfrm>
            <a:off x="84582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710" name="Rectangle 294"/>
          <p:cNvSpPr>
            <a:spLocks noChangeArrowheads="1"/>
          </p:cNvSpPr>
          <p:nvPr/>
        </p:nvSpPr>
        <p:spPr bwMode="auto">
          <a:xfrm>
            <a:off x="84582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711" name="Rectangle 295"/>
          <p:cNvSpPr>
            <a:spLocks noChangeArrowheads="1"/>
          </p:cNvSpPr>
          <p:nvPr/>
        </p:nvSpPr>
        <p:spPr bwMode="auto">
          <a:xfrm>
            <a:off x="80010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712" name="Rectangle 296"/>
          <p:cNvSpPr>
            <a:spLocks noChangeArrowheads="1"/>
          </p:cNvSpPr>
          <p:nvPr/>
        </p:nvSpPr>
        <p:spPr bwMode="auto">
          <a:xfrm>
            <a:off x="6019800" y="990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713" name="Rectangle 297"/>
          <p:cNvSpPr>
            <a:spLocks noChangeArrowheads="1"/>
          </p:cNvSpPr>
          <p:nvPr/>
        </p:nvSpPr>
        <p:spPr bwMode="auto">
          <a:xfrm>
            <a:off x="7620000" y="990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714" name="Rectangle 298"/>
          <p:cNvSpPr>
            <a:spLocks noChangeArrowheads="1"/>
          </p:cNvSpPr>
          <p:nvPr/>
        </p:nvSpPr>
        <p:spPr bwMode="auto">
          <a:xfrm>
            <a:off x="76200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715" name="Rectangle 299"/>
          <p:cNvSpPr>
            <a:spLocks noChangeArrowheads="1"/>
          </p:cNvSpPr>
          <p:nvPr/>
        </p:nvSpPr>
        <p:spPr bwMode="auto">
          <a:xfrm>
            <a:off x="64008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60716" name="Line 300"/>
          <p:cNvSpPr>
            <a:spLocks noChangeShapeType="1"/>
          </p:cNvSpPr>
          <p:nvPr/>
        </p:nvSpPr>
        <p:spPr bwMode="auto">
          <a:xfrm>
            <a:off x="6629400" y="990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717" name="Rectangle 301"/>
          <p:cNvSpPr>
            <a:spLocks noChangeArrowheads="1"/>
          </p:cNvSpPr>
          <p:nvPr/>
        </p:nvSpPr>
        <p:spPr bwMode="auto">
          <a:xfrm>
            <a:off x="6400800" y="990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1</a:t>
            </a:r>
          </a:p>
        </p:txBody>
      </p:sp>
      <p:sp>
        <p:nvSpPr>
          <p:cNvPr id="60726" name="Rectangle 310"/>
          <p:cNvSpPr>
            <a:spLocks noChangeArrowheads="1"/>
          </p:cNvSpPr>
          <p:nvPr/>
        </p:nvSpPr>
        <p:spPr bwMode="auto">
          <a:xfrm>
            <a:off x="533400" y="457200"/>
            <a:ext cx="32004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latin typeface="VNI-Times" pitchFamily="2" charset="0"/>
              </a:rPr>
              <a:t>Ta thaáy raèng töø L</a:t>
            </a:r>
            <a:r>
              <a:rPr lang="en-US" sz="2000" baseline="-25000">
                <a:latin typeface="VNI-Times" pitchFamily="2" charset="0"/>
              </a:rPr>
              <a:t>0 </a:t>
            </a:r>
            <a:r>
              <a:rPr lang="en-US" sz="2000">
                <a:latin typeface="VNI-Times" pitchFamily="2" charset="0"/>
                <a:sym typeface="Wingdings" pitchFamily="2" charset="2"/>
              </a:rPr>
              <a:t> L</a:t>
            </a:r>
            <a:r>
              <a:rPr lang="en-US" sz="2000" baseline="-25000">
                <a:latin typeface="VNI-Times" pitchFamily="2" charset="0"/>
                <a:sym typeface="Wingdings" pitchFamily="2" charset="2"/>
              </a:rPr>
              <a:t>1</a:t>
            </a:r>
            <a:r>
              <a:rPr lang="en-US" sz="2000">
                <a:latin typeface="VNI-Times" pitchFamily="2" charset="0"/>
                <a:sym typeface="Wingdings" pitchFamily="2" charset="2"/>
              </a:rPr>
              <a:t>.</a:t>
            </a:r>
          </a:p>
          <a:p>
            <a:pPr algn="ctr"/>
            <a:r>
              <a:rPr lang="en-US" sz="2000">
                <a:latin typeface="VNI-Times" pitchFamily="2" charset="0"/>
                <a:sym typeface="Wingdings" pitchFamily="2" charset="2"/>
              </a:rPr>
              <a:t>Chæ coù 1 oâ thay ñoåi giaù trò </a:t>
            </a:r>
          </a:p>
          <a:p>
            <a:pPr algn="ctr"/>
            <a:r>
              <a:rPr lang="en-US" sz="2000">
                <a:latin typeface="VNI-Times" pitchFamily="2" charset="0"/>
                <a:sym typeface="Wingdings" pitchFamily="2" charset="2"/>
              </a:rPr>
              <a:t>Ñoù laø (L</a:t>
            </a:r>
            <a:r>
              <a:rPr lang="en-US" sz="2000" baseline="-25000">
                <a:latin typeface="VNI-Times" pitchFamily="2" charset="0"/>
                <a:sym typeface="Wingdings" pitchFamily="2" charset="2"/>
              </a:rPr>
              <a:t>1</a:t>
            </a:r>
            <a:r>
              <a:rPr lang="en-US" sz="2000">
                <a:latin typeface="VNI-Times" pitchFamily="2" charset="0"/>
                <a:sym typeface="Wingdings" pitchFamily="2" charset="2"/>
              </a:rPr>
              <a:t>)</a:t>
            </a:r>
            <a:r>
              <a:rPr lang="en-US" sz="2000" baseline="-25000">
                <a:latin typeface="VNI-Times" pitchFamily="2" charset="0"/>
                <a:sym typeface="Wingdings" pitchFamily="2" charset="2"/>
              </a:rPr>
              <a:t>02</a:t>
            </a:r>
            <a:r>
              <a:rPr lang="en-US" sz="2000">
                <a:latin typeface="VNI-Times" pitchFamily="2" charset="0"/>
                <a:sym typeface="Wingdings" pitchFamily="2" charset="2"/>
              </a:rPr>
              <a:t>. Neân taïi oâ (P</a:t>
            </a:r>
            <a:r>
              <a:rPr lang="en-US" sz="2000" baseline="-25000">
                <a:latin typeface="VNI-Times" pitchFamily="2" charset="0"/>
                <a:sym typeface="Wingdings" pitchFamily="2" charset="2"/>
              </a:rPr>
              <a:t>1</a:t>
            </a:r>
            <a:r>
              <a:rPr lang="en-US" sz="2000">
                <a:latin typeface="VNI-Times" pitchFamily="2" charset="0"/>
                <a:sym typeface="Wingdings" pitchFamily="2" charset="2"/>
              </a:rPr>
              <a:t>)</a:t>
            </a:r>
            <a:r>
              <a:rPr lang="en-US" sz="2000" baseline="-25000">
                <a:latin typeface="VNI-Times" pitchFamily="2" charset="0"/>
                <a:sym typeface="Wingdings" pitchFamily="2" charset="2"/>
              </a:rPr>
              <a:t>02</a:t>
            </a:r>
          </a:p>
          <a:p>
            <a:pPr algn="ctr"/>
            <a:r>
              <a:rPr lang="en-US" sz="2000">
                <a:latin typeface="VNI-Times" pitchFamily="2" charset="0"/>
                <a:sym typeface="Wingdings" pitchFamily="2" charset="2"/>
              </a:rPr>
              <a:t>Töông öùng cuõng seõ ñoåi giaù trò</a:t>
            </a:r>
            <a:endParaRPr lang="en-US" sz="2000">
              <a:latin typeface="VNI-Times" pitchFamily="2" charset="0"/>
            </a:endParaRPr>
          </a:p>
        </p:txBody>
      </p:sp>
      <p:grpSp>
        <p:nvGrpSpPr>
          <p:cNvPr id="3" name="Group 311"/>
          <p:cNvGrpSpPr>
            <a:grpSpLocks/>
          </p:cNvGrpSpPr>
          <p:nvPr/>
        </p:nvGrpSpPr>
        <p:grpSpPr bwMode="auto">
          <a:xfrm>
            <a:off x="990600" y="990600"/>
            <a:ext cx="2971800" cy="2819400"/>
            <a:chOff x="720" y="480"/>
            <a:chExt cx="1872" cy="1776"/>
          </a:xfrm>
        </p:grpSpPr>
        <p:sp>
          <p:nvSpPr>
            <p:cNvPr id="60728" name="Line 312"/>
            <p:cNvSpPr>
              <a:spLocks noChangeShapeType="1"/>
            </p:cNvSpPr>
            <p:nvPr/>
          </p:nvSpPr>
          <p:spPr bwMode="auto">
            <a:xfrm>
              <a:off x="1200" y="480"/>
              <a:ext cx="0" cy="17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0729" name="Line 313"/>
            <p:cNvSpPr>
              <a:spLocks noChangeShapeType="1"/>
            </p:cNvSpPr>
            <p:nvPr/>
          </p:nvSpPr>
          <p:spPr bwMode="auto">
            <a:xfrm>
              <a:off x="720" y="912"/>
              <a:ext cx="1872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1307" name="Group 891"/>
          <p:cNvGraphicFramePr>
            <a:graphicFrameLocks noGrp="1"/>
          </p:cNvGraphicFramePr>
          <p:nvPr/>
        </p:nvGraphicFramePr>
        <p:xfrm>
          <a:off x="533400" y="25146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1390" name="Rectangle 974"/>
          <p:cNvSpPr>
            <a:spLocks noChangeArrowheads="1"/>
          </p:cNvSpPr>
          <p:nvPr/>
        </p:nvSpPr>
        <p:spPr bwMode="auto">
          <a:xfrm>
            <a:off x="10668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1391" name="Rectangle 975"/>
          <p:cNvSpPr>
            <a:spLocks noChangeArrowheads="1"/>
          </p:cNvSpPr>
          <p:nvPr/>
        </p:nvSpPr>
        <p:spPr bwMode="auto">
          <a:xfrm>
            <a:off x="10668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392" name="Rectangle 976"/>
          <p:cNvSpPr>
            <a:spLocks noChangeArrowheads="1"/>
          </p:cNvSpPr>
          <p:nvPr/>
        </p:nvSpPr>
        <p:spPr bwMode="auto">
          <a:xfrm>
            <a:off x="1066800" y="3733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393" name="Rectangle 977"/>
          <p:cNvSpPr>
            <a:spLocks noChangeArrowheads="1"/>
          </p:cNvSpPr>
          <p:nvPr/>
        </p:nvSpPr>
        <p:spPr bwMode="auto">
          <a:xfrm>
            <a:off x="1066800" y="44196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394" name="Rectangle 978"/>
          <p:cNvSpPr>
            <a:spLocks noChangeArrowheads="1"/>
          </p:cNvSpPr>
          <p:nvPr/>
        </p:nvSpPr>
        <p:spPr bwMode="auto">
          <a:xfrm>
            <a:off x="1066800" y="4114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395" name="Rectangle 979"/>
          <p:cNvSpPr>
            <a:spLocks noChangeArrowheads="1"/>
          </p:cNvSpPr>
          <p:nvPr/>
        </p:nvSpPr>
        <p:spPr bwMode="auto">
          <a:xfrm>
            <a:off x="1066800" y="4953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61396" name="Rectangle 980"/>
          <p:cNvSpPr>
            <a:spLocks noChangeArrowheads="1"/>
          </p:cNvSpPr>
          <p:nvPr/>
        </p:nvSpPr>
        <p:spPr bwMode="auto">
          <a:xfrm>
            <a:off x="1066800" y="5334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61397" name="Rectangle 981"/>
          <p:cNvSpPr>
            <a:spLocks noChangeArrowheads="1"/>
          </p:cNvSpPr>
          <p:nvPr/>
        </p:nvSpPr>
        <p:spPr bwMode="auto">
          <a:xfrm>
            <a:off x="14478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61398" name="Rectangle 982"/>
          <p:cNvSpPr>
            <a:spLocks noChangeArrowheads="1"/>
          </p:cNvSpPr>
          <p:nvPr/>
        </p:nvSpPr>
        <p:spPr bwMode="auto">
          <a:xfrm>
            <a:off x="14478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1399" name="Rectangle 983"/>
          <p:cNvSpPr>
            <a:spLocks noChangeArrowheads="1"/>
          </p:cNvSpPr>
          <p:nvPr/>
        </p:nvSpPr>
        <p:spPr bwMode="auto">
          <a:xfrm>
            <a:off x="1447800" y="3733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00" name="Rectangle 984"/>
          <p:cNvSpPr>
            <a:spLocks noChangeArrowheads="1"/>
          </p:cNvSpPr>
          <p:nvPr/>
        </p:nvSpPr>
        <p:spPr bwMode="auto">
          <a:xfrm>
            <a:off x="1447800" y="4114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01" name="Rectangle 985"/>
          <p:cNvSpPr>
            <a:spLocks noChangeArrowheads="1"/>
          </p:cNvSpPr>
          <p:nvPr/>
        </p:nvSpPr>
        <p:spPr bwMode="auto">
          <a:xfrm>
            <a:off x="1447800" y="4495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02" name="Rectangle 986"/>
          <p:cNvSpPr>
            <a:spLocks noChangeArrowheads="1"/>
          </p:cNvSpPr>
          <p:nvPr/>
        </p:nvSpPr>
        <p:spPr bwMode="auto">
          <a:xfrm>
            <a:off x="1447800" y="4953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03" name="Rectangle 987"/>
          <p:cNvSpPr>
            <a:spLocks noChangeArrowheads="1"/>
          </p:cNvSpPr>
          <p:nvPr/>
        </p:nvSpPr>
        <p:spPr bwMode="auto">
          <a:xfrm>
            <a:off x="1447800" y="5334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04" name="Rectangle 988"/>
          <p:cNvSpPr>
            <a:spLocks noChangeArrowheads="1"/>
          </p:cNvSpPr>
          <p:nvPr/>
        </p:nvSpPr>
        <p:spPr bwMode="auto">
          <a:xfrm>
            <a:off x="19050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olidFill>
                  <a:srgbClr val="CC00FF"/>
                </a:solidFill>
                <a:sym typeface="Symbol" pitchFamily="18" charset="2"/>
              </a:rPr>
              <a:t>-3</a:t>
            </a:r>
          </a:p>
        </p:txBody>
      </p:sp>
      <p:sp>
        <p:nvSpPr>
          <p:cNvPr id="61405" name="Rectangle 989"/>
          <p:cNvSpPr>
            <a:spLocks noChangeArrowheads="1"/>
          </p:cNvSpPr>
          <p:nvPr/>
        </p:nvSpPr>
        <p:spPr bwMode="auto">
          <a:xfrm>
            <a:off x="19050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-4</a:t>
            </a:r>
          </a:p>
        </p:txBody>
      </p:sp>
      <p:sp>
        <p:nvSpPr>
          <p:cNvPr id="61406" name="Rectangle 990"/>
          <p:cNvSpPr>
            <a:spLocks noChangeArrowheads="1"/>
          </p:cNvSpPr>
          <p:nvPr/>
        </p:nvSpPr>
        <p:spPr bwMode="auto">
          <a:xfrm>
            <a:off x="1905000" y="3733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1407" name="Rectangle 991"/>
          <p:cNvSpPr>
            <a:spLocks noChangeArrowheads="1"/>
          </p:cNvSpPr>
          <p:nvPr/>
        </p:nvSpPr>
        <p:spPr bwMode="auto">
          <a:xfrm>
            <a:off x="1905000" y="4114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08" name="Rectangle 992"/>
          <p:cNvSpPr>
            <a:spLocks noChangeArrowheads="1"/>
          </p:cNvSpPr>
          <p:nvPr/>
        </p:nvSpPr>
        <p:spPr bwMode="auto">
          <a:xfrm>
            <a:off x="1905000" y="4495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09" name="Rectangle 993"/>
          <p:cNvSpPr>
            <a:spLocks noChangeArrowheads="1"/>
          </p:cNvSpPr>
          <p:nvPr/>
        </p:nvSpPr>
        <p:spPr bwMode="auto">
          <a:xfrm>
            <a:off x="1905000" y="4953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10" name="Rectangle 994"/>
          <p:cNvSpPr>
            <a:spLocks noChangeArrowheads="1"/>
          </p:cNvSpPr>
          <p:nvPr/>
        </p:nvSpPr>
        <p:spPr bwMode="auto">
          <a:xfrm>
            <a:off x="1905000" y="5334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  <a:endParaRPr lang="en-US"/>
          </a:p>
        </p:txBody>
      </p:sp>
      <p:sp>
        <p:nvSpPr>
          <p:cNvPr id="61411" name="Rectangle 995"/>
          <p:cNvSpPr>
            <a:spLocks noChangeArrowheads="1"/>
          </p:cNvSpPr>
          <p:nvPr/>
        </p:nvSpPr>
        <p:spPr bwMode="auto">
          <a:xfrm>
            <a:off x="22860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12" name="Rectangle 996"/>
          <p:cNvSpPr>
            <a:spLocks noChangeArrowheads="1"/>
          </p:cNvSpPr>
          <p:nvPr/>
        </p:nvSpPr>
        <p:spPr bwMode="auto">
          <a:xfrm>
            <a:off x="22860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13" name="Rectangle 997"/>
          <p:cNvSpPr>
            <a:spLocks noChangeArrowheads="1"/>
          </p:cNvSpPr>
          <p:nvPr/>
        </p:nvSpPr>
        <p:spPr bwMode="auto">
          <a:xfrm>
            <a:off x="2286000" y="3733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61414" name="Rectangle 998"/>
          <p:cNvSpPr>
            <a:spLocks noChangeArrowheads="1"/>
          </p:cNvSpPr>
          <p:nvPr/>
        </p:nvSpPr>
        <p:spPr bwMode="auto">
          <a:xfrm>
            <a:off x="2286000" y="4114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61415" name="Rectangle 999"/>
          <p:cNvSpPr>
            <a:spLocks noChangeArrowheads="1"/>
          </p:cNvSpPr>
          <p:nvPr/>
        </p:nvSpPr>
        <p:spPr bwMode="auto">
          <a:xfrm>
            <a:off x="2286000" y="4495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16" name="Rectangle 1000"/>
          <p:cNvSpPr>
            <a:spLocks noChangeArrowheads="1"/>
          </p:cNvSpPr>
          <p:nvPr/>
        </p:nvSpPr>
        <p:spPr bwMode="auto">
          <a:xfrm>
            <a:off x="2286000" y="4953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61417" name="Rectangle 1001"/>
          <p:cNvSpPr>
            <a:spLocks noChangeArrowheads="1"/>
          </p:cNvSpPr>
          <p:nvPr/>
        </p:nvSpPr>
        <p:spPr bwMode="auto">
          <a:xfrm>
            <a:off x="2286000" y="5334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61418" name="Rectangle 1002"/>
          <p:cNvSpPr>
            <a:spLocks noChangeArrowheads="1"/>
          </p:cNvSpPr>
          <p:nvPr/>
        </p:nvSpPr>
        <p:spPr bwMode="auto">
          <a:xfrm>
            <a:off x="27432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19" name="Rectangle 1003"/>
          <p:cNvSpPr>
            <a:spLocks noChangeArrowheads="1"/>
          </p:cNvSpPr>
          <p:nvPr/>
        </p:nvSpPr>
        <p:spPr bwMode="auto">
          <a:xfrm>
            <a:off x="27432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20" name="Rectangle 1004"/>
          <p:cNvSpPr>
            <a:spLocks noChangeArrowheads="1"/>
          </p:cNvSpPr>
          <p:nvPr/>
        </p:nvSpPr>
        <p:spPr bwMode="auto">
          <a:xfrm>
            <a:off x="2743200" y="3733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21" name="Rectangle 1005"/>
          <p:cNvSpPr>
            <a:spLocks noChangeArrowheads="1"/>
          </p:cNvSpPr>
          <p:nvPr/>
        </p:nvSpPr>
        <p:spPr bwMode="auto">
          <a:xfrm>
            <a:off x="2743200" y="4114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1422" name="Rectangle 1006"/>
          <p:cNvSpPr>
            <a:spLocks noChangeArrowheads="1"/>
          </p:cNvSpPr>
          <p:nvPr/>
        </p:nvSpPr>
        <p:spPr bwMode="auto">
          <a:xfrm>
            <a:off x="2743200" y="4495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61423" name="Rectangle 1007"/>
          <p:cNvSpPr>
            <a:spLocks noChangeArrowheads="1"/>
          </p:cNvSpPr>
          <p:nvPr/>
        </p:nvSpPr>
        <p:spPr bwMode="auto">
          <a:xfrm>
            <a:off x="2743200" y="4953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61424" name="Rectangle 1008"/>
          <p:cNvSpPr>
            <a:spLocks noChangeArrowheads="1"/>
          </p:cNvSpPr>
          <p:nvPr/>
        </p:nvSpPr>
        <p:spPr bwMode="auto">
          <a:xfrm>
            <a:off x="2743200" y="5334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sp>
        <p:nvSpPr>
          <p:cNvPr id="61425" name="Rectangle 1009"/>
          <p:cNvSpPr>
            <a:spLocks noChangeArrowheads="1"/>
          </p:cNvSpPr>
          <p:nvPr/>
        </p:nvSpPr>
        <p:spPr bwMode="auto">
          <a:xfrm>
            <a:off x="31242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1426" name="Rectangle 1010"/>
          <p:cNvSpPr>
            <a:spLocks noChangeArrowheads="1"/>
          </p:cNvSpPr>
          <p:nvPr/>
        </p:nvSpPr>
        <p:spPr bwMode="auto">
          <a:xfrm>
            <a:off x="31242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27" name="Rectangle 1011"/>
          <p:cNvSpPr>
            <a:spLocks noChangeArrowheads="1"/>
          </p:cNvSpPr>
          <p:nvPr/>
        </p:nvSpPr>
        <p:spPr bwMode="auto">
          <a:xfrm>
            <a:off x="3124200" y="3733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1428" name="Rectangle 1012"/>
          <p:cNvSpPr>
            <a:spLocks noChangeArrowheads="1"/>
          </p:cNvSpPr>
          <p:nvPr/>
        </p:nvSpPr>
        <p:spPr bwMode="auto">
          <a:xfrm>
            <a:off x="3124200" y="4114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29" name="Rectangle 1013"/>
          <p:cNvSpPr>
            <a:spLocks noChangeArrowheads="1"/>
          </p:cNvSpPr>
          <p:nvPr/>
        </p:nvSpPr>
        <p:spPr bwMode="auto">
          <a:xfrm>
            <a:off x="3124200" y="4495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30" name="Rectangle 1014"/>
          <p:cNvSpPr>
            <a:spLocks noChangeArrowheads="1"/>
          </p:cNvSpPr>
          <p:nvPr/>
        </p:nvSpPr>
        <p:spPr bwMode="auto">
          <a:xfrm>
            <a:off x="3124200" y="4953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61431" name="Rectangle 1015"/>
          <p:cNvSpPr>
            <a:spLocks noChangeArrowheads="1"/>
          </p:cNvSpPr>
          <p:nvPr/>
        </p:nvSpPr>
        <p:spPr bwMode="auto">
          <a:xfrm>
            <a:off x="3124200" y="5334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61432" name="Rectangle 1016"/>
          <p:cNvSpPr>
            <a:spLocks noChangeArrowheads="1"/>
          </p:cNvSpPr>
          <p:nvPr/>
        </p:nvSpPr>
        <p:spPr bwMode="auto">
          <a:xfrm>
            <a:off x="35814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61433" name="Rectangle 1017"/>
          <p:cNvSpPr>
            <a:spLocks noChangeArrowheads="1"/>
          </p:cNvSpPr>
          <p:nvPr/>
        </p:nvSpPr>
        <p:spPr bwMode="auto">
          <a:xfrm>
            <a:off x="35814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34" name="Rectangle 1018"/>
          <p:cNvSpPr>
            <a:spLocks noChangeArrowheads="1"/>
          </p:cNvSpPr>
          <p:nvPr/>
        </p:nvSpPr>
        <p:spPr bwMode="auto">
          <a:xfrm>
            <a:off x="3581400" y="3733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35" name="Rectangle 1019"/>
          <p:cNvSpPr>
            <a:spLocks noChangeArrowheads="1"/>
          </p:cNvSpPr>
          <p:nvPr/>
        </p:nvSpPr>
        <p:spPr bwMode="auto">
          <a:xfrm>
            <a:off x="3581400" y="4114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36" name="Rectangle 1020"/>
          <p:cNvSpPr>
            <a:spLocks noChangeArrowheads="1"/>
          </p:cNvSpPr>
          <p:nvPr/>
        </p:nvSpPr>
        <p:spPr bwMode="auto">
          <a:xfrm>
            <a:off x="3581400" y="4495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37" name="Rectangle 1021"/>
          <p:cNvSpPr>
            <a:spLocks noChangeArrowheads="1"/>
          </p:cNvSpPr>
          <p:nvPr/>
        </p:nvSpPr>
        <p:spPr bwMode="auto">
          <a:xfrm>
            <a:off x="3581400" y="4953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1438" name="Rectangle 1022"/>
          <p:cNvSpPr>
            <a:spLocks noChangeArrowheads="1"/>
          </p:cNvSpPr>
          <p:nvPr/>
        </p:nvSpPr>
        <p:spPr bwMode="auto">
          <a:xfrm>
            <a:off x="3581400" y="5334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1439" name="Rectangle 1023"/>
          <p:cNvSpPr>
            <a:spLocks noChangeArrowheads="1"/>
          </p:cNvSpPr>
          <p:nvPr/>
        </p:nvSpPr>
        <p:spPr bwMode="auto">
          <a:xfrm>
            <a:off x="152400" y="2895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2464" name="Rectangle 1024"/>
          <p:cNvSpPr>
            <a:spLocks noChangeArrowheads="1"/>
          </p:cNvSpPr>
          <p:nvPr/>
        </p:nvSpPr>
        <p:spPr bwMode="auto">
          <a:xfrm>
            <a:off x="152400" y="3352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2465" name="Rectangle 1025"/>
          <p:cNvSpPr>
            <a:spLocks noChangeArrowheads="1"/>
          </p:cNvSpPr>
          <p:nvPr/>
        </p:nvSpPr>
        <p:spPr bwMode="auto">
          <a:xfrm>
            <a:off x="152400" y="3733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2466" name="Rectangle 1026"/>
          <p:cNvSpPr>
            <a:spLocks noChangeArrowheads="1"/>
          </p:cNvSpPr>
          <p:nvPr/>
        </p:nvSpPr>
        <p:spPr bwMode="auto">
          <a:xfrm>
            <a:off x="152400" y="4114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2467" name="Rectangle 1027"/>
          <p:cNvSpPr>
            <a:spLocks noChangeArrowheads="1"/>
          </p:cNvSpPr>
          <p:nvPr/>
        </p:nvSpPr>
        <p:spPr bwMode="auto">
          <a:xfrm>
            <a:off x="152400" y="4495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2468" name="Rectangle 1028"/>
          <p:cNvSpPr>
            <a:spLocks noChangeArrowheads="1"/>
          </p:cNvSpPr>
          <p:nvPr/>
        </p:nvSpPr>
        <p:spPr bwMode="auto">
          <a:xfrm>
            <a:off x="152400" y="4876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2469" name="Rectangle 1029"/>
          <p:cNvSpPr>
            <a:spLocks noChangeArrowheads="1"/>
          </p:cNvSpPr>
          <p:nvPr/>
        </p:nvSpPr>
        <p:spPr bwMode="auto">
          <a:xfrm>
            <a:off x="152400" y="5257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2470" name="Rectangle 1030"/>
          <p:cNvSpPr>
            <a:spLocks noChangeArrowheads="1"/>
          </p:cNvSpPr>
          <p:nvPr/>
        </p:nvSpPr>
        <p:spPr bwMode="auto">
          <a:xfrm>
            <a:off x="1143000" y="2209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2471" name="Rectangle 1031"/>
          <p:cNvSpPr>
            <a:spLocks noChangeArrowheads="1"/>
          </p:cNvSpPr>
          <p:nvPr/>
        </p:nvSpPr>
        <p:spPr bwMode="auto">
          <a:xfrm>
            <a:off x="1600200" y="2209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2472" name="Rectangle 1032"/>
          <p:cNvSpPr>
            <a:spLocks noChangeArrowheads="1"/>
          </p:cNvSpPr>
          <p:nvPr/>
        </p:nvSpPr>
        <p:spPr bwMode="auto">
          <a:xfrm>
            <a:off x="1981200" y="2209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2473" name="Rectangle 1033"/>
          <p:cNvSpPr>
            <a:spLocks noChangeArrowheads="1"/>
          </p:cNvSpPr>
          <p:nvPr/>
        </p:nvSpPr>
        <p:spPr bwMode="auto">
          <a:xfrm>
            <a:off x="2438400" y="2209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2474" name="Rectangle 1034"/>
          <p:cNvSpPr>
            <a:spLocks noChangeArrowheads="1"/>
          </p:cNvSpPr>
          <p:nvPr/>
        </p:nvSpPr>
        <p:spPr bwMode="auto">
          <a:xfrm>
            <a:off x="2895600" y="2209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2475" name="Rectangle 1035"/>
          <p:cNvSpPr>
            <a:spLocks noChangeArrowheads="1"/>
          </p:cNvSpPr>
          <p:nvPr/>
        </p:nvSpPr>
        <p:spPr bwMode="auto">
          <a:xfrm>
            <a:off x="3276600" y="2209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2476" name="Rectangle 1036"/>
          <p:cNvSpPr>
            <a:spLocks noChangeArrowheads="1"/>
          </p:cNvSpPr>
          <p:nvPr/>
        </p:nvSpPr>
        <p:spPr bwMode="auto">
          <a:xfrm>
            <a:off x="3733800" y="2209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grpSp>
        <p:nvGrpSpPr>
          <p:cNvPr id="4" name="Group 1047"/>
          <p:cNvGrpSpPr>
            <a:grpSpLocks/>
          </p:cNvGrpSpPr>
          <p:nvPr/>
        </p:nvGrpSpPr>
        <p:grpSpPr bwMode="auto">
          <a:xfrm>
            <a:off x="2133600" y="1295400"/>
            <a:ext cx="4800600" cy="3505200"/>
            <a:chOff x="1344" y="816"/>
            <a:chExt cx="3024" cy="2208"/>
          </a:xfrm>
        </p:grpSpPr>
        <p:sp>
          <p:nvSpPr>
            <p:cNvPr id="62479" name="Line 1039"/>
            <p:cNvSpPr>
              <a:spLocks noChangeShapeType="1"/>
            </p:cNvSpPr>
            <p:nvPr/>
          </p:nvSpPr>
          <p:spPr bwMode="auto">
            <a:xfrm flipH="1">
              <a:off x="1344" y="1920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2480" name="Line 1040"/>
            <p:cNvSpPr>
              <a:spLocks noChangeShapeType="1"/>
            </p:cNvSpPr>
            <p:nvPr/>
          </p:nvSpPr>
          <p:spPr bwMode="auto">
            <a:xfrm>
              <a:off x="2928" y="816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2481" name="Rectangle 1041"/>
            <p:cNvSpPr>
              <a:spLocks noChangeArrowheads="1"/>
            </p:cNvSpPr>
            <p:nvPr/>
          </p:nvSpPr>
          <p:spPr bwMode="auto">
            <a:xfrm>
              <a:off x="2640" y="2736"/>
              <a:ext cx="72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VNI-Times" pitchFamily="2" charset="0"/>
                </a:rPr>
                <a:t>Thay ñoåi</a:t>
              </a:r>
            </a:p>
          </p:txBody>
        </p:sp>
        <p:sp>
          <p:nvSpPr>
            <p:cNvPr id="62484" name="Line 1044"/>
            <p:cNvSpPr>
              <a:spLocks noChangeShapeType="1"/>
            </p:cNvSpPr>
            <p:nvPr/>
          </p:nvSpPr>
          <p:spPr bwMode="auto">
            <a:xfrm>
              <a:off x="2736" y="1920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2486" name="Line 1046"/>
            <p:cNvSpPr>
              <a:spLocks noChangeShapeType="1"/>
            </p:cNvSpPr>
            <p:nvPr/>
          </p:nvSpPr>
          <p:spPr bwMode="auto">
            <a:xfrm>
              <a:off x="2928" y="816"/>
              <a:ext cx="0" cy="19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488" name="Rectangle 1048"/>
          <p:cNvSpPr>
            <a:spLocks noChangeArrowheads="1"/>
          </p:cNvSpPr>
          <p:nvPr/>
        </p:nvSpPr>
        <p:spPr bwMode="auto">
          <a:xfrm>
            <a:off x="5867400" y="5334000"/>
            <a:ext cx="2590800" cy="114300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>
                <a:solidFill>
                  <a:srgbClr val="FF0000"/>
                </a:solidFill>
                <a:latin typeface="VNI-Times" pitchFamily="2" charset="0"/>
              </a:rPr>
              <a:t>Ñaõ coù  P</a:t>
            </a:r>
            <a:r>
              <a:rPr lang="en-US" sz="2800" baseline="-25000">
                <a:solidFill>
                  <a:srgbClr val="FF0000"/>
                </a:solidFill>
                <a:latin typeface="VNI-Times" pitchFamily="2" charset="0"/>
              </a:rPr>
              <a:t>1</a:t>
            </a:r>
            <a:endParaRPr lang="en-US" sz="2800">
              <a:solidFill>
                <a:srgbClr val="FF0000"/>
              </a:solidFill>
              <a:latin typeface="VNI-Times" pitchFamily="2" charset="0"/>
            </a:endParaRPr>
          </a:p>
          <a:p>
            <a:pPr algn="ctr"/>
            <a:r>
              <a:rPr lang="en-US" sz="2800">
                <a:solidFill>
                  <a:srgbClr val="FF0000"/>
                </a:solidFill>
                <a:latin typeface="VNI-Times" pitchFamily="2" charset="0"/>
              </a:rPr>
              <a:t>Tìm L</a:t>
            </a:r>
            <a:r>
              <a:rPr lang="en-US" sz="2800" baseline="-25000">
                <a:solidFill>
                  <a:srgbClr val="FF0000"/>
                </a:solidFill>
                <a:latin typeface="VNI-Times" pitchFamily="2" charset="0"/>
              </a:rPr>
              <a:t>2</a:t>
            </a:r>
            <a:r>
              <a:rPr lang="en-US" sz="2800">
                <a:solidFill>
                  <a:srgbClr val="FF0000"/>
                </a:solidFill>
                <a:latin typeface="VNI-Times" pitchFamily="2" charset="0"/>
              </a:rPr>
              <a:t> baèng L</a:t>
            </a:r>
            <a:r>
              <a:rPr lang="en-US" sz="2800" baseline="-25000">
                <a:solidFill>
                  <a:srgbClr val="FF0000"/>
                </a:solidFill>
                <a:latin typeface="VNI-Times" pitchFamily="2" charset="0"/>
              </a:rPr>
              <a:t>1</a:t>
            </a:r>
          </a:p>
        </p:txBody>
      </p:sp>
      <p:sp>
        <p:nvSpPr>
          <p:cNvPr id="62489" name="Rectangle 1049"/>
          <p:cNvSpPr>
            <a:spLocks noChangeArrowheads="1"/>
          </p:cNvSpPr>
          <p:nvPr/>
        </p:nvSpPr>
        <p:spPr bwMode="auto">
          <a:xfrm>
            <a:off x="5562600" y="4038600"/>
            <a:ext cx="33528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latin typeface="VNI-Times" pitchFamily="2" charset="0"/>
              </a:rPr>
              <a:t>Giaù trò ñöôïc thay ñoåi taïi oâ</a:t>
            </a:r>
          </a:p>
          <a:p>
            <a:pPr algn="ctr"/>
            <a:r>
              <a:rPr lang="en-US" sz="2000">
                <a:latin typeface="VNI-Times" pitchFamily="2" charset="0"/>
              </a:rPr>
              <a:t>Töông öùng cuûa P</a:t>
            </a:r>
            <a:r>
              <a:rPr lang="en-US" sz="2000" baseline="-25000">
                <a:latin typeface="VNI-Times" pitchFamily="2" charset="0"/>
              </a:rPr>
              <a:t>1</a:t>
            </a:r>
            <a:r>
              <a:rPr lang="en-US" sz="2000">
                <a:latin typeface="VNI-Times" pitchFamily="2" charset="0"/>
              </a:rPr>
              <a:t> seõ ñöôïc laáy</a:t>
            </a:r>
          </a:p>
          <a:p>
            <a:pPr algn="ctr"/>
            <a:r>
              <a:rPr lang="en-US" sz="2000">
                <a:latin typeface="VNI-Times" pitchFamily="2" charset="0"/>
              </a:rPr>
              <a:t>Töø P</a:t>
            </a:r>
            <a:r>
              <a:rPr lang="en-US" sz="2000" baseline="-25000">
                <a:latin typeface="VNI-Times" pitchFamily="2" charset="0"/>
              </a:rPr>
              <a:t>1ij</a:t>
            </a:r>
            <a:r>
              <a:rPr lang="en-US" sz="2000">
                <a:latin typeface="VNI-Times" pitchFamily="2" charset="0"/>
              </a:rPr>
              <a:t> chieáu qua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60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6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60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6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60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6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6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6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6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60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60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6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6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60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60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60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6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6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" dur="500"/>
                                        <p:tgtEl>
                                          <p:spTgt spid="60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500"/>
                                        <p:tgtEl>
                                          <p:spTgt spid="60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60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60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60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0" dur="500"/>
                                        <p:tgtEl>
                                          <p:spTgt spid="60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60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6" dur="500"/>
                                        <p:tgtEl>
                                          <p:spTgt spid="60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500"/>
                                        <p:tgtEl>
                                          <p:spTgt spid="60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60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5" dur="500"/>
                                        <p:tgtEl>
                                          <p:spTgt spid="60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8" dur="500"/>
                                        <p:tgtEl>
                                          <p:spTgt spid="60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1" dur="500"/>
                                        <p:tgtEl>
                                          <p:spTgt spid="60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4" dur="500"/>
                                        <p:tgtEl>
                                          <p:spTgt spid="60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7" dur="500"/>
                                        <p:tgtEl>
                                          <p:spTgt spid="60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0" dur="500"/>
                                        <p:tgtEl>
                                          <p:spTgt spid="60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3" dur="500"/>
                                        <p:tgtEl>
                                          <p:spTgt spid="6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6" dur="500"/>
                                        <p:tgtEl>
                                          <p:spTgt spid="6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9" dur="500"/>
                                        <p:tgtEl>
                                          <p:spTgt spid="6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2" dur="500"/>
                                        <p:tgtEl>
                                          <p:spTgt spid="6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5" dur="500"/>
                                        <p:tgtEl>
                                          <p:spTgt spid="6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8" dur="500"/>
                                        <p:tgtEl>
                                          <p:spTgt spid="6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1" dur="500"/>
                                        <p:tgtEl>
                                          <p:spTgt spid="6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4" dur="500"/>
                                        <p:tgtEl>
                                          <p:spTgt spid="6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7" dur="500"/>
                                        <p:tgtEl>
                                          <p:spTgt spid="6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0" dur="500"/>
                                        <p:tgtEl>
                                          <p:spTgt spid="6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3" dur="500"/>
                                        <p:tgtEl>
                                          <p:spTgt spid="60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6" dur="500"/>
                                        <p:tgtEl>
                                          <p:spTgt spid="60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9" dur="500"/>
                                        <p:tgtEl>
                                          <p:spTgt spid="60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2" dur="500"/>
                                        <p:tgtEl>
                                          <p:spTgt spid="60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5" dur="500"/>
                                        <p:tgtEl>
                                          <p:spTgt spid="60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8" dur="500"/>
                                        <p:tgtEl>
                                          <p:spTgt spid="60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1" dur="500"/>
                                        <p:tgtEl>
                                          <p:spTgt spid="6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4" dur="500"/>
                                        <p:tgtEl>
                                          <p:spTgt spid="6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7" dur="500"/>
                                        <p:tgtEl>
                                          <p:spTgt spid="6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0" dur="500"/>
                                        <p:tgtEl>
                                          <p:spTgt spid="6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3" dur="500"/>
                                        <p:tgtEl>
                                          <p:spTgt spid="6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6" dur="500"/>
                                        <p:tgtEl>
                                          <p:spTgt spid="6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9" dur="500"/>
                                        <p:tgtEl>
                                          <p:spTgt spid="6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2" dur="500"/>
                                        <p:tgtEl>
                                          <p:spTgt spid="6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5" dur="500"/>
                                        <p:tgtEl>
                                          <p:spTgt spid="6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8" dur="500"/>
                                        <p:tgtEl>
                                          <p:spTgt spid="6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1" dur="500"/>
                                        <p:tgtEl>
                                          <p:spTgt spid="6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4" dur="500"/>
                                        <p:tgtEl>
                                          <p:spTgt spid="6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7" dur="500"/>
                                        <p:tgtEl>
                                          <p:spTgt spid="6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0" dur="500"/>
                                        <p:tgtEl>
                                          <p:spTgt spid="6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3" dur="500"/>
                                        <p:tgtEl>
                                          <p:spTgt spid="6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6" dur="500"/>
                                        <p:tgtEl>
                                          <p:spTgt spid="6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9" dur="500"/>
                                        <p:tgtEl>
                                          <p:spTgt spid="6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2" dur="500"/>
                                        <p:tgtEl>
                                          <p:spTgt spid="6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5" dur="500"/>
                                        <p:tgtEl>
                                          <p:spTgt spid="6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8" dur="500"/>
                                        <p:tgtEl>
                                          <p:spTgt spid="6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1" dur="500"/>
                                        <p:tgtEl>
                                          <p:spTgt spid="6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4" dur="500"/>
                                        <p:tgtEl>
                                          <p:spTgt spid="6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7" dur="500"/>
                                        <p:tgtEl>
                                          <p:spTgt spid="6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0" dur="500"/>
                                        <p:tgtEl>
                                          <p:spTgt spid="6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3" dur="500"/>
                                        <p:tgtEl>
                                          <p:spTgt spid="6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6" dur="500"/>
                                        <p:tgtEl>
                                          <p:spTgt spid="6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9" dur="500"/>
                                        <p:tgtEl>
                                          <p:spTgt spid="6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2" dur="500"/>
                                        <p:tgtEl>
                                          <p:spTgt spid="6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5" dur="500"/>
                                        <p:tgtEl>
                                          <p:spTgt spid="6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8" dur="500"/>
                                        <p:tgtEl>
                                          <p:spTgt spid="6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1" dur="500"/>
                                        <p:tgtEl>
                                          <p:spTgt spid="6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4" dur="500"/>
                                        <p:tgtEl>
                                          <p:spTgt spid="6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7" dur="500"/>
                                        <p:tgtEl>
                                          <p:spTgt spid="6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0" dur="500"/>
                                        <p:tgtEl>
                                          <p:spTgt spid="6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3" dur="500"/>
                                        <p:tgtEl>
                                          <p:spTgt spid="6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6" dur="500"/>
                                        <p:tgtEl>
                                          <p:spTgt spid="6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9" dur="500"/>
                                        <p:tgtEl>
                                          <p:spTgt spid="6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2" dur="500"/>
                                        <p:tgtEl>
                                          <p:spTgt spid="6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5" dur="500"/>
                                        <p:tgtEl>
                                          <p:spTgt spid="6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8" dur="500"/>
                                        <p:tgtEl>
                                          <p:spTgt spid="6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1" dur="500"/>
                                        <p:tgtEl>
                                          <p:spTgt spid="6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4" dur="500"/>
                                        <p:tgtEl>
                                          <p:spTgt spid="6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7" dur="500"/>
                                        <p:tgtEl>
                                          <p:spTgt spid="6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0" dur="500"/>
                                        <p:tgtEl>
                                          <p:spTgt spid="60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3" dur="500"/>
                                        <p:tgtEl>
                                          <p:spTgt spid="60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6" dur="500"/>
                                        <p:tgtEl>
                                          <p:spTgt spid="6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9" dur="500"/>
                                        <p:tgtEl>
                                          <p:spTgt spid="60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2" dur="500"/>
                                        <p:tgtEl>
                                          <p:spTgt spid="6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5" dur="500"/>
                                        <p:tgtEl>
                                          <p:spTgt spid="6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8" dur="500"/>
                                        <p:tgtEl>
                                          <p:spTgt spid="6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1" dur="500"/>
                                        <p:tgtEl>
                                          <p:spTgt spid="60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4" dur="500"/>
                                        <p:tgtEl>
                                          <p:spTgt spid="6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0" dur="500"/>
                                        <p:tgtEl>
                                          <p:spTgt spid="60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1000"/>
                            </p:stCondLst>
                            <p:childTnLst>
                              <p:par>
                                <p:cTn id="35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4" dur="500"/>
                                        <p:tgtEl>
                                          <p:spTgt spid="6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1500"/>
                            </p:stCondLst>
                            <p:childTnLst>
                              <p:par>
                                <p:cTn id="35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8" dur="500"/>
                                        <p:tgtEl>
                                          <p:spTgt spid="6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1" dur="500"/>
                                        <p:tgtEl>
                                          <p:spTgt spid="6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4" dur="500"/>
                                        <p:tgtEl>
                                          <p:spTgt spid="6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7" dur="500"/>
                                        <p:tgtEl>
                                          <p:spTgt spid="6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0" dur="500"/>
                                        <p:tgtEl>
                                          <p:spTgt spid="6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3" dur="500"/>
                                        <p:tgtEl>
                                          <p:spTgt spid="6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6" dur="500"/>
                                        <p:tgtEl>
                                          <p:spTgt spid="6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9" dur="500"/>
                                        <p:tgtEl>
                                          <p:spTgt spid="60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2" dur="500"/>
                                        <p:tgtEl>
                                          <p:spTgt spid="60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5" dur="500"/>
                                        <p:tgtEl>
                                          <p:spTgt spid="60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8" dur="500"/>
                                        <p:tgtEl>
                                          <p:spTgt spid="60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1" dur="500"/>
                                        <p:tgtEl>
                                          <p:spTgt spid="60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4" dur="500"/>
                                        <p:tgtEl>
                                          <p:spTgt spid="6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7" dur="500"/>
                                        <p:tgtEl>
                                          <p:spTgt spid="6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6" dur="500"/>
                                        <p:tgtEl>
                                          <p:spTgt spid="606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66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0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9" dur="500"/>
                                        <p:tgtEl>
                                          <p:spTgt spid="606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6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1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2" dur="500"/>
                                        <p:tgtEl>
                                          <p:spTgt spid="606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69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5" dur="500"/>
                                        <p:tgtEl>
                                          <p:spTgt spid="606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69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8" dur="500"/>
                                        <p:tgtEl>
                                          <p:spTgt spid="606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69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1" dur="500"/>
                                        <p:tgtEl>
                                          <p:spTgt spid="606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69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4" dur="500"/>
                                        <p:tgtEl>
                                          <p:spTgt spid="607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7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7" dur="500"/>
                                        <p:tgtEl>
                                          <p:spTgt spid="606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68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0" dur="500"/>
                                        <p:tgtEl>
                                          <p:spTgt spid="606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67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3" dur="500"/>
                                        <p:tgtEl>
                                          <p:spTgt spid="607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70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6" dur="500"/>
                                        <p:tgtEl>
                                          <p:spTgt spid="607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70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9" dur="500"/>
                                        <p:tgtEl>
                                          <p:spTgt spid="607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70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2" dur="500"/>
                                        <p:tgtEl>
                                          <p:spTgt spid="607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70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7" dur="500"/>
                                        <p:tgtEl>
                                          <p:spTgt spid="6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0" dur="500"/>
                                        <p:tgtEl>
                                          <p:spTgt spid="6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3" dur="500"/>
                                        <p:tgtEl>
                                          <p:spTgt spid="6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6" dur="500"/>
                                        <p:tgtEl>
                                          <p:spTgt spid="60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9" dur="500"/>
                                        <p:tgtEl>
                                          <p:spTgt spid="6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2" dur="500"/>
                                        <p:tgtEl>
                                          <p:spTgt spid="6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5" dur="500"/>
                                        <p:tgtEl>
                                          <p:spTgt spid="6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8" dur="500"/>
                                        <p:tgtEl>
                                          <p:spTgt spid="6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1" dur="500"/>
                                        <p:tgtEl>
                                          <p:spTgt spid="6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4" dur="500"/>
                                        <p:tgtEl>
                                          <p:spTgt spid="6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7" dur="500"/>
                                        <p:tgtEl>
                                          <p:spTgt spid="6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0" dur="500"/>
                                        <p:tgtEl>
                                          <p:spTgt spid="60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3" dur="500"/>
                                        <p:tgtEl>
                                          <p:spTgt spid="6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6" dur="500"/>
                                        <p:tgtEl>
                                          <p:spTgt spid="60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9" dur="500"/>
                                        <p:tgtEl>
                                          <p:spTgt spid="6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2" dur="500"/>
                                        <p:tgtEl>
                                          <p:spTgt spid="60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5" dur="500"/>
                                        <p:tgtEl>
                                          <p:spTgt spid="60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8" dur="500"/>
                                        <p:tgtEl>
                                          <p:spTgt spid="60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1" dur="500"/>
                                        <p:tgtEl>
                                          <p:spTgt spid="6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4" dur="500"/>
                                        <p:tgtEl>
                                          <p:spTgt spid="6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7" dur="500"/>
                                        <p:tgtEl>
                                          <p:spTgt spid="6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0" dur="500"/>
                                        <p:tgtEl>
                                          <p:spTgt spid="6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3" dur="500"/>
                                        <p:tgtEl>
                                          <p:spTgt spid="6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6" dur="500"/>
                                        <p:tgtEl>
                                          <p:spTgt spid="6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9" dur="500"/>
                                        <p:tgtEl>
                                          <p:spTgt spid="60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2" dur="500"/>
                                        <p:tgtEl>
                                          <p:spTgt spid="60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5" dur="500"/>
                                        <p:tgtEl>
                                          <p:spTgt spid="60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8" dur="500"/>
                                        <p:tgtEl>
                                          <p:spTgt spid="60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1" dur="500"/>
                                        <p:tgtEl>
                                          <p:spTgt spid="60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4" dur="500"/>
                                        <p:tgtEl>
                                          <p:spTgt spid="6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7" dur="500"/>
                                        <p:tgtEl>
                                          <p:spTgt spid="6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0" dur="500"/>
                                        <p:tgtEl>
                                          <p:spTgt spid="60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3" dur="500"/>
                                        <p:tgtEl>
                                          <p:spTgt spid="6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6" dur="500"/>
                                        <p:tgtEl>
                                          <p:spTgt spid="60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9" dur="500"/>
                                        <p:tgtEl>
                                          <p:spTgt spid="6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2" dur="500"/>
                                        <p:tgtEl>
                                          <p:spTgt spid="6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indefinite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presetID="9" presetClass="exit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5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556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8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8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559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61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562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64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565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67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568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0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0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571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3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574" dur="500"/>
                                        <p:tgtEl>
                                          <p:spTgt spid="60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7" dur="500"/>
                                        <p:tgtEl>
                                          <p:spTgt spid="60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9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580" dur="5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2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2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583" dur="500"/>
                                        <p:tgtEl>
                                          <p:spTgt spid="60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5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586" dur="500"/>
                                        <p:tgtEl>
                                          <p:spTgt spid="60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8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589" dur="500"/>
                                        <p:tgtEl>
                                          <p:spTgt spid="60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1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592" dur="500"/>
                                        <p:tgtEl>
                                          <p:spTgt spid="60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4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4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595" dur="500"/>
                                        <p:tgtEl>
                                          <p:spTgt spid="60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7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7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598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1" dur="500"/>
                                        <p:tgtEl>
                                          <p:spTgt spid="60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3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3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04" dur="500"/>
                                        <p:tgtEl>
                                          <p:spTgt spid="60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6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6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07" dur="5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9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10" dur="500"/>
                                        <p:tgtEl>
                                          <p:spTgt spid="60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12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13" dur="500"/>
                                        <p:tgtEl>
                                          <p:spTgt spid="60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5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15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16" dur="500"/>
                                        <p:tgtEl>
                                          <p:spTgt spid="60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8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18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19" dur="500"/>
                                        <p:tgtEl>
                                          <p:spTgt spid="60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1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21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22" dur="500"/>
                                        <p:tgtEl>
                                          <p:spTgt spid="60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25" dur="500"/>
                                        <p:tgtEl>
                                          <p:spTgt spid="60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27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28" dur="500"/>
                                        <p:tgtEl>
                                          <p:spTgt spid="60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0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31" dur="500"/>
                                        <p:tgtEl>
                                          <p:spTgt spid="60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3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34" dur="500"/>
                                        <p:tgtEl>
                                          <p:spTgt spid="60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6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37" dur="500"/>
                                        <p:tgtEl>
                                          <p:spTgt spid="60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9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9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40" dur="500"/>
                                        <p:tgtEl>
                                          <p:spTgt spid="60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42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43" dur="500"/>
                                        <p:tgtEl>
                                          <p:spTgt spid="60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45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46" dur="500"/>
                                        <p:tgtEl>
                                          <p:spTgt spid="60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49" dur="500"/>
                                        <p:tgtEl>
                                          <p:spTgt spid="60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1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1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52" dur="500"/>
                                        <p:tgtEl>
                                          <p:spTgt spid="60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4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55" dur="500"/>
                                        <p:tgtEl>
                                          <p:spTgt spid="60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7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58" dur="500"/>
                                        <p:tgtEl>
                                          <p:spTgt spid="60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0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60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61" dur="500"/>
                                        <p:tgtEl>
                                          <p:spTgt spid="60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3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63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64" dur="500"/>
                                        <p:tgtEl>
                                          <p:spTgt spid="60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6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66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67" dur="500"/>
                                        <p:tgtEl>
                                          <p:spTgt spid="60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69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70" dur="500"/>
                                        <p:tgtEl>
                                          <p:spTgt spid="60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73" dur="500"/>
                                        <p:tgtEl>
                                          <p:spTgt spid="60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5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76" dur="500"/>
                                        <p:tgtEl>
                                          <p:spTgt spid="60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8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8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79" dur="500"/>
                                        <p:tgtEl>
                                          <p:spTgt spid="604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1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82" dur="500"/>
                                        <p:tgtEl>
                                          <p:spTgt spid="604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4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4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85" dur="500"/>
                                        <p:tgtEl>
                                          <p:spTgt spid="604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7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7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88" dur="500"/>
                                        <p:tgtEl>
                                          <p:spTgt spid="604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0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90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91" dur="500"/>
                                        <p:tgtEl>
                                          <p:spTgt spid="604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93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694" dur="500"/>
                                        <p:tgtEl>
                                          <p:spTgt spid="604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7" dur="500"/>
                                        <p:tgtEl>
                                          <p:spTgt spid="604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9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99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700" dur="500"/>
                                        <p:tgtEl>
                                          <p:spTgt spid="604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2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2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703" dur="500"/>
                                        <p:tgtEl>
                                          <p:spTgt spid="604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5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5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706" dur="500"/>
                                        <p:tgtEl>
                                          <p:spTgt spid="604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8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8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709" dur="500"/>
                                        <p:tgtEl>
                                          <p:spTgt spid="604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1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11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712" dur="500"/>
                                        <p:tgtEl>
                                          <p:spTgt spid="604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4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14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715" dur="500"/>
                                        <p:tgtEl>
                                          <p:spTgt spid="604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7" presetID="9" presetClass="exit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17"/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718" dur="500"/>
                                        <p:tgtEl>
                                          <p:spTgt spid="604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1" dur="500"/>
                                        <p:tgtEl>
                                          <p:spTgt spid="604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4" dur="500"/>
                                        <p:tgtEl>
                                          <p:spTgt spid="604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7" dur="500"/>
                                        <p:tgtEl>
                                          <p:spTgt spid="604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30" dur="500"/>
                                        <p:tgtEl>
                                          <p:spTgt spid="604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33" dur="500"/>
                                        <p:tgtEl>
                                          <p:spTgt spid="60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36" dur="500"/>
                                        <p:tgtEl>
                                          <p:spTgt spid="60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39" dur="500"/>
                                        <p:tgtEl>
                                          <p:spTgt spid="60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42" dur="500"/>
                                        <p:tgtEl>
                                          <p:spTgt spid="60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45" dur="500"/>
                                        <p:tgtEl>
                                          <p:spTgt spid="60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48" dur="500"/>
                                        <p:tgtEl>
                                          <p:spTgt spid="60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1" dur="500"/>
                                        <p:tgtEl>
                                          <p:spTgt spid="60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4" dur="500"/>
                                        <p:tgtEl>
                                          <p:spTgt spid="60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7" dur="500"/>
                                        <p:tgtEl>
                                          <p:spTgt spid="60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0" dur="500"/>
                                        <p:tgtEl>
                                          <p:spTgt spid="60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3" dur="500"/>
                                        <p:tgtEl>
                                          <p:spTgt spid="604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6" dur="500"/>
                                        <p:tgtEl>
                                          <p:spTgt spid="60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9" dur="500"/>
                                        <p:tgtEl>
                                          <p:spTgt spid="60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2" dur="500"/>
                                        <p:tgtEl>
                                          <p:spTgt spid="604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5" dur="500"/>
                                        <p:tgtEl>
                                          <p:spTgt spid="604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8" dur="500"/>
                                        <p:tgtEl>
                                          <p:spTgt spid="604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81" dur="500"/>
                                        <p:tgtEl>
                                          <p:spTgt spid="604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84" dur="500"/>
                                        <p:tgtEl>
                                          <p:spTgt spid="604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87" dur="500"/>
                                        <p:tgtEl>
                                          <p:spTgt spid="604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0" dur="500"/>
                                        <p:tgtEl>
                                          <p:spTgt spid="605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3" dur="500"/>
                                        <p:tgtEl>
                                          <p:spTgt spid="605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6" dur="500"/>
                                        <p:tgtEl>
                                          <p:spTgt spid="605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9" dur="500"/>
                                        <p:tgtEl>
                                          <p:spTgt spid="605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2" dur="500"/>
                                        <p:tgtEl>
                                          <p:spTgt spid="605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5" dur="500"/>
                                        <p:tgtEl>
                                          <p:spTgt spid="605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8" dur="500"/>
                                        <p:tgtEl>
                                          <p:spTgt spid="605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1" dur="500"/>
                                        <p:tgtEl>
                                          <p:spTgt spid="605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4" dur="500"/>
                                        <p:tgtEl>
                                          <p:spTgt spid="605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7" dur="500"/>
                                        <p:tgtEl>
                                          <p:spTgt spid="605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20" dur="500"/>
                                        <p:tgtEl>
                                          <p:spTgt spid="60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23" dur="500"/>
                                        <p:tgtEl>
                                          <p:spTgt spid="605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26" dur="500"/>
                                        <p:tgtEl>
                                          <p:spTgt spid="605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29" dur="500"/>
                                        <p:tgtEl>
                                          <p:spTgt spid="60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32" dur="500"/>
                                        <p:tgtEl>
                                          <p:spTgt spid="605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35" dur="500"/>
                                        <p:tgtEl>
                                          <p:spTgt spid="605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38" dur="500"/>
                                        <p:tgtEl>
                                          <p:spTgt spid="60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41" dur="500"/>
                                        <p:tgtEl>
                                          <p:spTgt spid="605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44" dur="500"/>
                                        <p:tgtEl>
                                          <p:spTgt spid="605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47" dur="500"/>
                                        <p:tgtEl>
                                          <p:spTgt spid="605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50" dur="500"/>
                                        <p:tgtEl>
                                          <p:spTgt spid="605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53" dur="500"/>
                                        <p:tgtEl>
                                          <p:spTgt spid="605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56" dur="500"/>
                                        <p:tgtEl>
                                          <p:spTgt spid="605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59" dur="500"/>
                                        <p:tgtEl>
                                          <p:spTgt spid="605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62" dur="500"/>
                                        <p:tgtEl>
                                          <p:spTgt spid="605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65" dur="500"/>
                                        <p:tgtEl>
                                          <p:spTgt spid="605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68" dur="500"/>
                                        <p:tgtEl>
                                          <p:spTgt spid="605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71" dur="500"/>
                                        <p:tgtEl>
                                          <p:spTgt spid="605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74" dur="500"/>
                                        <p:tgtEl>
                                          <p:spTgt spid="605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77" dur="500"/>
                                        <p:tgtEl>
                                          <p:spTgt spid="605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80" dur="500"/>
                                        <p:tgtEl>
                                          <p:spTgt spid="605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83" dur="500"/>
                                        <p:tgtEl>
                                          <p:spTgt spid="605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86" dur="500"/>
                                        <p:tgtEl>
                                          <p:spTgt spid="605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89" dur="500"/>
                                        <p:tgtEl>
                                          <p:spTgt spid="605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9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95" dur="500"/>
                                        <p:tgtEl>
                                          <p:spTgt spid="605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9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0" fill="hold">
                            <p:stCondLst>
                              <p:cond delay="500"/>
                            </p:stCondLst>
                            <p:childTnLst>
                              <p:par>
                                <p:cTn id="90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3" dur="500"/>
                                        <p:tgtEl>
                                          <p:spTgt spid="6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6" dur="500"/>
                                        <p:tgtEl>
                                          <p:spTgt spid="613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3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0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9" dur="500"/>
                                        <p:tgtEl>
                                          <p:spTgt spid="613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39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1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2" dur="500"/>
                                        <p:tgtEl>
                                          <p:spTgt spid="613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39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5" dur="500"/>
                                        <p:tgtEl>
                                          <p:spTgt spid="613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39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8" dur="500"/>
                                        <p:tgtEl>
                                          <p:spTgt spid="613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39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1" dur="500"/>
                                        <p:tgtEl>
                                          <p:spTgt spid="613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39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4" dur="500"/>
                                        <p:tgtEl>
                                          <p:spTgt spid="613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39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7" dur="500"/>
                                        <p:tgtEl>
                                          <p:spTgt spid="613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39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0" dur="500"/>
                                        <p:tgtEl>
                                          <p:spTgt spid="613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39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3" dur="500"/>
                                        <p:tgtEl>
                                          <p:spTgt spid="613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39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6" dur="500"/>
                                        <p:tgtEl>
                                          <p:spTgt spid="614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0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9" dur="500"/>
                                        <p:tgtEl>
                                          <p:spTgt spid="614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0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2" dur="500"/>
                                        <p:tgtEl>
                                          <p:spTgt spid="614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0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5" dur="500"/>
                                        <p:tgtEl>
                                          <p:spTgt spid="614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0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46" fill="hold">
                            <p:stCondLst>
                              <p:cond delay="1000"/>
                            </p:stCondLst>
                            <p:childTnLst>
                              <p:par>
                                <p:cTn id="94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9" dur="500"/>
                                        <p:tgtEl>
                                          <p:spTgt spid="614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0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2" dur="500"/>
                                        <p:tgtEl>
                                          <p:spTgt spid="614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0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5" dur="500"/>
                                        <p:tgtEl>
                                          <p:spTgt spid="614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0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8" dur="500"/>
                                        <p:tgtEl>
                                          <p:spTgt spid="614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0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5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1" dur="500"/>
                                        <p:tgtEl>
                                          <p:spTgt spid="614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0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4" dur="500"/>
                                        <p:tgtEl>
                                          <p:spTgt spid="614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0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7" dur="500"/>
                                        <p:tgtEl>
                                          <p:spTgt spid="614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0" dur="500"/>
                                        <p:tgtEl>
                                          <p:spTgt spid="614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7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3" dur="500"/>
                                        <p:tgtEl>
                                          <p:spTgt spid="614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7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6" dur="500"/>
                                        <p:tgtEl>
                                          <p:spTgt spid="614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9" dur="500"/>
                                        <p:tgtEl>
                                          <p:spTgt spid="614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2" dur="500"/>
                                        <p:tgtEl>
                                          <p:spTgt spid="614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5" dur="500"/>
                                        <p:tgtEl>
                                          <p:spTgt spid="614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1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8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8" dur="500"/>
                                        <p:tgtEl>
                                          <p:spTgt spid="614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8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1" dur="500"/>
                                        <p:tgtEl>
                                          <p:spTgt spid="614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1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9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4" dur="500"/>
                                        <p:tgtEl>
                                          <p:spTgt spid="614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1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9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7" dur="500"/>
                                        <p:tgtEl>
                                          <p:spTgt spid="614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2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9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0" dur="500"/>
                                        <p:tgtEl>
                                          <p:spTgt spid="614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2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0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3" dur="500"/>
                                        <p:tgtEl>
                                          <p:spTgt spid="614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0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6" dur="500"/>
                                        <p:tgtEl>
                                          <p:spTgt spid="614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2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0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9" dur="500"/>
                                        <p:tgtEl>
                                          <p:spTgt spid="614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1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2" dur="500"/>
                                        <p:tgtEl>
                                          <p:spTgt spid="614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2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5" dur="500"/>
                                        <p:tgtEl>
                                          <p:spTgt spid="614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2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8" dur="500"/>
                                        <p:tgtEl>
                                          <p:spTgt spid="614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2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1" dur="500"/>
                                        <p:tgtEl>
                                          <p:spTgt spid="614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4" dur="500"/>
                                        <p:tgtEl>
                                          <p:spTgt spid="614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2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7" dur="500"/>
                                        <p:tgtEl>
                                          <p:spTgt spid="614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3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0" dur="500"/>
                                        <p:tgtEl>
                                          <p:spTgt spid="614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3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3" dur="500"/>
                                        <p:tgtEl>
                                          <p:spTgt spid="614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6" dur="500"/>
                                        <p:tgtEl>
                                          <p:spTgt spid="614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9" dur="500"/>
                                        <p:tgtEl>
                                          <p:spTgt spid="614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3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2" dur="500"/>
                                        <p:tgtEl>
                                          <p:spTgt spid="614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5" dur="500"/>
                                        <p:tgtEl>
                                          <p:spTgt spid="614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3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8" dur="500"/>
                                        <p:tgtEl>
                                          <p:spTgt spid="614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3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51" dur="500"/>
                                        <p:tgtEl>
                                          <p:spTgt spid="614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54" dur="500"/>
                                        <p:tgtEl>
                                          <p:spTgt spid="61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57" dur="500"/>
                                        <p:tgtEl>
                                          <p:spTgt spid="6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0" dur="500"/>
                                        <p:tgtEl>
                                          <p:spTgt spid="62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3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6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9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2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5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8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81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84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87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0" dur="500"/>
                                        <p:tgtEl>
                                          <p:spTgt spid="6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3" dur="5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4" fill="hold">
                      <p:stCondLst>
                        <p:cond delay="indefinite"/>
                      </p:stCondLst>
                      <p:childTnLst>
                        <p:par>
                          <p:cTn id="1095" fill="hold">
                            <p:stCondLst>
                              <p:cond delay="0"/>
                            </p:stCondLst>
                            <p:childTnLst>
                              <p:par>
                                <p:cTn id="109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8" dur="500"/>
                                        <p:tgtEl>
                                          <p:spTgt spid="6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0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8" fill="hold">
                            <p:stCondLst>
                              <p:cond delay="3000"/>
                            </p:stCondLst>
                            <p:childTnLst>
                              <p:par>
                                <p:cTn id="110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11" dur="500"/>
                                        <p:tgtEl>
                                          <p:spTgt spid="6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2" fill="hold">
                      <p:stCondLst>
                        <p:cond delay="indefinite"/>
                      </p:stCondLst>
                      <p:childTnLst>
                        <p:par>
                          <p:cTn id="1113" fill="hold">
                            <p:stCondLst>
                              <p:cond delay="0"/>
                            </p:stCondLst>
                            <p:childTnLst>
                              <p:par>
                                <p:cTn id="1114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15" dur="500"/>
                                        <p:tgtEl>
                                          <p:spTgt spid="606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7" fill="hold">
                      <p:stCondLst>
                        <p:cond delay="indefinite"/>
                      </p:stCondLst>
                      <p:childTnLst>
                        <p:par>
                          <p:cTn id="1118" fill="hold">
                            <p:stCondLst>
                              <p:cond delay="0"/>
                            </p:stCondLst>
                            <p:childTnLst>
                              <p:par>
                                <p:cTn id="1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1" dur="500"/>
                                        <p:tgtEl>
                                          <p:spTgt spid="60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12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25" dur="500"/>
                                        <p:tgtEl>
                                          <p:spTgt spid="607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7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2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4167 0.0 " pathEditMode="relative" ptsTypes="AA">
                                      <p:cBhvr>
                                        <p:cTn id="1127" dur="2000" fill="hold"/>
                                        <p:tgtEl>
                                          <p:spTgt spid="607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8" fill="hold">
                            <p:stCondLst>
                              <p:cond delay="2500"/>
                            </p:stCondLst>
                            <p:childTnLst>
                              <p:par>
                                <p:cTn id="1129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131" dur="2000"/>
                                        <p:tgtEl>
                                          <p:spTgt spid="6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animBg="1"/>
      <p:bldP spid="60422" grpId="0"/>
      <p:bldP spid="60422" grpId="1"/>
      <p:bldP spid="60423" grpId="0"/>
      <p:bldP spid="60423" grpId="1"/>
      <p:bldP spid="60424" grpId="0"/>
      <p:bldP spid="60424" grpId="1"/>
      <p:bldP spid="60425" grpId="0"/>
      <p:bldP spid="60425" grpId="1"/>
      <p:bldP spid="60426" grpId="0"/>
      <p:bldP spid="60426" grpId="1"/>
      <p:bldP spid="60427" grpId="0"/>
      <p:bldP spid="60427" grpId="1"/>
      <p:bldP spid="60428" grpId="0"/>
      <p:bldP spid="60428" grpId="1"/>
      <p:bldP spid="60429" grpId="0"/>
      <p:bldP spid="60429" grpId="1"/>
      <p:bldP spid="60430" grpId="0"/>
      <p:bldP spid="60430" grpId="1"/>
      <p:bldP spid="60431" grpId="0"/>
      <p:bldP spid="60431" grpId="1"/>
      <p:bldP spid="60432" grpId="0"/>
      <p:bldP spid="60432" grpId="1"/>
      <p:bldP spid="60433" grpId="0"/>
      <p:bldP spid="60433" grpId="1"/>
      <p:bldP spid="60434" grpId="0"/>
      <p:bldP spid="60434" grpId="1"/>
      <p:bldP spid="60435" grpId="0"/>
      <p:bldP spid="60435" grpId="1"/>
      <p:bldP spid="60436" grpId="0"/>
      <p:bldP spid="60436" grpId="1"/>
      <p:bldP spid="60437" grpId="0"/>
      <p:bldP spid="60437" grpId="1"/>
      <p:bldP spid="60438" grpId="0"/>
      <p:bldP spid="60438" grpId="1"/>
      <p:bldP spid="60439" grpId="0"/>
      <p:bldP spid="60439" grpId="1"/>
      <p:bldP spid="60440" grpId="0"/>
      <p:bldP spid="60440" grpId="1"/>
      <p:bldP spid="60441" grpId="0"/>
      <p:bldP spid="60441" grpId="1"/>
      <p:bldP spid="60442" grpId="0"/>
      <p:bldP spid="60442" grpId="1"/>
      <p:bldP spid="60443" grpId="0"/>
      <p:bldP spid="60443" grpId="1"/>
      <p:bldP spid="60444" grpId="0"/>
      <p:bldP spid="60444" grpId="1"/>
      <p:bldP spid="60445" grpId="0"/>
      <p:bldP spid="60445" grpId="1"/>
      <p:bldP spid="60446" grpId="0"/>
      <p:bldP spid="60446" grpId="1"/>
      <p:bldP spid="60447" grpId="0"/>
      <p:bldP spid="60447" grpId="1"/>
      <p:bldP spid="60448" grpId="0"/>
      <p:bldP spid="60448" grpId="1"/>
      <p:bldP spid="60449" grpId="0"/>
      <p:bldP spid="60449" grpId="1"/>
      <p:bldP spid="60450" grpId="0"/>
      <p:bldP spid="60450" grpId="1"/>
      <p:bldP spid="60451" grpId="0"/>
      <p:bldP spid="60451" grpId="1"/>
      <p:bldP spid="60452" grpId="0"/>
      <p:bldP spid="60452" grpId="1"/>
      <p:bldP spid="60453" grpId="0"/>
      <p:bldP spid="60453" grpId="1"/>
      <p:bldP spid="60454" grpId="0"/>
      <p:bldP spid="60454" grpId="1"/>
      <p:bldP spid="60455" grpId="0"/>
      <p:bldP spid="60455" grpId="1"/>
      <p:bldP spid="60456" grpId="0"/>
      <p:bldP spid="60456" grpId="1"/>
      <p:bldP spid="60457" grpId="0"/>
      <p:bldP spid="60457" grpId="1"/>
      <p:bldP spid="60458" grpId="0"/>
      <p:bldP spid="60458" grpId="1"/>
      <p:bldP spid="60459" grpId="0"/>
      <p:bldP spid="60459" grpId="1"/>
      <p:bldP spid="60460" grpId="0"/>
      <p:bldP spid="60460" grpId="1"/>
      <p:bldP spid="60461" grpId="0"/>
      <p:bldP spid="60461" grpId="1"/>
      <p:bldP spid="60462" grpId="0"/>
      <p:bldP spid="60462" grpId="1"/>
      <p:bldP spid="60463" grpId="0"/>
      <p:bldP spid="60463" grpId="1"/>
      <p:bldP spid="60464" grpId="0"/>
      <p:bldP spid="60464" grpId="1"/>
      <p:bldP spid="60465" grpId="0"/>
      <p:bldP spid="60465" grpId="1"/>
      <p:bldP spid="60466" grpId="0"/>
      <p:bldP spid="60466" grpId="1"/>
      <p:bldP spid="60467" grpId="0"/>
      <p:bldP spid="60467" grpId="1"/>
      <p:bldP spid="60468" grpId="0"/>
      <p:bldP spid="60468" grpId="1"/>
      <p:bldP spid="60469" grpId="0"/>
      <p:bldP spid="60469" grpId="1"/>
      <p:bldP spid="60470" grpId="0"/>
      <p:bldP spid="60470" grpId="1"/>
      <p:bldP spid="60471" grpId="0"/>
      <p:bldP spid="60471" grpId="1"/>
      <p:bldP spid="60472" grpId="0"/>
      <p:bldP spid="60472" grpId="1"/>
      <p:bldP spid="60473" grpId="0"/>
      <p:bldP spid="60473" grpId="1"/>
      <p:bldP spid="60474" grpId="0"/>
      <p:bldP spid="60474" grpId="1"/>
      <p:bldP spid="60475" grpId="0"/>
      <p:bldP spid="60475" grpId="1"/>
      <p:bldP spid="60476" grpId="0"/>
      <p:bldP spid="60476" grpId="1"/>
      <p:bldP spid="60477" grpId="0"/>
      <p:bldP spid="60477" grpId="1"/>
      <p:bldP spid="60478" grpId="0"/>
      <p:bldP spid="60478" grpId="1"/>
      <p:bldP spid="60479" grpId="0"/>
      <p:bldP spid="60479" grpId="1"/>
      <p:bldP spid="60480" grpId="0"/>
      <p:bldP spid="60480" grpId="1"/>
      <p:bldP spid="60481" grpId="0"/>
      <p:bldP spid="60481" grpId="1"/>
      <p:bldP spid="60482" grpId="0"/>
      <p:bldP spid="60482" grpId="1"/>
      <p:bldP spid="60483" grpId="0"/>
      <p:bldP spid="60483" grpId="1"/>
      <p:bldP spid="60484" grpId="0"/>
      <p:bldP spid="60484" grpId="1"/>
      <p:bldP spid="60485" grpId="0"/>
      <p:bldP spid="60485" grpId="1"/>
      <p:bldP spid="60486" grpId="0" animBg="1"/>
      <p:bldP spid="60486" grpId="1" animBg="1"/>
      <p:bldP spid="60487" grpId="0" animBg="1"/>
      <p:bldP spid="60487" grpId="1" animBg="1"/>
      <p:bldP spid="60488" grpId="0" animBg="1"/>
      <p:bldP spid="60488" grpId="1" animBg="1"/>
      <p:bldP spid="60489" grpId="0" animBg="1"/>
      <p:bldP spid="60489" grpId="1" animBg="1"/>
      <p:bldP spid="60490" grpId="0" animBg="1"/>
      <p:bldP spid="60490" grpId="1" animBg="1"/>
      <p:bldP spid="60491" grpId="0" animBg="1"/>
      <p:bldP spid="60491" grpId="1" animBg="1"/>
      <p:bldP spid="60492" grpId="0" animBg="1"/>
      <p:bldP spid="60492" grpId="1" animBg="1"/>
      <p:bldP spid="60493" grpId="0" animBg="1"/>
      <p:bldP spid="60493" grpId="1" animBg="1"/>
      <p:bldP spid="60494" grpId="0" animBg="1"/>
      <p:bldP spid="60494" grpId="1" animBg="1"/>
      <p:bldP spid="60495" grpId="0" animBg="1"/>
      <p:bldP spid="60495" grpId="1" animBg="1"/>
      <p:bldP spid="60496" grpId="0" animBg="1"/>
      <p:bldP spid="60496" grpId="1" animBg="1"/>
      <p:bldP spid="60497" grpId="0" animBg="1"/>
      <p:bldP spid="60497" grpId="1" animBg="1"/>
      <p:bldP spid="60498" grpId="0" animBg="1"/>
      <p:bldP spid="60498" grpId="1" animBg="1"/>
      <p:bldP spid="60499" grpId="0" animBg="1"/>
      <p:bldP spid="60499" grpId="1" animBg="1"/>
      <p:bldP spid="60500" grpId="0" animBg="1"/>
      <p:bldP spid="60500" grpId="1" animBg="1"/>
      <p:bldP spid="60501" grpId="0" animBg="1"/>
      <p:bldP spid="60501" grpId="1" animBg="1"/>
      <p:bldP spid="60502" grpId="0" animBg="1"/>
      <p:bldP spid="60502" grpId="1" animBg="1"/>
      <p:bldP spid="60503" grpId="0" animBg="1"/>
      <p:bldP spid="60503" grpId="1" animBg="1"/>
      <p:bldP spid="60504" grpId="0"/>
      <p:bldP spid="60504" grpId="1"/>
      <p:bldP spid="60505" grpId="0"/>
      <p:bldP spid="60505" grpId="1"/>
      <p:bldP spid="60506" grpId="0"/>
      <p:bldP spid="60506" grpId="1"/>
      <p:bldP spid="60507" grpId="0"/>
      <p:bldP spid="60507" grpId="1"/>
      <p:bldP spid="60508" grpId="0"/>
      <p:bldP spid="60508" grpId="1"/>
      <p:bldP spid="60509" grpId="0"/>
      <p:bldP spid="60509" grpId="1"/>
      <p:bldP spid="60510" grpId="0"/>
      <p:bldP spid="60510" grpId="1"/>
      <p:bldP spid="60511" grpId="0"/>
      <p:bldP spid="60511" grpId="1"/>
      <p:bldP spid="60512" grpId="0"/>
      <p:bldP spid="60512" grpId="1"/>
      <p:bldP spid="60513" grpId="0"/>
      <p:bldP spid="60513" grpId="1"/>
      <p:bldP spid="60514" grpId="0"/>
      <p:bldP spid="60514" grpId="1"/>
      <p:bldP spid="60515" grpId="0"/>
      <p:bldP spid="60515" grpId="1"/>
      <p:bldP spid="60516" grpId="0"/>
      <p:bldP spid="60516" grpId="1"/>
      <p:bldP spid="60517" grpId="0"/>
      <p:bldP spid="60517" grpId="1"/>
      <p:bldP spid="60518" grpId="0"/>
      <p:bldP spid="60518" grpId="1"/>
      <p:bldP spid="60519" grpId="0"/>
      <p:bldP spid="60519" grpId="1"/>
      <p:bldP spid="60520" grpId="0"/>
      <p:bldP spid="60520" grpId="1"/>
      <p:bldP spid="60521" grpId="0"/>
      <p:bldP spid="60521" grpId="1"/>
      <p:bldP spid="60522" grpId="0"/>
      <p:bldP spid="60522" grpId="1"/>
      <p:bldP spid="60523" grpId="0"/>
      <p:bldP spid="60523" grpId="1"/>
      <p:bldP spid="60524" grpId="0"/>
      <p:bldP spid="60524" grpId="1"/>
      <p:bldP spid="60525" grpId="0"/>
      <p:bldP spid="60525" grpId="1"/>
      <p:bldP spid="60526" grpId="0"/>
      <p:bldP spid="60526" grpId="1"/>
      <p:bldP spid="60527" grpId="0"/>
      <p:bldP spid="60527" grpId="1"/>
      <p:bldP spid="60528" grpId="0"/>
      <p:bldP spid="60528" grpId="1"/>
      <p:bldP spid="60530" grpId="0"/>
      <p:bldP spid="60530" grpId="1"/>
      <p:bldP spid="60531" grpId="0"/>
      <p:bldP spid="60531" grpId="1"/>
      <p:bldP spid="60532" grpId="0"/>
      <p:bldP spid="60532" grpId="1"/>
      <p:bldP spid="60534" grpId="0"/>
      <p:bldP spid="60534" grpId="1"/>
      <p:bldP spid="60535" grpId="0"/>
      <p:bldP spid="60535" grpId="1"/>
      <p:bldP spid="60569" grpId="0"/>
      <p:bldP spid="60569" grpId="1"/>
      <p:bldP spid="60653" grpId="0"/>
      <p:bldP spid="60654" grpId="0"/>
      <p:bldP spid="60655" grpId="0"/>
      <p:bldP spid="60656" grpId="0"/>
      <p:bldP spid="60657" grpId="0"/>
      <p:bldP spid="60658" grpId="0"/>
      <p:bldP spid="60659" grpId="0"/>
      <p:bldP spid="60660" grpId="0"/>
      <p:bldP spid="60661" grpId="0"/>
      <p:bldP spid="60662" grpId="0"/>
      <p:bldP spid="60663" grpId="0"/>
      <p:bldP spid="60664" grpId="0"/>
      <p:bldP spid="60665" grpId="0"/>
      <p:bldP spid="60666" grpId="0"/>
      <p:bldP spid="60667" grpId="0"/>
      <p:bldP spid="60670" grpId="0"/>
      <p:bldP spid="60671" grpId="0"/>
      <p:bldP spid="60672" grpId="0"/>
      <p:bldP spid="60673" grpId="0"/>
      <p:bldP spid="60674" grpId="0"/>
      <p:bldP spid="60675" grpId="0"/>
      <p:bldP spid="60676" grpId="0"/>
      <p:bldP spid="60677" grpId="0"/>
      <p:bldP spid="60678" grpId="0"/>
      <p:bldP spid="60679" grpId="0"/>
      <p:bldP spid="60680" grpId="0"/>
      <p:bldP spid="60681" grpId="0"/>
      <p:bldP spid="60682" grpId="0"/>
      <p:bldP spid="60683" grpId="0"/>
      <p:bldP spid="60684" grpId="0"/>
      <p:bldP spid="60690" grpId="0"/>
      <p:bldP spid="60691" grpId="0"/>
      <p:bldP spid="60692" grpId="0"/>
      <p:bldP spid="60693" grpId="0"/>
      <p:bldP spid="60694" grpId="0"/>
      <p:bldP spid="60695" grpId="0"/>
      <p:bldP spid="60696" grpId="0"/>
      <p:bldP spid="60697" grpId="0"/>
      <p:bldP spid="60698" grpId="0"/>
      <p:bldP spid="60699" grpId="0"/>
      <p:bldP spid="60700" grpId="0"/>
      <p:bldP spid="60701" grpId="0"/>
      <p:bldP spid="60703" grpId="0"/>
      <p:bldP spid="60704" grpId="0"/>
      <p:bldP spid="60705" grpId="0"/>
      <p:bldP spid="60706" grpId="0"/>
      <p:bldP spid="60707" grpId="0"/>
      <p:bldP spid="60708" grpId="0"/>
      <p:bldP spid="60709" grpId="0"/>
      <p:bldP spid="60710" grpId="0"/>
      <p:bldP spid="60711" grpId="0"/>
      <p:bldP spid="60712" grpId="0"/>
      <p:bldP spid="60714" grpId="0"/>
      <p:bldP spid="60715" grpId="0"/>
      <p:bldP spid="60716" grpId="0" animBg="1"/>
      <p:bldP spid="60717" grpId="0"/>
      <p:bldP spid="60717" grpId="1"/>
      <p:bldP spid="60726" grpId="0" animBg="1"/>
      <p:bldP spid="61390" grpId="0"/>
      <p:bldP spid="61391" grpId="0"/>
      <p:bldP spid="61392" grpId="0"/>
      <p:bldP spid="61393" grpId="0"/>
      <p:bldP spid="61394" grpId="0"/>
      <p:bldP spid="61395" grpId="0"/>
      <p:bldP spid="61396" grpId="0"/>
      <p:bldP spid="61397" grpId="0"/>
      <p:bldP spid="61398" grpId="0"/>
      <p:bldP spid="61399" grpId="0"/>
      <p:bldP spid="61400" grpId="0"/>
      <p:bldP spid="61401" grpId="0"/>
      <p:bldP spid="61402" grpId="0"/>
      <p:bldP spid="61403" grpId="0"/>
      <p:bldP spid="61404" grpId="0"/>
      <p:bldP spid="61405" grpId="0"/>
      <p:bldP spid="61406" grpId="0"/>
      <p:bldP spid="61407" grpId="0"/>
      <p:bldP spid="61408" grpId="0"/>
      <p:bldP spid="61409" grpId="0"/>
      <p:bldP spid="61410" grpId="0"/>
      <p:bldP spid="61411" grpId="0"/>
      <p:bldP spid="61412" grpId="0"/>
      <p:bldP spid="61413" grpId="0"/>
      <p:bldP spid="61414" grpId="0"/>
      <p:bldP spid="61415" grpId="0"/>
      <p:bldP spid="61416" grpId="0"/>
      <p:bldP spid="61417" grpId="0"/>
      <p:bldP spid="61418" grpId="0"/>
      <p:bldP spid="61419" grpId="0"/>
      <p:bldP spid="61420" grpId="0"/>
      <p:bldP spid="61421" grpId="0"/>
      <p:bldP spid="61422" grpId="0"/>
      <p:bldP spid="61423" grpId="0"/>
      <p:bldP spid="61424" grpId="0"/>
      <p:bldP spid="61425" grpId="0"/>
      <p:bldP spid="61426" grpId="0"/>
      <p:bldP spid="61427" grpId="0"/>
      <p:bldP spid="61428" grpId="0"/>
      <p:bldP spid="61429" grpId="0"/>
      <p:bldP spid="61430" grpId="0"/>
      <p:bldP spid="61431" grpId="0"/>
      <p:bldP spid="61432" grpId="0"/>
      <p:bldP spid="61433" grpId="0"/>
      <p:bldP spid="61434" grpId="0"/>
      <p:bldP spid="61435" grpId="0"/>
      <p:bldP spid="61436" grpId="0"/>
      <p:bldP spid="61437" grpId="0"/>
      <p:bldP spid="61438" grpId="0"/>
      <p:bldP spid="61439" grpId="0"/>
      <p:bldP spid="62464" grpId="0"/>
      <p:bldP spid="62465" grpId="0"/>
      <p:bldP spid="62466" grpId="0"/>
      <p:bldP spid="62467" grpId="0"/>
      <p:bldP spid="62468" grpId="0"/>
      <p:bldP spid="62469" grpId="0"/>
      <p:bldP spid="62470" grpId="0"/>
      <p:bldP spid="62471" grpId="0"/>
      <p:bldP spid="62472" grpId="0"/>
      <p:bldP spid="62473" grpId="0"/>
      <p:bldP spid="62474" grpId="0"/>
      <p:bldP spid="62475" grpId="0"/>
      <p:bldP spid="62476" grpId="0"/>
      <p:bldP spid="62488" grpId="0" animBg="1"/>
      <p:bldP spid="6248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3" name="Group 5"/>
          <p:cNvGraphicFramePr>
            <a:graphicFrameLocks noGrp="1"/>
          </p:cNvGraphicFramePr>
          <p:nvPr/>
        </p:nvGraphicFramePr>
        <p:xfrm>
          <a:off x="609600" y="13716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3576" name="Rectangle 88"/>
          <p:cNvSpPr>
            <a:spLocks noChangeArrowheads="1"/>
          </p:cNvSpPr>
          <p:nvPr/>
        </p:nvSpPr>
        <p:spPr bwMode="auto">
          <a:xfrm>
            <a:off x="11430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3577" name="Rectangle 89"/>
          <p:cNvSpPr>
            <a:spLocks noChangeArrowheads="1"/>
          </p:cNvSpPr>
          <p:nvPr/>
        </p:nvSpPr>
        <p:spPr bwMode="auto">
          <a:xfrm>
            <a:off x="11430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78" name="Rectangle 90"/>
          <p:cNvSpPr>
            <a:spLocks noChangeArrowheads="1"/>
          </p:cNvSpPr>
          <p:nvPr/>
        </p:nvSpPr>
        <p:spPr bwMode="auto">
          <a:xfrm>
            <a:off x="11430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79" name="Rectangle 91"/>
          <p:cNvSpPr>
            <a:spLocks noChangeArrowheads="1"/>
          </p:cNvSpPr>
          <p:nvPr/>
        </p:nvSpPr>
        <p:spPr bwMode="auto">
          <a:xfrm>
            <a:off x="1143000" y="32766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80" name="Rectangle 92"/>
          <p:cNvSpPr>
            <a:spLocks noChangeArrowheads="1"/>
          </p:cNvSpPr>
          <p:nvPr/>
        </p:nvSpPr>
        <p:spPr bwMode="auto">
          <a:xfrm>
            <a:off x="11430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81" name="Rectangle 93"/>
          <p:cNvSpPr>
            <a:spLocks noChangeArrowheads="1"/>
          </p:cNvSpPr>
          <p:nvPr/>
        </p:nvSpPr>
        <p:spPr bwMode="auto">
          <a:xfrm>
            <a:off x="11430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63582" name="Rectangle 94"/>
          <p:cNvSpPr>
            <a:spLocks noChangeArrowheads="1"/>
          </p:cNvSpPr>
          <p:nvPr/>
        </p:nvSpPr>
        <p:spPr bwMode="auto">
          <a:xfrm>
            <a:off x="11430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63583" name="Rectangle 95"/>
          <p:cNvSpPr>
            <a:spLocks noChangeArrowheads="1"/>
          </p:cNvSpPr>
          <p:nvPr/>
        </p:nvSpPr>
        <p:spPr bwMode="auto">
          <a:xfrm>
            <a:off x="15240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63584" name="Rectangle 96"/>
          <p:cNvSpPr>
            <a:spLocks noChangeArrowheads="1"/>
          </p:cNvSpPr>
          <p:nvPr/>
        </p:nvSpPr>
        <p:spPr bwMode="auto">
          <a:xfrm>
            <a:off x="15240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3585" name="Rectangle 97"/>
          <p:cNvSpPr>
            <a:spLocks noChangeArrowheads="1"/>
          </p:cNvSpPr>
          <p:nvPr/>
        </p:nvSpPr>
        <p:spPr bwMode="auto">
          <a:xfrm>
            <a:off x="15240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86" name="Rectangle 98"/>
          <p:cNvSpPr>
            <a:spLocks noChangeArrowheads="1"/>
          </p:cNvSpPr>
          <p:nvPr/>
        </p:nvSpPr>
        <p:spPr bwMode="auto">
          <a:xfrm>
            <a:off x="15240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87" name="Rectangle 99"/>
          <p:cNvSpPr>
            <a:spLocks noChangeArrowheads="1"/>
          </p:cNvSpPr>
          <p:nvPr/>
        </p:nvSpPr>
        <p:spPr bwMode="auto">
          <a:xfrm>
            <a:off x="15240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88" name="Rectangle 100"/>
          <p:cNvSpPr>
            <a:spLocks noChangeArrowheads="1"/>
          </p:cNvSpPr>
          <p:nvPr/>
        </p:nvSpPr>
        <p:spPr bwMode="auto">
          <a:xfrm>
            <a:off x="15240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89" name="Rectangle 101"/>
          <p:cNvSpPr>
            <a:spLocks noChangeArrowheads="1"/>
          </p:cNvSpPr>
          <p:nvPr/>
        </p:nvSpPr>
        <p:spPr bwMode="auto">
          <a:xfrm>
            <a:off x="15240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90" name="Rectangle 102"/>
          <p:cNvSpPr>
            <a:spLocks noChangeArrowheads="1"/>
          </p:cNvSpPr>
          <p:nvPr/>
        </p:nvSpPr>
        <p:spPr bwMode="auto">
          <a:xfrm>
            <a:off x="19812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63591" name="Rectangle 103"/>
          <p:cNvSpPr>
            <a:spLocks noChangeArrowheads="1"/>
          </p:cNvSpPr>
          <p:nvPr/>
        </p:nvSpPr>
        <p:spPr bwMode="auto">
          <a:xfrm>
            <a:off x="19812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-4</a:t>
            </a:r>
          </a:p>
        </p:txBody>
      </p:sp>
      <p:sp>
        <p:nvSpPr>
          <p:cNvPr id="63592" name="Rectangle 104"/>
          <p:cNvSpPr>
            <a:spLocks noChangeArrowheads="1"/>
          </p:cNvSpPr>
          <p:nvPr/>
        </p:nvSpPr>
        <p:spPr bwMode="auto">
          <a:xfrm>
            <a:off x="19812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3593" name="Rectangle 105"/>
          <p:cNvSpPr>
            <a:spLocks noChangeArrowheads="1"/>
          </p:cNvSpPr>
          <p:nvPr/>
        </p:nvSpPr>
        <p:spPr bwMode="auto">
          <a:xfrm>
            <a:off x="19812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94" name="Rectangle 106"/>
          <p:cNvSpPr>
            <a:spLocks noChangeArrowheads="1"/>
          </p:cNvSpPr>
          <p:nvPr/>
        </p:nvSpPr>
        <p:spPr bwMode="auto">
          <a:xfrm>
            <a:off x="19812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95" name="Rectangle 107"/>
          <p:cNvSpPr>
            <a:spLocks noChangeArrowheads="1"/>
          </p:cNvSpPr>
          <p:nvPr/>
        </p:nvSpPr>
        <p:spPr bwMode="auto">
          <a:xfrm>
            <a:off x="19812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96" name="Rectangle 108"/>
          <p:cNvSpPr>
            <a:spLocks noChangeArrowheads="1"/>
          </p:cNvSpPr>
          <p:nvPr/>
        </p:nvSpPr>
        <p:spPr bwMode="auto">
          <a:xfrm>
            <a:off x="19812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  <a:endParaRPr lang="en-US"/>
          </a:p>
        </p:txBody>
      </p:sp>
      <p:sp>
        <p:nvSpPr>
          <p:cNvPr id="63597" name="Rectangle 109"/>
          <p:cNvSpPr>
            <a:spLocks noChangeArrowheads="1"/>
          </p:cNvSpPr>
          <p:nvPr/>
        </p:nvSpPr>
        <p:spPr bwMode="auto">
          <a:xfrm>
            <a:off x="23622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98" name="Rectangle 110"/>
          <p:cNvSpPr>
            <a:spLocks noChangeArrowheads="1"/>
          </p:cNvSpPr>
          <p:nvPr/>
        </p:nvSpPr>
        <p:spPr bwMode="auto">
          <a:xfrm>
            <a:off x="23622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599" name="Rectangle 111"/>
          <p:cNvSpPr>
            <a:spLocks noChangeArrowheads="1"/>
          </p:cNvSpPr>
          <p:nvPr/>
        </p:nvSpPr>
        <p:spPr bwMode="auto">
          <a:xfrm>
            <a:off x="23622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63600" name="Rectangle 112"/>
          <p:cNvSpPr>
            <a:spLocks noChangeArrowheads="1"/>
          </p:cNvSpPr>
          <p:nvPr/>
        </p:nvSpPr>
        <p:spPr bwMode="auto">
          <a:xfrm>
            <a:off x="23622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63601" name="Rectangle 113"/>
          <p:cNvSpPr>
            <a:spLocks noChangeArrowheads="1"/>
          </p:cNvSpPr>
          <p:nvPr/>
        </p:nvSpPr>
        <p:spPr bwMode="auto">
          <a:xfrm>
            <a:off x="23622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02" name="Rectangle 114"/>
          <p:cNvSpPr>
            <a:spLocks noChangeArrowheads="1"/>
          </p:cNvSpPr>
          <p:nvPr/>
        </p:nvSpPr>
        <p:spPr bwMode="auto">
          <a:xfrm>
            <a:off x="23622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63603" name="Rectangle 115"/>
          <p:cNvSpPr>
            <a:spLocks noChangeArrowheads="1"/>
          </p:cNvSpPr>
          <p:nvPr/>
        </p:nvSpPr>
        <p:spPr bwMode="auto">
          <a:xfrm>
            <a:off x="23622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63604" name="Rectangle 116"/>
          <p:cNvSpPr>
            <a:spLocks noChangeArrowheads="1"/>
          </p:cNvSpPr>
          <p:nvPr/>
        </p:nvSpPr>
        <p:spPr bwMode="auto">
          <a:xfrm>
            <a:off x="28194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05" name="Rectangle 117"/>
          <p:cNvSpPr>
            <a:spLocks noChangeArrowheads="1"/>
          </p:cNvSpPr>
          <p:nvPr/>
        </p:nvSpPr>
        <p:spPr bwMode="auto">
          <a:xfrm>
            <a:off x="28194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06" name="Rectangle 118"/>
          <p:cNvSpPr>
            <a:spLocks noChangeArrowheads="1"/>
          </p:cNvSpPr>
          <p:nvPr/>
        </p:nvSpPr>
        <p:spPr bwMode="auto">
          <a:xfrm>
            <a:off x="28194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07" name="Rectangle 119"/>
          <p:cNvSpPr>
            <a:spLocks noChangeArrowheads="1"/>
          </p:cNvSpPr>
          <p:nvPr/>
        </p:nvSpPr>
        <p:spPr bwMode="auto">
          <a:xfrm>
            <a:off x="28194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3608" name="Rectangle 120"/>
          <p:cNvSpPr>
            <a:spLocks noChangeArrowheads="1"/>
          </p:cNvSpPr>
          <p:nvPr/>
        </p:nvSpPr>
        <p:spPr bwMode="auto">
          <a:xfrm>
            <a:off x="28194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63609" name="Rectangle 121"/>
          <p:cNvSpPr>
            <a:spLocks noChangeArrowheads="1"/>
          </p:cNvSpPr>
          <p:nvPr/>
        </p:nvSpPr>
        <p:spPr bwMode="auto">
          <a:xfrm>
            <a:off x="28194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63610" name="Rectangle 122"/>
          <p:cNvSpPr>
            <a:spLocks noChangeArrowheads="1"/>
          </p:cNvSpPr>
          <p:nvPr/>
        </p:nvSpPr>
        <p:spPr bwMode="auto">
          <a:xfrm>
            <a:off x="28194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sp>
        <p:nvSpPr>
          <p:cNvPr id="63611" name="Rectangle 123"/>
          <p:cNvSpPr>
            <a:spLocks noChangeArrowheads="1"/>
          </p:cNvSpPr>
          <p:nvPr/>
        </p:nvSpPr>
        <p:spPr bwMode="auto">
          <a:xfrm>
            <a:off x="32004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3612" name="Rectangle 124"/>
          <p:cNvSpPr>
            <a:spLocks noChangeArrowheads="1"/>
          </p:cNvSpPr>
          <p:nvPr/>
        </p:nvSpPr>
        <p:spPr bwMode="auto">
          <a:xfrm>
            <a:off x="32004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13" name="Rectangle 125"/>
          <p:cNvSpPr>
            <a:spLocks noChangeArrowheads="1"/>
          </p:cNvSpPr>
          <p:nvPr/>
        </p:nvSpPr>
        <p:spPr bwMode="auto">
          <a:xfrm>
            <a:off x="32004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3614" name="Rectangle 126"/>
          <p:cNvSpPr>
            <a:spLocks noChangeArrowheads="1"/>
          </p:cNvSpPr>
          <p:nvPr/>
        </p:nvSpPr>
        <p:spPr bwMode="auto">
          <a:xfrm>
            <a:off x="32004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15" name="Rectangle 127"/>
          <p:cNvSpPr>
            <a:spLocks noChangeArrowheads="1"/>
          </p:cNvSpPr>
          <p:nvPr/>
        </p:nvSpPr>
        <p:spPr bwMode="auto">
          <a:xfrm>
            <a:off x="32004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16" name="Rectangle 128"/>
          <p:cNvSpPr>
            <a:spLocks noChangeArrowheads="1"/>
          </p:cNvSpPr>
          <p:nvPr/>
        </p:nvSpPr>
        <p:spPr bwMode="auto">
          <a:xfrm>
            <a:off x="32004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63617" name="Rectangle 129"/>
          <p:cNvSpPr>
            <a:spLocks noChangeArrowheads="1"/>
          </p:cNvSpPr>
          <p:nvPr/>
        </p:nvSpPr>
        <p:spPr bwMode="auto">
          <a:xfrm>
            <a:off x="32004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63618" name="Rectangle 130"/>
          <p:cNvSpPr>
            <a:spLocks noChangeArrowheads="1"/>
          </p:cNvSpPr>
          <p:nvPr/>
        </p:nvSpPr>
        <p:spPr bwMode="auto">
          <a:xfrm>
            <a:off x="36576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63619" name="Rectangle 131"/>
          <p:cNvSpPr>
            <a:spLocks noChangeArrowheads="1"/>
          </p:cNvSpPr>
          <p:nvPr/>
        </p:nvSpPr>
        <p:spPr bwMode="auto">
          <a:xfrm>
            <a:off x="36576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20" name="Rectangle 132"/>
          <p:cNvSpPr>
            <a:spLocks noChangeArrowheads="1"/>
          </p:cNvSpPr>
          <p:nvPr/>
        </p:nvSpPr>
        <p:spPr bwMode="auto">
          <a:xfrm>
            <a:off x="36576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21" name="Rectangle 133"/>
          <p:cNvSpPr>
            <a:spLocks noChangeArrowheads="1"/>
          </p:cNvSpPr>
          <p:nvPr/>
        </p:nvSpPr>
        <p:spPr bwMode="auto">
          <a:xfrm>
            <a:off x="36576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22" name="Rectangle 134"/>
          <p:cNvSpPr>
            <a:spLocks noChangeArrowheads="1"/>
          </p:cNvSpPr>
          <p:nvPr/>
        </p:nvSpPr>
        <p:spPr bwMode="auto">
          <a:xfrm>
            <a:off x="36576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23" name="Rectangle 135"/>
          <p:cNvSpPr>
            <a:spLocks noChangeArrowheads="1"/>
          </p:cNvSpPr>
          <p:nvPr/>
        </p:nvSpPr>
        <p:spPr bwMode="auto">
          <a:xfrm>
            <a:off x="36576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624" name="Rectangle 136"/>
          <p:cNvSpPr>
            <a:spLocks noChangeArrowheads="1"/>
          </p:cNvSpPr>
          <p:nvPr/>
        </p:nvSpPr>
        <p:spPr bwMode="auto">
          <a:xfrm>
            <a:off x="36576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3625" name="Rectangle 137"/>
          <p:cNvSpPr>
            <a:spLocks noChangeArrowheads="1"/>
          </p:cNvSpPr>
          <p:nvPr/>
        </p:nvSpPr>
        <p:spPr bwMode="auto">
          <a:xfrm>
            <a:off x="228600" y="1752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3626" name="Rectangle 138"/>
          <p:cNvSpPr>
            <a:spLocks noChangeArrowheads="1"/>
          </p:cNvSpPr>
          <p:nvPr/>
        </p:nvSpPr>
        <p:spPr bwMode="auto">
          <a:xfrm>
            <a:off x="228600" y="2209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3627" name="Rectangle 139"/>
          <p:cNvSpPr>
            <a:spLocks noChangeArrowheads="1"/>
          </p:cNvSpPr>
          <p:nvPr/>
        </p:nvSpPr>
        <p:spPr bwMode="auto">
          <a:xfrm>
            <a:off x="228600" y="2590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3628" name="Rectangle 140"/>
          <p:cNvSpPr>
            <a:spLocks noChangeArrowheads="1"/>
          </p:cNvSpPr>
          <p:nvPr/>
        </p:nvSpPr>
        <p:spPr bwMode="auto">
          <a:xfrm>
            <a:off x="228600" y="2971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3629" name="Rectangle 141"/>
          <p:cNvSpPr>
            <a:spLocks noChangeArrowheads="1"/>
          </p:cNvSpPr>
          <p:nvPr/>
        </p:nvSpPr>
        <p:spPr bwMode="auto">
          <a:xfrm>
            <a:off x="228600" y="3352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3630" name="Rectangle 142"/>
          <p:cNvSpPr>
            <a:spLocks noChangeArrowheads="1"/>
          </p:cNvSpPr>
          <p:nvPr/>
        </p:nvSpPr>
        <p:spPr bwMode="auto">
          <a:xfrm>
            <a:off x="228600" y="3733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3631" name="Rectangle 143"/>
          <p:cNvSpPr>
            <a:spLocks noChangeArrowheads="1"/>
          </p:cNvSpPr>
          <p:nvPr/>
        </p:nvSpPr>
        <p:spPr bwMode="auto">
          <a:xfrm>
            <a:off x="228600" y="4114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63632" name="Rectangle 144"/>
          <p:cNvSpPr>
            <a:spLocks noChangeArrowheads="1"/>
          </p:cNvSpPr>
          <p:nvPr/>
        </p:nvSpPr>
        <p:spPr bwMode="auto">
          <a:xfrm>
            <a:off x="1219200" y="1066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3633" name="Rectangle 145"/>
          <p:cNvSpPr>
            <a:spLocks noChangeArrowheads="1"/>
          </p:cNvSpPr>
          <p:nvPr/>
        </p:nvSpPr>
        <p:spPr bwMode="auto">
          <a:xfrm>
            <a:off x="1676400" y="1066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3634" name="Rectangle 146"/>
          <p:cNvSpPr>
            <a:spLocks noChangeArrowheads="1"/>
          </p:cNvSpPr>
          <p:nvPr/>
        </p:nvSpPr>
        <p:spPr bwMode="auto">
          <a:xfrm>
            <a:off x="2057400" y="1066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3635" name="Rectangle 147"/>
          <p:cNvSpPr>
            <a:spLocks noChangeArrowheads="1"/>
          </p:cNvSpPr>
          <p:nvPr/>
        </p:nvSpPr>
        <p:spPr bwMode="auto">
          <a:xfrm>
            <a:off x="2514600" y="1066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3636" name="Rectangle 148"/>
          <p:cNvSpPr>
            <a:spLocks noChangeArrowheads="1"/>
          </p:cNvSpPr>
          <p:nvPr/>
        </p:nvSpPr>
        <p:spPr bwMode="auto">
          <a:xfrm>
            <a:off x="2971800" y="1066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3637" name="Rectangle 149"/>
          <p:cNvSpPr>
            <a:spLocks noChangeArrowheads="1"/>
          </p:cNvSpPr>
          <p:nvPr/>
        </p:nvSpPr>
        <p:spPr bwMode="auto">
          <a:xfrm>
            <a:off x="3352800" y="1066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63638" name="Rectangle 150"/>
          <p:cNvSpPr>
            <a:spLocks noChangeArrowheads="1"/>
          </p:cNvSpPr>
          <p:nvPr/>
        </p:nvSpPr>
        <p:spPr bwMode="auto">
          <a:xfrm>
            <a:off x="3810000" y="1066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graphicFrame>
        <p:nvGraphicFramePr>
          <p:cNvPr id="63639" name="Group 151"/>
          <p:cNvGraphicFramePr>
            <a:graphicFrameLocks noGrp="1"/>
          </p:cNvGraphicFramePr>
          <p:nvPr/>
        </p:nvGraphicFramePr>
        <p:xfrm>
          <a:off x="5486400" y="13716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3724" name="Rectangle 236"/>
          <p:cNvSpPr>
            <a:spLocks noChangeArrowheads="1"/>
          </p:cNvSpPr>
          <p:nvPr/>
        </p:nvSpPr>
        <p:spPr bwMode="auto">
          <a:xfrm>
            <a:off x="60198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731" name="Rectangle 243"/>
          <p:cNvSpPr>
            <a:spLocks noChangeArrowheads="1"/>
          </p:cNvSpPr>
          <p:nvPr/>
        </p:nvSpPr>
        <p:spPr bwMode="auto">
          <a:xfrm>
            <a:off x="64008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736" name="Rectangle 248"/>
          <p:cNvSpPr>
            <a:spLocks noChangeArrowheads="1"/>
          </p:cNvSpPr>
          <p:nvPr/>
        </p:nvSpPr>
        <p:spPr bwMode="auto">
          <a:xfrm>
            <a:off x="68580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63737" name="Rectangle 249"/>
          <p:cNvSpPr>
            <a:spLocks noChangeArrowheads="1"/>
          </p:cNvSpPr>
          <p:nvPr/>
        </p:nvSpPr>
        <p:spPr bwMode="auto">
          <a:xfrm>
            <a:off x="68580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-4</a:t>
            </a:r>
          </a:p>
        </p:txBody>
      </p:sp>
      <p:sp>
        <p:nvSpPr>
          <p:cNvPr id="63738" name="Rectangle 250"/>
          <p:cNvSpPr>
            <a:spLocks noChangeArrowheads="1"/>
          </p:cNvSpPr>
          <p:nvPr/>
        </p:nvSpPr>
        <p:spPr bwMode="auto">
          <a:xfrm>
            <a:off x="68580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3739" name="Rectangle 251"/>
          <p:cNvSpPr>
            <a:spLocks noChangeArrowheads="1"/>
          </p:cNvSpPr>
          <p:nvPr/>
        </p:nvSpPr>
        <p:spPr bwMode="auto">
          <a:xfrm>
            <a:off x="68580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740" name="Rectangle 252"/>
          <p:cNvSpPr>
            <a:spLocks noChangeArrowheads="1"/>
          </p:cNvSpPr>
          <p:nvPr/>
        </p:nvSpPr>
        <p:spPr bwMode="auto">
          <a:xfrm>
            <a:off x="68580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741" name="Rectangle 253"/>
          <p:cNvSpPr>
            <a:spLocks noChangeArrowheads="1"/>
          </p:cNvSpPr>
          <p:nvPr/>
        </p:nvSpPr>
        <p:spPr bwMode="auto">
          <a:xfrm>
            <a:off x="68580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742" name="Rectangle 254"/>
          <p:cNvSpPr>
            <a:spLocks noChangeArrowheads="1"/>
          </p:cNvSpPr>
          <p:nvPr/>
        </p:nvSpPr>
        <p:spPr bwMode="auto">
          <a:xfrm>
            <a:off x="68580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  <a:endParaRPr lang="en-US"/>
          </a:p>
        </p:txBody>
      </p:sp>
      <p:sp>
        <p:nvSpPr>
          <p:cNvPr id="63743" name="Rectangle 255"/>
          <p:cNvSpPr>
            <a:spLocks noChangeArrowheads="1"/>
          </p:cNvSpPr>
          <p:nvPr/>
        </p:nvSpPr>
        <p:spPr bwMode="auto">
          <a:xfrm>
            <a:off x="72390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4</a:t>
            </a:r>
          </a:p>
        </p:txBody>
      </p:sp>
      <p:sp>
        <p:nvSpPr>
          <p:cNvPr id="63744" name="Rectangle 256"/>
          <p:cNvSpPr>
            <a:spLocks noChangeArrowheads="1"/>
          </p:cNvSpPr>
          <p:nvPr/>
        </p:nvSpPr>
        <p:spPr bwMode="auto">
          <a:xfrm>
            <a:off x="72390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5</a:t>
            </a:r>
          </a:p>
        </p:txBody>
      </p:sp>
      <p:sp>
        <p:nvSpPr>
          <p:cNvPr id="63745" name="Rectangle 257"/>
          <p:cNvSpPr>
            <a:spLocks noChangeArrowheads="1"/>
          </p:cNvSpPr>
          <p:nvPr/>
        </p:nvSpPr>
        <p:spPr bwMode="auto">
          <a:xfrm>
            <a:off x="72390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63752" name="Rectangle 264"/>
          <p:cNvSpPr>
            <a:spLocks noChangeArrowheads="1"/>
          </p:cNvSpPr>
          <p:nvPr/>
        </p:nvSpPr>
        <p:spPr bwMode="auto">
          <a:xfrm>
            <a:off x="76962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757" name="Rectangle 269"/>
          <p:cNvSpPr>
            <a:spLocks noChangeArrowheads="1"/>
          </p:cNvSpPr>
          <p:nvPr/>
        </p:nvSpPr>
        <p:spPr bwMode="auto">
          <a:xfrm>
            <a:off x="8077200" y="182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0</a:t>
            </a:r>
          </a:p>
        </p:txBody>
      </p:sp>
      <p:sp>
        <p:nvSpPr>
          <p:cNvPr id="63758" name="Rectangle 270"/>
          <p:cNvSpPr>
            <a:spLocks noChangeArrowheads="1"/>
          </p:cNvSpPr>
          <p:nvPr/>
        </p:nvSpPr>
        <p:spPr bwMode="auto">
          <a:xfrm>
            <a:off x="8077200" y="2209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-1</a:t>
            </a:r>
          </a:p>
        </p:txBody>
      </p:sp>
      <p:sp>
        <p:nvSpPr>
          <p:cNvPr id="63759" name="Rectangle 271"/>
          <p:cNvSpPr>
            <a:spLocks noChangeArrowheads="1"/>
          </p:cNvSpPr>
          <p:nvPr/>
        </p:nvSpPr>
        <p:spPr bwMode="auto">
          <a:xfrm>
            <a:off x="80772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3766" name="Rectangle 278"/>
          <p:cNvSpPr>
            <a:spLocks noChangeArrowheads="1"/>
          </p:cNvSpPr>
          <p:nvPr/>
        </p:nvSpPr>
        <p:spPr bwMode="auto">
          <a:xfrm>
            <a:off x="85344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3763" name="Rectangle 275"/>
          <p:cNvSpPr>
            <a:spLocks noChangeArrowheads="1"/>
          </p:cNvSpPr>
          <p:nvPr/>
        </p:nvSpPr>
        <p:spPr bwMode="auto">
          <a:xfrm>
            <a:off x="80772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4</a:t>
            </a:r>
          </a:p>
        </p:txBody>
      </p:sp>
      <p:grpSp>
        <p:nvGrpSpPr>
          <p:cNvPr id="2" name="Group 365"/>
          <p:cNvGrpSpPr>
            <a:grpSpLocks/>
          </p:cNvGrpSpPr>
          <p:nvPr/>
        </p:nvGrpSpPr>
        <p:grpSpPr bwMode="auto">
          <a:xfrm>
            <a:off x="6019800" y="1828800"/>
            <a:ext cx="2895600" cy="2667000"/>
            <a:chOff x="3792" y="1152"/>
            <a:chExt cx="1824" cy="1680"/>
          </a:xfrm>
        </p:grpSpPr>
        <p:sp>
          <p:nvSpPr>
            <p:cNvPr id="63722" name="Rectangle 234"/>
            <p:cNvSpPr>
              <a:spLocks noChangeArrowheads="1"/>
            </p:cNvSpPr>
            <p:nvPr/>
          </p:nvSpPr>
          <p:spPr bwMode="auto">
            <a:xfrm>
              <a:off x="3792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3723" name="Rectangle 235"/>
            <p:cNvSpPr>
              <a:spLocks noChangeArrowheads="1"/>
            </p:cNvSpPr>
            <p:nvPr/>
          </p:nvSpPr>
          <p:spPr bwMode="auto">
            <a:xfrm>
              <a:off x="3792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25" name="Rectangle 237"/>
            <p:cNvSpPr>
              <a:spLocks noChangeArrowheads="1"/>
            </p:cNvSpPr>
            <p:nvPr/>
          </p:nvSpPr>
          <p:spPr bwMode="auto">
            <a:xfrm>
              <a:off x="3792" y="2064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26" name="Rectangle 238"/>
            <p:cNvSpPr>
              <a:spLocks noChangeArrowheads="1"/>
            </p:cNvSpPr>
            <p:nvPr/>
          </p:nvSpPr>
          <p:spPr bwMode="auto">
            <a:xfrm>
              <a:off x="3792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27" name="Rectangle 239"/>
            <p:cNvSpPr>
              <a:spLocks noChangeArrowheads="1"/>
            </p:cNvSpPr>
            <p:nvPr/>
          </p:nvSpPr>
          <p:spPr bwMode="auto">
            <a:xfrm>
              <a:off x="3792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63728" name="Rectangle 240"/>
            <p:cNvSpPr>
              <a:spLocks noChangeArrowheads="1"/>
            </p:cNvSpPr>
            <p:nvPr/>
          </p:nvSpPr>
          <p:spPr bwMode="auto">
            <a:xfrm>
              <a:off x="3792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63729" name="Rectangle 241"/>
            <p:cNvSpPr>
              <a:spLocks noChangeArrowheads="1"/>
            </p:cNvSpPr>
            <p:nvPr/>
          </p:nvSpPr>
          <p:spPr bwMode="auto">
            <a:xfrm>
              <a:off x="4032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63730" name="Rectangle 242"/>
            <p:cNvSpPr>
              <a:spLocks noChangeArrowheads="1"/>
            </p:cNvSpPr>
            <p:nvPr/>
          </p:nvSpPr>
          <p:spPr bwMode="auto">
            <a:xfrm>
              <a:off x="4032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3732" name="Rectangle 244"/>
            <p:cNvSpPr>
              <a:spLocks noChangeArrowheads="1"/>
            </p:cNvSpPr>
            <p:nvPr/>
          </p:nvSpPr>
          <p:spPr bwMode="auto">
            <a:xfrm>
              <a:off x="4032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33" name="Rectangle 245"/>
            <p:cNvSpPr>
              <a:spLocks noChangeArrowheads="1"/>
            </p:cNvSpPr>
            <p:nvPr/>
          </p:nvSpPr>
          <p:spPr bwMode="auto">
            <a:xfrm>
              <a:off x="4032" y="21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34" name="Rectangle 246"/>
            <p:cNvSpPr>
              <a:spLocks noChangeArrowheads="1"/>
            </p:cNvSpPr>
            <p:nvPr/>
          </p:nvSpPr>
          <p:spPr bwMode="auto">
            <a:xfrm>
              <a:off x="4032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35" name="Rectangle 247"/>
            <p:cNvSpPr>
              <a:spLocks noChangeArrowheads="1"/>
            </p:cNvSpPr>
            <p:nvPr/>
          </p:nvSpPr>
          <p:spPr bwMode="auto">
            <a:xfrm>
              <a:off x="4032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46" name="Rectangle 258"/>
            <p:cNvSpPr>
              <a:spLocks noChangeArrowheads="1"/>
            </p:cNvSpPr>
            <p:nvPr/>
          </p:nvSpPr>
          <p:spPr bwMode="auto">
            <a:xfrm>
              <a:off x="4560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3747" name="Rectangle 259"/>
            <p:cNvSpPr>
              <a:spLocks noChangeArrowheads="1"/>
            </p:cNvSpPr>
            <p:nvPr/>
          </p:nvSpPr>
          <p:spPr bwMode="auto">
            <a:xfrm>
              <a:off x="4560" y="21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48" name="Rectangle 260"/>
            <p:cNvSpPr>
              <a:spLocks noChangeArrowheads="1"/>
            </p:cNvSpPr>
            <p:nvPr/>
          </p:nvSpPr>
          <p:spPr bwMode="auto">
            <a:xfrm>
              <a:off x="4560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63749" name="Rectangle 261"/>
            <p:cNvSpPr>
              <a:spLocks noChangeArrowheads="1"/>
            </p:cNvSpPr>
            <p:nvPr/>
          </p:nvSpPr>
          <p:spPr bwMode="auto">
            <a:xfrm>
              <a:off x="4560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63750" name="Rectangle 262"/>
            <p:cNvSpPr>
              <a:spLocks noChangeArrowheads="1"/>
            </p:cNvSpPr>
            <p:nvPr/>
          </p:nvSpPr>
          <p:spPr bwMode="auto">
            <a:xfrm>
              <a:off x="4848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51" name="Rectangle 263"/>
            <p:cNvSpPr>
              <a:spLocks noChangeArrowheads="1"/>
            </p:cNvSpPr>
            <p:nvPr/>
          </p:nvSpPr>
          <p:spPr bwMode="auto">
            <a:xfrm>
              <a:off x="484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53" name="Rectangle 265"/>
            <p:cNvSpPr>
              <a:spLocks noChangeArrowheads="1"/>
            </p:cNvSpPr>
            <p:nvPr/>
          </p:nvSpPr>
          <p:spPr bwMode="auto">
            <a:xfrm>
              <a:off x="4848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63754" name="Rectangle 266"/>
            <p:cNvSpPr>
              <a:spLocks noChangeArrowheads="1"/>
            </p:cNvSpPr>
            <p:nvPr/>
          </p:nvSpPr>
          <p:spPr bwMode="auto">
            <a:xfrm>
              <a:off x="4848" y="21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3755" name="Rectangle 267"/>
            <p:cNvSpPr>
              <a:spLocks noChangeArrowheads="1"/>
            </p:cNvSpPr>
            <p:nvPr/>
          </p:nvSpPr>
          <p:spPr bwMode="auto">
            <a:xfrm>
              <a:off x="484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63756" name="Rectangle 268"/>
            <p:cNvSpPr>
              <a:spLocks noChangeArrowheads="1"/>
            </p:cNvSpPr>
            <p:nvPr/>
          </p:nvSpPr>
          <p:spPr bwMode="auto">
            <a:xfrm>
              <a:off x="4848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-6</a:t>
              </a:r>
            </a:p>
          </p:txBody>
        </p:sp>
        <p:sp>
          <p:nvSpPr>
            <p:cNvPr id="63760" name="Rectangle 272"/>
            <p:cNvSpPr>
              <a:spLocks noChangeArrowheads="1"/>
            </p:cNvSpPr>
            <p:nvPr/>
          </p:nvSpPr>
          <p:spPr bwMode="auto">
            <a:xfrm>
              <a:off x="5088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61" name="Rectangle 273"/>
            <p:cNvSpPr>
              <a:spLocks noChangeArrowheads="1"/>
            </p:cNvSpPr>
            <p:nvPr/>
          </p:nvSpPr>
          <p:spPr bwMode="auto">
            <a:xfrm>
              <a:off x="5088" y="21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62" name="Rectangle 274"/>
            <p:cNvSpPr>
              <a:spLocks noChangeArrowheads="1"/>
            </p:cNvSpPr>
            <p:nvPr/>
          </p:nvSpPr>
          <p:spPr bwMode="auto">
            <a:xfrm>
              <a:off x="508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3764" name="Rectangle 276"/>
            <p:cNvSpPr>
              <a:spLocks noChangeArrowheads="1"/>
            </p:cNvSpPr>
            <p:nvPr/>
          </p:nvSpPr>
          <p:spPr bwMode="auto">
            <a:xfrm>
              <a:off x="5376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63765" name="Rectangle 277"/>
            <p:cNvSpPr>
              <a:spLocks noChangeArrowheads="1"/>
            </p:cNvSpPr>
            <p:nvPr/>
          </p:nvSpPr>
          <p:spPr bwMode="auto">
            <a:xfrm>
              <a:off x="5376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67" name="Rectangle 279"/>
            <p:cNvSpPr>
              <a:spLocks noChangeArrowheads="1"/>
            </p:cNvSpPr>
            <p:nvPr/>
          </p:nvSpPr>
          <p:spPr bwMode="auto">
            <a:xfrm>
              <a:off x="5376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68" name="Rectangle 280"/>
            <p:cNvSpPr>
              <a:spLocks noChangeArrowheads="1"/>
            </p:cNvSpPr>
            <p:nvPr/>
          </p:nvSpPr>
          <p:spPr bwMode="auto">
            <a:xfrm>
              <a:off x="5376" y="21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69" name="Rectangle 281"/>
            <p:cNvSpPr>
              <a:spLocks noChangeArrowheads="1"/>
            </p:cNvSpPr>
            <p:nvPr/>
          </p:nvSpPr>
          <p:spPr bwMode="auto">
            <a:xfrm>
              <a:off x="537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770" name="Rectangle 282"/>
            <p:cNvSpPr>
              <a:spLocks noChangeArrowheads="1"/>
            </p:cNvSpPr>
            <p:nvPr/>
          </p:nvSpPr>
          <p:spPr bwMode="auto">
            <a:xfrm>
              <a:off x="5376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3" name="Group 293"/>
          <p:cNvGrpSpPr>
            <a:grpSpLocks/>
          </p:cNvGrpSpPr>
          <p:nvPr/>
        </p:nvGrpSpPr>
        <p:grpSpPr bwMode="auto">
          <a:xfrm>
            <a:off x="1066800" y="1676400"/>
            <a:ext cx="2971800" cy="2819400"/>
            <a:chOff x="672" y="1056"/>
            <a:chExt cx="1872" cy="1776"/>
          </a:xfrm>
        </p:grpSpPr>
        <p:sp>
          <p:nvSpPr>
            <p:cNvPr id="63779" name="Line 291"/>
            <p:cNvSpPr>
              <a:spLocks noChangeShapeType="1"/>
            </p:cNvSpPr>
            <p:nvPr/>
          </p:nvSpPr>
          <p:spPr bwMode="auto">
            <a:xfrm>
              <a:off x="1440" y="1056"/>
              <a:ext cx="0" cy="17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780" name="Line 292"/>
            <p:cNvSpPr>
              <a:spLocks noChangeShapeType="1"/>
            </p:cNvSpPr>
            <p:nvPr/>
          </p:nvSpPr>
          <p:spPr bwMode="auto">
            <a:xfrm>
              <a:off x="672" y="1824"/>
              <a:ext cx="1872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301"/>
          <p:cNvGrpSpPr>
            <a:grpSpLocks/>
          </p:cNvGrpSpPr>
          <p:nvPr/>
        </p:nvGrpSpPr>
        <p:grpSpPr bwMode="auto">
          <a:xfrm>
            <a:off x="5105400" y="990600"/>
            <a:ext cx="3733800" cy="3505200"/>
            <a:chOff x="3216" y="624"/>
            <a:chExt cx="2352" cy="2208"/>
          </a:xfrm>
        </p:grpSpPr>
        <p:sp>
          <p:nvSpPr>
            <p:cNvPr id="63771" name="Rectangle 283"/>
            <p:cNvSpPr>
              <a:spLocks noChangeArrowheads="1"/>
            </p:cNvSpPr>
            <p:nvPr/>
          </p:nvSpPr>
          <p:spPr bwMode="auto">
            <a:xfrm>
              <a:off x="3216" y="11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3772" name="Rectangle 284"/>
            <p:cNvSpPr>
              <a:spLocks noChangeArrowheads="1"/>
            </p:cNvSpPr>
            <p:nvPr/>
          </p:nvSpPr>
          <p:spPr bwMode="auto">
            <a:xfrm>
              <a:off x="3216" y="13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3773" name="Rectangle 285"/>
            <p:cNvSpPr>
              <a:spLocks noChangeArrowheads="1"/>
            </p:cNvSpPr>
            <p:nvPr/>
          </p:nvSpPr>
          <p:spPr bwMode="auto">
            <a:xfrm>
              <a:off x="3216" y="163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3774" name="Rectangle 286"/>
            <p:cNvSpPr>
              <a:spLocks noChangeArrowheads="1"/>
            </p:cNvSpPr>
            <p:nvPr/>
          </p:nvSpPr>
          <p:spPr bwMode="auto">
            <a:xfrm>
              <a:off x="3216" y="187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3775" name="Rectangle 287"/>
            <p:cNvSpPr>
              <a:spLocks noChangeArrowheads="1"/>
            </p:cNvSpPr>
            <p:nvPr/>
          </p:nvSpPr>
          <p:spPr bwMode="auto">
            <a:xfrm>
              <a:off x="3216" y="211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3776" name="Rectangle 288"/>
            <p:cNvSpPr>
              <a:spLocks noChangeArrowheads="1"/>
            </p:cNvSpPr>
            <p:nvPr/>
          </p:nvSpPr>
          <p:spPr bwMode="auto">
            <a:xfrm>
              <a:off x="3216" y="235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3777" name="Rectangle 289"/>
            <p:cNvSpPr>
              <a:spLocks noChangeArrowheads="1"/>
            </p:cNvSpPr>
            <p:nvPr/>
          </p:nvSpPr>
          <p:spPr bwMode="auto">
            <a:xfrm>
              <a:off x="3216" y="25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3782" name="Rectangle 294"/>
            <p:cNvSpPr>
              <a:spLocks noChangeArrowheads="1"/>
            </p:cNvSpPr>
            <p:nvPr/>
          </p:nvSpPr>
          <p:spPr bwMode="auto">
            <a:xfrm>
              <a:off x="3792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3783" name="Rectangle 295"/>
            <p:cNvSpPr>
              <a:spLocks noChangeArrowheads="1"/>
            </p:cNvSpPr>
            <p:nvPr/>
          </p:nvSpPr>
          <p:spPr bwMode="auto">
            <a:xfrm>
              <a:off x="408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3784" name="Rectangle 296"/>
            <p:cNvSpPr>
              <a:spLocks noChangeArrowheads="1"/>
            </p:cNvSpPr>
            <p:nvPr/>
          </p:nvSpPr>
          <p:spPr bwMode="auto">
            <a:xfrm>
              <a:off x="432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3785" name="Rectangle 297"/>
            <p:cNvSpPr>
              <a:spLocks noChangeArrowheads="1"/>
            </p:cNvSpPr>
            <p:nvPr/>
          </p:nvSpPr>
          <p:spPr bwMode="auto">
            <a:xfrm>
              <a:off x="4608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3786" name="Rectangle 298"/>
            <p:cNvSpPr>
              <a:spLocks noChangeArrowheads="1"/>
            </p:cNvSpPr>
            <p:nvPr/>
          </p:nvSpPr>
          <p:spPr bwMode="auto">
            <a:xfrm>
              <a:off x="489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3787" name="Rectangle 299"/>
            <p:cNvSpPr>
              <a:spLocks noChangeArrowheads="1"/>
            </p:cNvSpPr>
            <p:nvPr/>
          </p:nvSpPr>
          <p:spPr bwMode="auto">
            <a:xfrm>
              <a:off x="513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3788" name="Rectangle 300"/>
            <p:cNvSpPr>
              <a:spLocks noChangeArrowheads="1"/>
            </p:cNvSpPr>
            <p:nvPr/>
          </p:nvSpPr>
          <p:spPr bwMode="auto">
            <a:xfrm>
              <a:off x="5424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grpSp>
        <p:nvGrpSpPr>
          <p:cNvPr id="5" name="Group 319"/>
          <p:cNvGrpSpPr>
            <a:grpSpLocks/>
          </p:cNvGrpSpPr>
          <p:nvPr/>
        </p:nvGrpSpPr>
        <p:grpSpPr bwMode="auto">
          <a:xfrm>
            <a:off x="3581400" y="228600"/>
            <a:ext cx="4953000" cy="2514600"/>
            <a:chOff x="2256" y="144"/>
            <a:chExt cx="3120" cy="1584"/>
          </a:xfrm>
        </p:grpSpPr>
        <p:sp>
          <p:nvSpPr>
            <p:cNvPr id="63794" name="Rectangle 306"/>
            <p:cNvSpPr>
              <a:spLocks noChangeArrowheads="1"/>
            </p:cNvSpPr>
            <p:nvPr/>
          </p:nvSpPr>
          <p:spPr bwMode="auto">
            <a:xfrm>
              <a:off x="4800" y="144"/>
              <a:ext cx="576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-3+3&lt; 3</a:t>
              </a:r>
              <a:endParaRPr lang="en-US" b="1">
                <a:sym typeface="Symbol" pitchFamily="18" charset="2"/>
              </a:endParaRPr>
            </a:p>
          </p:txBody>
        </p:sp>
        <p:sp>
          <p:nvSpPr>
            <p:cNvPr id="63796" name="Line 308"/>
            <p:cNvSpPr>
              <a:spLocks noChangeShapeType="1"/>
            </p:cNvSpPr>
            <p:nvPr/>
          </p:nvSpPr>
          <p:spPr bwMode="auto">
            <a:xfrm>
              <a:off x="5280" y="384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797" name="Line 309"/>
            <p:cNvSpPr>
              <a:spLocks noChangeShapeType="1"/>
            </p:cNvSpPr>
            <p:nvPr/>
          </p:nvSpPr>
          <p:spPr bwMode="auto">
            <a:xfrm>
              <a:off x="4464" y="62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798" name="Line 310"/>
            <p:cNvSpPr>
              <a:spLocks noChangeShapeType="1"/>
            </p:cNvSpPr>
            <p:nvPr/>
          </p:nvSpPr>
          <p:spPr bwMode="auto">
            <a:xfrm>
              <a:off x="4464" y="62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799" name="Line 311"/>
            <p:cNvSpPr>
              <a:spLocks noChangeShapeType="1"/>
            </p:cNvSpPr>
            <p:nvPr/>
          </p:nvSpPr>
          <p:spPr bwMode="auto">
            <a:xfrm>
              <a:off x="2256" y="62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00" name="Line 312"/>
            <p:cNvSpPr>
              <a:spLocks noChangeShapeType="1"/>
            </p:cNvSpPr>
            <p:nvPr/>
          </p:nvSpPr>
          <p:spPr bwMode="auto">
            <a:xfrm>
              <a:off x="2256" y="624"/>
              <a:ext cx="2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06" name="Line 318"/>
            <p:cNvSpPr>
              <a:spLocks noChangeShapeType="1"/>
            </p:cNvSpPr>
            <p:nvPr/>
          </p:nvSpPr>
          <p:spPr bwMode="auto">
            <a:xfrm>
              <a:off x="5136" y="62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6"/>
          <p:cNvGrpSpPr>
            <a:grpSpLocks/>
          </p:cNvGrpSpPr>
          <p:nvPr/>
        </p:nvGrpSpPr>
        <p:grpSpPr bwMode="auto">
          <a:xfrm>
            <a:off x="3276600" y="228600"/>
            <a:ext cx="5029200" cy="2438400"/>
            <a:chOff x="2064" y="144"/>
            <a:chExt cx="3168" cy="1536"/>
          </a:xfrm>
        </p:grpSpPr>
        <p:sp>
          <p:nvSpPr>
            <p:cNvPr id="63810" name="Line 322"/>
            <p:cNvSpPr>
              <a:spLocks noChangeShapeType="1"/>
            </p:cNvSpPr>
            <p:nvPr/>
          </p:nvSpPr>
          <p:spPr bwMode="auto">
            <a:xfrm>
              <a:off x="5232" y="528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793" name="Rectangle 305"/>
            <p:cNvSpPr>
              <a:spLocks noChangeArrowheads="1"/>
            </p:cNvSpPr>
            <p:nvPr/>
          </p:nvSpPr>
          <p:spPr bwMode="auto">
            <a:xfrm>
              <a:off x="3984" y="144"/>
              <a:ext cx="576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-4+3&lt; </a:t>
              </a:r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808" name="Line 320"/>
            <p:cNvSpPr>
              <a:spLocks noChangeShapeType="1"/>
            </p:cNvSpPr>
            <p:nvPr/>
          </p:nvSpPr>
          <p:spPr bwMode="auto">
            <a:xfrm>
              <a:off x="2064" y="528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09" name="Line 321"/>
            <p:cNvSpPr>
              <a:spLocks noChangeShapeType="1"/>
            </p:cNvSpPr>
            <p:nvPr/>
          </p:nvSpPr>
          <p:spPr bwMode="auto">
            <a:xfrm>
              <a:off x="4368" y="384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11" name="Line 323"/>
            <p:cNvSpPr>
              <a:spLocks noChangeShapeType="1"/>
            </p:cNvSpPr>
            <p:nvPr/>
          </p:nvSpPr>
          <p:spPr bwMode="auto">
            <a:xfrm>
              <a:off x="5136" y="52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12" name="Line 324"/>
            <p:cNvSpPr>
              <a:spLocks noChangeShapeType="1"/>
            </p:cNvSpPr>
            <p:nvPr/>
          </p:nvSpPr>
          <p:spPr bwMode="auto">
            <a:xfrm>
              <a:off x="2064" y="528"/>
              <a:ext cx="31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36"/>
          <p:cNvGrpSpPr>
            <a:grpSpLocks/>
          </p:cNvGrpSpPr>
          <p:nvPr/>
        </p:nvGrpSpPr>
        <p:grpSpPr bwMode="auto">
          <a:xfrm>
            <a:off x="2667000" y="228600"/>
            <a:ext cx="4724400" cy="2438400"/>
            <a:chOff x="1680" y="144"/>
            <a:chExt cx="2976" cy="1536"/>
          </a:xfrm>
        </p:grpSpPr>
        <p:sp>
          <p:nvSpPr>
            <p:cNvPr id="63816" name="Line 328"/>
            <p:cNvSpPr>
              <a:spLocks noChangeShapeType="1"/>
            </p:cNvSpPr>
            <p:nvPr/>
          </p:nvSpPr>
          <p:spPr bwMode="auto">
            <a:xfrm>
              <a:off x="3072" y="1680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790" name="Rectangle 302"/>
            <p:cNvSpPr>
              <a:spLocks noChangeArrowheads="1"/>
            </p:cNvSpPr>
            <p:nvPr/>
          </p:nvSpPr>
          <p:spPr bwMode="auto">
            <a:xfrm>
              <a:off x="3072" y="144"/>
              <a:ext cx="576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-3+8&lt; </a:t>
              </a:r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815" name="Line 327"/>
            <p:cNvSpPr>
              <a:spLocks noChangeShapeType="1"/>
            </p:cNvSpPr>
            <p:nvPr/>
          </p:nvSpPr>
          <p:spPr bwMode="auto">
            <a:xfrm>
              <a:off x="3072" y="1152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17" name="Line 329"/>
            <p:cNvSpPr>
              <a:spLocks noChangeShapeType="1"/>
            </p:cNvSpPr>
            <p:nvPr/>
          </p:nvSpPr>
          <p:spPr bwMode="auto">
            <a:xfrm>
              <a:off x="3072" y="1296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18" name="Line 330"/>
            <p:cNvSpPr>
              <a:spLocks noChangeShapeType="1"/>
            </p:cNvSpPr>
            <p:nvPr/>
          </p:nvSpPr>
          <p:spPr bwMode="auto">
            <a:xfrm>
              <a:off x="1680" y="480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19" name="Line 331"/>
            <p:cNvSpPr>
              <a:spLocks noChangeShapeType="1"/>
            </p:cNvSpPr>
            <p:nvPr/>
          </p:nvSpPr>
          <p:spPr bwMode="auto">
            <a:xfrm>
              <a:off x="1680" y="480"/>
              <a:ext cx="1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20" name="Line 332"/>
            <p:cNvSpPr>
              <a:spLocks noChangeShapeType="1"/>
            </p:cNvSpPr>
            <p:nvPr/>
          </p:nvSpPr>
          <p:spPr bwMode="auto">
            <a:xfrm flipV="1">
              <a:off x="3312" y="38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21" name="Line 333"/>
            <p:cNvSpPr>
              <a:spLocks noChangeShapeType="1"/>
            </p:cNvSpPr>
            <p:nvPr/>
          </p:nvSpPr>
          <p:spPr bwMode="auto">
            <a:xfrm flipV="1">
              <a:off x="3072" y="480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345"/>
          <p:cNvGrpSpPr>
            <a:grpSpLocks/>
          </p:cNvGrpSpPr>
          <p:nvPr/>
        </p:nvGrpSpPr>
        <p:grpSpPr bwMode="auto">
          <a:xfrm>
            <a:off x="2438400" y="228600"/>
            <a:ext cx="5029200" cy="2590800"/>
            <a:chOff x="1536" y="144"/>
            <a:chExt cx="3168" cy="1632"/>
          </a:xfrm>
        </p:grpSpPr>
        <p:sp>
          <p:nvSpPr>
            <p:cNvPr id="63791" name="Rectangle 303"/>
            <p:cNvSpPr>
              <a:spLocks noChangeArrowheads="1"/>
            </p:cNvSpPr>
            <p:nvPr/>
          </p:nvSpPr>
          <p:spPr bwMode="auto">
            <a:xfrm>
              <a:off x="2160" y="144"/>
              <a:ext cx="576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-4+8&lt; </a:t>
              </a:r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3826" name="Line 338"/>
            <p:cNvSpPr>
              <a:spLocks noChangeShapeType="1"/>
            </p:cNvSpPr>
            <p:nvPr/>
          </p:nvSpPr>
          <p:spPr bwMode="auto">
            <a:xfrm>
              <a:off x="2832" y="1536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27" name="Line 339"/>
            <p:cNvSpPr>
              <a:spLocks noChangeShapeType="1"/>
            </p:cNvSpPr>
            <p:nvPr/>
          </p:nvSpPr>
          <p:spPr bwMode="auto">
            <a:xfrm>
              <a:off x="2832" y="1392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28" name="Line 340"/>
            <p:cNvSpPr>
              <a:spLocks noChangeShapeType="1"/>
            </p:cNvSpPr>
            <p:nvPr/>
          </p:nvSpPr>
          <p:spPr bwMode="auto">
            <a:xfrm>
              <a:off x="2832" y="1776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29" name="Line 341"/>
            <p:cNvSpPr>
              <a:spLocks noChangeShapeType="1"/>
            </p:cNvSpPr>
            <p:nvPr/>
          </p:nvSpPr>
          <p:spPr bwMode="auto">
            <a:xfrm flipV="1">
              <a:off x="2832" y="240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30" name="Line 342"/>
            <p:cNvSpPr>
              <a:spLocks noChangeShapeType="1"/>
            </p:cNvSpPr>
            <p:nvPr/>
          </p:nvSpPr>
          <p:spPr bwMode="auto">
            <a:xfrm flipH="1">
              <a:off x="2736" y="24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31" name="Line 343"/>
            <p:cNvSpPr>
              <a:spLocks noChangeShapeType="1"/>
            </p:cNvSpPr>
            <p:nvPr/>
          </p:nvSpPr>
          <p:spPr bwMode="auto">
            <a:xfrm>
              <a:off x="1536" y="28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32" name="Line 344"/>
            <p:cNvSpPr>
              <a:spLocks noChangeShapeType="1"/>
            </p:cNvSpPr>
            <p:nvPr/>
          </p:nvSpPr>
          <p:spPr bwMode="auto">
            <a:xfrm>
              <a:off x="1536" y="28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834" name="Rectangle 346"/>
          <p:cNvSpPr>
            <a:spLocks noChangeArrowheads="1"/>
          </p:cNvSpPr>
          <p:nvPr/>
        </p:nvSpPr>
        <p:spPr bwMode="auto">
          <a:xfrm>
            <a:off x="2057400" y="4953000"/>
            <a:ext cx="2667000" cy="457200"/>
          </a:xfrm>
          <a:prstGeom prst="rect">
            <a:avLst/>
          </a:prstGeom>
          <a:noFill/>
          <a:ln w="9525" cap="rnd">
            <a:solidFill>
              <a:srgbClr val="FF66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latin typeface="VNI-Times" pitchFamily="2" charset="0"/>
              </a:rPr>
              <a:t>Do laø </a:t>
            </a:r>
            <a:r>
              <a:rPr lang="en-US" sz="2000" b="1">
                <a:sym typeface="Symbol" pitchFamily="18" charset="2"/>
              </a:rPr>
              <a:t></a:t>
            </a:r>
            <a:r>
              <a:rPr lang="en-US" sz="2000">
                <a:latin typeface="VNI-Times" pitchFamily="2" charset="0"/>
              </a:rPr>
              <a:t>  neân vieát laïi heát</a:t>
            </a:r>
          </a:p>
        </p:txBody>
      </p:sp>
      <p:grpSp>
        <p:nvGrpSpPr>
          <p:cNvPr id="9" name="Group 356"/>
          <p:cNvGrpSpPr>
            <a:grpSpLocks/>
          </p:cNvGrpSpPr>
          <p:nvPr/>
        </p:nvGrpSpPr>
        <p:grpSpPr bwMode="auto">
          <a:xfrm>
            <a:off x="4343400" y="2590800"/>
            <a:ext cx="4267200" cy="2590800"/>
            <a:chOff x="2736" y="1632"/>
            <a:chExt cx="2688" cy="1632"/>
          </a:xfrm>
        </p:grpSpPr>
        <p:sp>
          <p:nvSpPr>
            <p:cNvPr id="63835" name="Line 347"/>
            <p:cNvSpPr>
              <a:spLocks noChangeShapeType="1"/>
            </p:cNvSpPr>
            <p:nvPr/>
          </p:nvSpPr>
          <p:spPr bwMode="auto">
            <a:xfrm>
              <a:off x="2736" y="1632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36" name="Line 348"/>
            <p:cNvSpPr>
              <a:spLocks noChangeShapeType="1"/>
            </p:cNvSpPr>
            <p:nvPr/>
          </p:nvSpPr>
          <p:spPr bwMode="auto">
            <a:xfrm>
              <a:off x="2736" y="1824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37" name="Line 349"/>
            <p:cNvSpPr>
              <a:spLocks noChangeShapeType="1"/>
            </p:cNvSpPr>
            <p:nvPr/>
          </p:nvSpPr>
          <p:spPr bwMode="auto">
            <a:xfrm flipV="1">
              <a:off x="5424" y="1728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38" name="Line 350"/>
            <p:cNvSpPr>
              <a:spLocks noChangeShapeType="1"/>
            </p:cNvSpPr>
            <p:nvPr/>
          </p:nvSpPr>
          <p:spPr bwMode="auto">
            <a:xfrm flipV="1">
              <a:off x="4896" y="1776"/>
              <a:ext cx="0" cy="1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39" name="Line 351"/>
            <p:cNvSpPr>
              <a:spLocks noChangeShapeType="1"/>
            </p:cNvSpPr>
            <p:nvPr/>
          </p:nvSpPr>
          <p:spPr bwMode="auto">
            <a:xfrm flipV="1">
              <a:off x="4512" y="1968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40" name="Line 352"/>
            <p:cNvSpPr>
              <a:spLocks noChangeShapeType="1"/>
            </p:cNvSpPr>
            <p:nvPr/>
          </p:nvSpPr>
          <p:spPr bwMode="auto">
            <a:xfrm flipV="1">
              <a:off x="4416" y="2256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41" name="Line 353"/>
            <p:cNvSpPr>
              <a:spLocks noChangeShapeType="1"/>
            </p:cNvSpPr>
            <p:nvPr/>
          </p:nvSpPr>
          <p:spPr bwMode="auto">
            <a:xfrm flipV="1">
              <a:off x="4368" y="2400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42" name="Line 354"/>
            <p:cNvSpPr>
              <a:spLocks noChangeShapeType="1"/>
            </p:cNvSpPr>
            <p:nvPr/>
          </p:nvSpPr>
          <p:spPr bwMode="auto">
            <a:xfrm flipH="1">
              <a:off x="2976" y="3264"/>
              <a:ext cx="24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843" name="Line 355"/>
            <p:cNvSpPr>
              <a:spLocks noChangeShapeType="1"/>
            </p:cNvSpPr>
            <p:nvPr/>
          </p:nvSpPr>
          <p:spPr bwMode="auto">
            <a:xfrm>
              <a:off x="2736" y="1632"/>
              <a:ext cx="0" cy="1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846" name="Rectangle 358"/>
          <p:cNvSpPr>
            <a:spLocks noChangeArrowheads="1"/>
          </p:cNvSpPr>
          <p:nvPr/>
        </p:nvSpPr>
        <p:spPr bwMode="auto">
          <a:xfrm>
            <a:off x="4953000" y="5029200"/>
            <a:ext cx="2514600" cy="5334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>
                <a:latin typeface="VNI-Times" pitchFamily="2" charset="0"/>
              </a:rPr>
              <a:t>Ñaõ coù L</a:t>
            </a:r>
            <a:r>
              <a:rPr lang="en-US" sz="2800" baseline="-25000">
                <a:latin typeface="VNI-Times" pitchFamily="2" charset="0"/>
              </a:rPr>
              <a:t>2</a:t>
            </a:r>
            <a:r>
              <a:rPr lang="en-US" sz="2800">
                <a:latin typeface="VNI-Times" pitchFamily="2" charset="0"/>
              </a:rPr>
              <a:t>. Tìm P</a:t>
            </a:r>
            <a:r>
              <a:rPr lang="en-US" sz="2800" baseline="-25000">
                <a:latin typeface="VNI-Times" pitchFamily="2" charset="0"/>
              </a:rPr>
              <a:t>2</a:t>
            </a:r>
          </a:p>
        </p:txBody>
      </p:sp>
      <p:grpSp>
        <p:nvGrpSpPr>
          <p:cNvPr id="10" name="Group 367"/>
          <p:cNvGrpSpPr>
            <a:grpSpLocks/>
          </p:cNvGrpSpPr>
          <p:nvPr/>
        </p:nvGrpSpPr>
        <p:grpSpPr bwMode="auto">
          <a:xfrm>
            <a:off x="3429000" y="2743200"/>
            <a:ext cx="5410200" cy="3276600"/>
            <a:chOff x="2160" y="1728"/>
            <a:chExt cx="3408" cy="2064"/>
          </a:xfrm>
        </p:grpSpPr>
        <p:grpSp>
          <p:nvGrpSpPr>
            <p:cNvPr id="11" name="Group 364"/>
            <p:cNvGrpSpPr>
              <a:grpSpLocks/>
            </p:cNvGrpSpPr>
            <p:nvPr/>
          </p:nvGrpSpPr>
          <p:grpSpPr bwMode="auto">
            <a:xfrm>
              <a:off x="2160" y="1728"/>
              <a:ext cx="3408" cy="2064"/>
              <a:chOff x="2160" y="1728"/>
              <a:chExt cx="3408" cy="2064"/>
            </a:xfrm>
          </p:grpSpPr>
          <p:sp>
            <p:nvSpPr>
              <p:cNvPr id="63847" name="Rectangle 359"/>
              <p:cNvSpPr>
                <a:spLocks noChangeArrowheads="1"/>
              </p:cNvSpPr>
              <p:nvPr/>
            </p:nvSpPr>
            <p:spPr bwMode="auto">
              <a:xfrm>
                <a:off x="4752" y="3408"/>
                <a:ext cx="816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Vì 3+1&lt; </a:t>
                </a:r>
                <a:r>
                  <a:rPr lang="en-US" b="1">
                    <a:sym typeface="Symbol" pitchFamily="18" charset="2"/>
                  </a:rPr>
                  <a:t></a:t>
                </a:r>
              </a:p>
            </p:txBody>
          </p:sp>
          <p:sp>
            <p:nvSpPr>
              <p:cNvPr id="63848" name="Line 360"/>
              <p:cNvSpPr>
                <a:spLocks noChangeShapeType="1"/>
              </p:cNvSpPr>
              <p:nvPr/>
            </p:nvSpPr>
            <p:spPr bwMode="auto">
              <a:xfrm flipV="1">
                <a:off x="4464" y="273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849" name="Line 361"/>
              <p:cNvSpPr>
                <a:spLocks noChangeShapeType="1"/>
              </p:cNvSpPr>
              <p:nvPr/>
            </p:nvSpPr>
            <p:spPr bwMode="auto">
              <a:xfrm flipV="1">
                <a:off x="5280" y="1728"/>
                <a:ext cx="0" cy="1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850" name="Line 362"/>
              <p:cNvSpPr>
                <a:spLocks noChangeShapeType="1"/>
              </p:cNvSpPr>
              <p:nvPr/>
            </p:nvSpPr>
            <p:spPr bwMode="auto">
              <a:xfrm flipV="1">
                <a:off x="2160" y="2784"/>
                <a:ext cx="0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851" name="Line 363"/>
              <p:cNvSpPr>
                <a:spLocks noChangeShapeType="1"/>
              </p:cNvSpPr>
              <p:nvPr/>
            </p:nvSpPr>
            <p:spPr bwMode="auto">
              <a:xfrm>
                <a:off x="2160" y="3600"/>
                <a:ext cx="25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3854" name="Line 366"/>
            <p:cNvSpPr>
              <a:spLocks noChangeShapeType="1"/>
            </p:cNvSpPr>
            <p:nvPr/>
          </p:nvSpPr>
          <p:spPr bwMode="auto">
            <a:xfrm flipV="1">
              <a:off x="5184" y="2784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856" name="Rectangle 368"/>
          <p:cNvSpPr>
            <a:spLocks noChangeArrowheads="1"/>
          </p:cNvSpPr>
          <p:nvPr/>
        </p:nvSpPr>
        <p:spPr bwMode="auto">
          <a:xfrm>
            <a:off x="685800" y="228600"/>
            <a:ext cx="1295400" cy="5334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800" b="1">
                <a:solidFill>
                  <a:srgbClr val="FF0000"/>
                </a:solidFill>
              </a:rPr>
              <a:t>ìm L</a:t>
            </a:r>
            <a:r>
              <a:rPr lang="en-US" sz="2800" b="1" baseline="-25000">
                <a:solidFill>
                  <a:srgbClr val="FF0000"/>
                </a:solidFill>
              </a:rPr>
              <a:t>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6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6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3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63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63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6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6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6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6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6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6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6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6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6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6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6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6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6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6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6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6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6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6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6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6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6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63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63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63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63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6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63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63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63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63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63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63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63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63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0"/>
                                        <p:tgtEl>
                                          <p:spTgt spid="6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6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6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6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63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000"/>
                            </p:stCondLst>
                            <p:childTnLst>
                              <p:par>
                                <p:cTn id="20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4" dur="500"/>
                                        <p:tgtEl>
                                          <p:spTgt spid="63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7" dur="500"/>
                                        <p:tgtEl>
                                          <p:spTgt spid="637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3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0" dur="500"/>
                                        <p:tgtEl>
                                          <p:spTgt spid="637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3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3" dur="500"/>
                                        <p:tgtEl>
                                          <p:spTgt spid="637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4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6" dur="500"/>
                                        <p:tgtEl>
                                          <p:spTgt spid="637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3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7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9" dur="500"/>
                                        <p:tgtEl>
                                          <p:spTgt spid="637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0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2" dur="500"/>
                                        <p:tgtEl>
                                          <p:spTgt spid="637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4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3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5" dur="500"/>
                                        <p:tgtEl>
                                          <p:spTgt spid="637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4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6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8" dur="500"/>
                                        <p:tgtEl>
                                          <p:spTgt spid="637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9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41" dur="500"/>
                                        <p:tgtEl>
                                          <p:spTgt spid="637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3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2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44" dur="500"/>
                                        <p:tgtEl>
                                          <p:spTgt spid="637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5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47" dur="500"/>
                                        <p:tgtEl>
                                          <p:spTgt spid="637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0" dur="500"/>
                                        <p:tgtEl>
                                          <p:spTgt spid="637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3" dur="500"/>
                                        <p:tgtEl>
                                          <p:spTgt spid="637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6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5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63" dur="2000"/>
                                        <p:tgtEl>
                                          <p:spTgt spid="637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500"/>
                            </p:stCondLst>
                            <p:childTnLst>
                              <p:par>
                                <p:cTn id="27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7" dur="500"/>
                                        <p:tgtEl>
                                          <p:spTgt spid="63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1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8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2000"/>
                            </p:stCondLst>
                            <p:childTnLst>
                              <p:par>
                                <p:cTn id="28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1" dur="500"/>
                                        <p:tgtEl>
                                          <p:spTgt spid="637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4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in)">
                                      <p:cBhvr>
                                        <p:cTn id="29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2000"/>
                            </p:stCondLst>
                            <p:childTnLst>
                              <p:par>
                                <p:cTn id="29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5" dur="500"/>
                                        <p:tgtEl>
                                          <p:spTgt spid="637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4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500"/>
                            </p:stCondLst>
                            <p:childTnLst>
                              <p:par>
                                <p:cTn id="3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9" dur="500"/>
                                        <p:tgtEl>
                                          <p:spTgt spid="637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76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500"/>
                            </p:stCondLst>
                            <p:childTnLst>
                              <p:par>
                                <p:cTn id="32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8" dur="500"/>
                                        <p:tgtEl>
                                          <p:spTgt spid="6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21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341" dur="2000"/>
                                        <p:tgtEl>
                                          <p:spTgt spid="638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21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34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2000"/>
                            </p:stCondLst>
                            <p:childTnLst>
                              <p:par>
                                <p:cTn id="34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9" dur="500"/>
                                        <p:tgtEl>
                                          <p:spTgt spid="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76" grpId="0"/>
      <p:bldP spid="63577" grpId="0"/>
      <p:bldP spid="63578" grpId="0"/>
      <p:bldP spid="63579" grpId="0"/>
      <p:bldP spid="63580" grpId="0"/>
      <p:bldP spid="63581" grpId="0"/>
      <p:bldP spid="63582" grpId="0"/>
      <p:bldP spid="63583" grpId="0"/>
      <p:bldP spid="63584" grpId="0"/>
      <p:bldP spid="63585" grpId="0"/>
      <p:bldP spid="63586" grpId="0"/>
      <p:bldP spid="63587" grpId="0"/>
      <p:bldP spid="63588" grpId="0"/>
      <p:bldP spid="63589" grpId="0"/>
      <p:bldP spid="63590" grpId="0"/>
      <p:bldP spid="63591" grpId="0"/>
      <p:bldP spid="63592" grpId="0"/>
      <p:bldP spid="63593" grpId="0"/>
      <p:bldP spid="63594" grpId="0"/>
      <p:bldP spid="63595" grpId="0"/>
      <p:bldP spid="63596" grpId="0"/>
      <p:bldP spid="63597" grpId="0"/>
      <p:bldP spid="63598" grpId="0"/>
      <p:bldP spid="63599" grpId="0"/>
      <p:bldP spid="63600" grpId="0"/>
      <p:bldP spid="63601" grpId="0"/>
      <p:bldP spid="63602" grpId="0"/>
      <p:bldP spid="63603" grpId="0"/>
      <p:bldP spid="63604" grpId="0"/>
      <p:bldP spid="63605" grpId="0"/>
      <p:bldP spid="63606" grpId="0"/>
      <p:bldP spid="63607" grpId="0"/>
      <p:bldP spid="63608" grpId="0"/>
      <p:bldP spid="63609" grpId="0"/>
      <p:bldP spid="63610" grpId="0"/>
      <p:bldP spid="63611" grpId="0"/>
      <p:bldP spid="63612" grpId="0"/>
      <p:bldP spid="63613" grpId="0"/>
      <p:bldP spid="63614" grpId="0"/>
      <p:bldP spid="63615" grpId="0"/>
      <p:bldP spid="63616" grpId="0"/>
      <p:bldP spid="63617" grpId="0"/>
      <p:bldP spid="63618" grpId="0"/>
      <p:bldP spid="63619" grpId="0"/>
      <p:bldP spid="63620" grpId="0"/>
      <p:bldP spid="63621" grpId="0"/>
      <p:bldP spid="63622" grpId="0"/>
      <p:bldP spid="63623" grpId="0"/>
      <p:bldP spid="63624" grpId="0"/>
      <p:bldP spid="63625" grpId="0"/>
      <p:bldP spid="63626" grpId="0"/>
      <p:bldP spid="63627" grpId="0"/>
      <p:bldP spid="63628" grpId="0"/>
      <p:bldP spid="63629" grpId="0"/>
      <p:bldP spid="63630" grpId="0"/>
      <p:bldP spid="63631" grpId="0"/>
      <p:bldP spid="63632" grpId="0"/>
      <p:bldP spid="63633" grpId="0"/>
      <p:bldP spid="63634" grpId="0"/>
      <p:bldP spid="63635" grpId="0"/>
      <p:bldP spid="63636" grpId="0"/>
      <p:bldP spid="63637" grpId="0"/>
      <p:bldP spid="63638" grpId="0"/>
      <p:bldP spid="63724" grpId="0"/>
      <p:bldP spid="63731" grpId="0"/>
      <p:bldP spid="63736" grpId="0"/>
      <p:bldP spid="63737" grpId="0"/>
      <p:bldP spid="63738" grpId="0"/>
      <p:bldP spid="63739" grpId="0"/>
      <p:bldP spid="63740" grpId="0"/>
      <p:bldP spid="63741" grpId="0"/>
      <p:bldP spid="63742" grpId="0"/>
      <p:bldP spid="63743" grpId="0"/>
      <p:bldP spid="63744" grpId="0"/>
      <p:bldP spid="63745" grpId="0"/>
      <p:bldP spid="63752" grpId="0"/>
      <p:bldP spid="63757" grpId="0"/>
      <p:bldP spid="63759" grpId="0"/>
      <p:bldP spid="63766" grpId="0"/>
      <p:bldP spid="63763" grpId="0"/>
      <p:bldP spid="63834" grpId="0" animBg="1"/>
      <p:bldP spid="63834" grpId="1" animBg="1"/>
      <p:bldP spid="63846" grpId="0" animBg="1"/>
      <p:bldP spid="6385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03"/>
          <p:cNvGrpSpPr>
            <a:grpSpLocks/>
          </p:cNvGrpSpPr>
          <p:nvPr/>
        </p:nvGrpSpPr>
        <p:grpSpPr bwMode="auto">
          <a:xfrm>
            <a:off x="228600" y="381000"/>
            <a:ext cx="3733800" cy="3657600"/>
            <a:chOff x="144" y="96"/>
            <a:chExt cx="2352" cy="2304"/>
          </a:xfrm>
        </p:grpSpPr>
        <p:sp>
          <p:nvSpPr>
            <p:cNvPr id="87194" name="Rectangle 154"/>
            <p:cNvSpPr>
              <a:spLocks noChangeArrowheads="1"/>
            </p:cNvSpPr>
            <p:nvPr/>
          </p:nvSpPr>
          <p:spPr bwMode="auto">
            <a:xfrm>
              <a:off x="2239" y="2133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195" name="Rectangle 155"/>
            <p:cNvSpPr>
              <a:spLocks noChangeArrowheads="1"/>
            </p:cNvSpPr>
            <p:nvPr/>
          </p:nvSpPr>
          <p:spPr bwMode="auto">
            <a:xfrm>
              <a:off x="1981" y="2133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196" name="Rectangle 156"/>
            <p:cNvSpPr>
              <a:spLocks noChangeArrowheads="1"/>
            </p:cNvSpPr>
            <p:nvPr/>
          </p:nvSpPr>
          <p:spPr bwMode="auto">
            <a:xfrm>
              <a:off x="1724" y="2133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197" name="Rectangle 157"/>
            <p:cNvSpPr>
              <a:spLocks noChangeArrowheads="1"/>
            </p:cNvSpPr>
            <p:nvPr/>
          </p:nvSpPr>
          <p:spPr bwMode="auto">
            <a:xfrm>
              <a:off x="1465" y="2133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198" name="Rectangle 158"/>
            <p:cNvSpPr>
              <a:spLocks noChangeArrowheads="1"/>
            </p:cNvSpPr>
            <p:nvPr/>
          </p:nvSpPr>
          <p:spPr bwMode="auto">
            <a:xfrm>
              <a:off x="1210" y="2133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199" name="Rectangle 159"/>
            <p:cNvSpPr>
              <a:spLocks noChangeArrowheads="1"/>
            </p:cNvSpPr>
            <p:nvPr/>
          </p:nvSpPr>
          <p:spPr bwMode="auto">
            <a:xfrm>
              <a:off x="950" y="2133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00" name="Rectangle 160"/>
            <p:cNvSpPr>
              <a:spLocks noChangeArrowheads="1"/>
            </p:cNvSpPr>
            <p:nvPr/>
          </p:nvSpPr>
          <p:spPr bwMode="auto">
            <a:xfrm>
              <a:off x="693" y="2133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01" name="Rectangle 161"/>
            <p:cNvSpPr>
              <a:spLocks noChangeArrowheads="1"/>
            </p:cNvSpPr>
            <p:nvPr/>
          </p:nvSpPr>
          <p:spPr bwMode="auto">
            <a:xfrm>
              <a:off x="384" y="2133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202" name="Rectangle 162"/>
            <p:cNvSpPr>
              <a:spLocks noChangeArrowheads="1"/>
            </p:cNvSpPr>
            <p:nvPr/>
          </p:nvSpPr>
          <p:spPr bwMode="auto">
            <a:xfrm>
              <a:off x="2239" y="1875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03" name="Rectangle 163"/>
            <p:cNvSpPr>
              <a:spLocks noChangeArrowheads="1"/>
            </p:cNvSpPr>
            <p:nvPr/>
          </p:nvSpPr>
          <p:spPr bwMode="auto">
            <a:xfrm>
              <a:off x="1981" y="1875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204" name="Rectangle 164"/>
            <p:cNvSpPr>
              <a:spLocks noChangeArrowheads="1"/>
            </p:cNvSpPr>
            <p:nvPr/>
          </p:nvSpPr>
          <p:spPr bwMode="auto">
            <a:xfrm>
              <a:off x="1724" y="1875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205" name="Rectangle 165"/>
            <p:cNvSpPr>
              <a:spLocks noChangeArrowheads="1"/>
            </p:cNvSpPr>
            <p:nvPr/>
          </p:nvSpPr>
          <p:spPr bwMode="auto">
            <a:xfrm>
              <a:off x="1465" y="1875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206" name="Rectangle 166"/>
            <p:cNvSpPr>
              <a:spLocks noChangeArrowheads="1"/>
            </p:cNvSpPr>
            <p:nvPr/>
          </p:nvSpPr>
          <p:spPr bwMode="auto">
            <a:xfrm>
              <a:off x="1210" y="1875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07" name="Rectangle 167"/>
            <p:cNvSpPr>
              <a:spLocks noChangeArrowheads="1"/>
            </p:cNvSpPr>
            <p:nvPr/>
          </p:nvSpPr>
          <p:spPr bwMode="auto">
            <a:xfrm>
              <a:off x="950" y="1875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08" name="Rectangle 168"/>
            <p:cNvSpPr>
              <a:spLocks noChangeArrowheads="1"/>
            </p:cNvSpPr>
            <p:nvPr/>
          </p:nvSpPr>
          <p:spPr bwMode="auto">
            <a:xfrm>
              <a:off x="693" y="1875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09" name="Rectangle 169"/>
            <p:cNvSpPr>
              <a:spLocks noChangeArrowheads="1"/>
            </p:cNvSpPr>
            <p:nvPr/>
          </p:nvSpPr>
          <p:spPr bwMode="auto">
            <a:xfrm>
              <a:off x="384" y="1875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210" name="Rectangle 170"/>
            <p:cNvSpPr>
              <a:spLocks noChangeArrowheads="1"/>
            </p:cNvSpPr>
            <p:nvPr/>
          </p:nvSpPr>
          <p:spPr bwMode="auto">
            <a:xfrm>
              <a:off x="2239" y="1617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11" name="Rectangle 171"/>
            <p:cNvSpPr>
              <a:spLocks noChangeArrowheads="1"/>
            </p:cNvSpPr>
            <p:nvPr/>
          </p:nvSpPr>
          <p:spPr bwMode="auto">
            <a:xfrm>
              <a:off x="1981" y="1617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12" name="Rectangle 172"/>
            <p:cNvSpPr>
              <a:spLocks noChangeArrowheads="1"/>
            </p:cNvSpPr>
            <p:nvPr/>
          </p:nvSpPr>
          <p:spPr bwMode="auto">
            <a:xfrm>
              <a:off x="1724" y="1617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213" name="Rectangle 173"/>
            <p:cNvSpPr>
              <a:spLocks noChangeArrowheads="1"/>
            </p:cNvSpPr>
            <p:nvPr/>
          </p:nvSpPr>
          <p:spPr bwMode="auto">
            <a:xfrm>
              <a:off x="1465" y="1617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14" name="Rectangle 174"/>
            <p:cNvSpPr>
              <a:spLocks noChangeArrowheads="1"/>
            </p:cNvSpPr>
            <p:nvPr/>
          </p:nvSpPr>
          <p:spPr bwMode="auto">
            <a:xfrm>
              <a:off x="1210" y="1617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15" name="Rectangle 175"/>
            <p:cNvSpPr>
              <a:spLocks noChangeArrowheads="1"/>
            </p:cNvSpPr>
            <p:nvPr/>
          </p:nvSpPr>
          <p:spPr bwMode="auto">
            <a:xfrm>
              <a:off x="950" y="1617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16" name="Rectangle 176"/>
            <p:cNvSpPr>
              <a:spLocks noChangeArrowheads="1"/>
            </p:cNvSpPr>
            <p:nvPr/>
          </p:nvSpPr>
          <p:spPr bwMode="auto">
            <a:xfrm>
              <a:off x="693" y="1617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17" name="Rectangle 177"/>
            <p:cNvSpPr>
              <a:spLocks noChangeArrowheads="1"/>
            </p:cNvSpPr>
            <p:nvPr/>
          </p:nvSpPr>
          <p:spPr bwMode="auto">
            <a:xfrm>
              <a:off x="384" y="1617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218" name="Rectangle 178"/>
            <p:cNvSpPr>
              <a:spLocks noChangeArrowheads="1"/>
            </p:cNvSpPr>
            <p:nvPr/>
          </p:nvSpPr>
          <p:spPr bwMode="auto">
            <a:xfrm>
              <a:off x="2239" y="1359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19" name="Rectangle 179"/>
            <p:cNvSpPr>
              <a:spLocks noChangeArrowheads="1"/>
            </p:cNvSpPr>
            <p:nvPr/>
          </p:nvSpPr>
          <p:spPr bwMode="auto">
            <a:xfrm>
              <a:off x="1981" y="1359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20" name="Rectangle 180"/>
            <p:cNvSpPr>
              <a:spLocks noChangeArrowheads="1"/>
            </p:cNvSpPr>
            <p:nvPr/>
          </p:nvSpPr>
          <p:spPr bwMode="auto">
            <a:xfrm>
              <a:off x="1724" y="1359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221" name="Rectangle 181"/>
            <p:cNvSpPr>
              <a:spLocks noChangeArrowheads="1"/>
            </p:cNvSpPr>
            <p:nvPr/>
          </p:nvSpPr>
          <p:spPr bwMode="auto">
            <a:xfrm>
              <a:off x="1465" y="1359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222" name="Rectangle 182"/>
            <p:cNvSpPr>
              <a:spLocks noChangeArrowheads="1"/>
            </p:cNvSpPr>
            <p:nvPr/>
          </p:nvSpPr>
          <p:spPr bwMode="auto">
            <a:xfrm>
              <a:off x="1210" y="1359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23" name="Rectangle 183"/>
            <p:cNvSpPr>
              <a:spLocks noChangeArrowheads="1"/>
            </p:cNvSpPr>
            <p:nvPr/>
          </p:nvSpPr>
          <p:spPr bwMode="auto">
            <a:xfrm>
              <a:off x="950" y="1359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24" name="Rectangle 184"/>
            <p:cNvSpPr>
              <a:spLocks noChangeArrowheads="1"/>
            </p:cNvSpPr>
            <p:nvPr/>
          </p:nvSpPr>
          <p:spPr bwMode="auto">
            <a:xfrm>
              <a:off x="693" y="1359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25" name="Rectangle 185"/>
            <p:cNvSpPr>
              <a:spLocks noChangeArrowheads="1"/>
            </p:cNvSpPr>
            <p:nvPr/>
          </p:nvSpPr>
          <p:spPr bwMode="auto">
            <a:xfrm>
              <a:off x="384" y="1359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226" name="Rectangle 186"/>
            <p:cNvSpPr>
              <a:spLocks noChangeArrowheads="1"/>
            </p:cNvSpPr>
            <p:nvPr/>
          </p:nvSpPr>
          <p:spPr bwMode="auto">
            <a:xfrm>
              <a:off x="2239" y="1110"/>
              <a:ext cx="257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27" name="Rectangle 187"/>
            <p:cNvSpPr>
              <a:spLocks noChangeArrowheads="1"/>
            </p:cNvSpPr>
            <p:nvPr/>
          </p:nvSpPr>
          <p:spPr bwMode="auto">
            <a:xfrm>
              <a:off x="1981" y="1110"/>
              <a:ext cx="258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228" name="Rectangle 188"/>
            <p:cNvSpPr>
              <a:spLocks noChangeArrowheads="1"/>
            </p:cNvSpPr>
            <p:nvPr/>
          </p:nvSpPr>
          <p:spPr bwMode="auto">
            <a:xfrm>
              <a:off x="1724" y="1110"/>
              <a:ext cx="257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29" name="Rectangle 189"/>
            <p:cNvSpPr>
              <a:spLocks noChangeArrowheads="1"/>
            </p:cNvSpPr>
            <p:nvPr/>
          </p:nvSpPr>
          <p:spPr bwMode="auto">
            <a:xfrm>
              <a:off x="1465" y="1110"/>
              <a:ext cx="259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230" name="Rectangle 190"/>
            <p:cNvSpPr>
              <a:spLocks noChangeArrowheads="1"/>
            </p:cNvSpPr>
            <p:nvPr/>
          </p:nvSpPr>
          <p:spPr bwMode="auto">
            <a:xfrm>
              <a:off x="1210" y="1110"/>
              <a:ext cx="25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231" name="Rectangle 191"/>
            <p:cNvSpPr>
              <a:spLocks noChangeArrowheads="1"/>
            </p:cNvSpPr>
            <p:nvPr/>
          </p:nvSpPr>
          <p:spPr bwMode="auto">
            <a:xfrm>
              <a:off x="950" y="1110"/>
              <a:ext cx="260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32" name="Rectangle 192"/>
            <p:cNvSpPr>
              <a:spLocks noChangeArrowheads="1"/>
            </p:cNvSpPr>
            <p:nvPr/>
          </p:nvSpPr>
          <p:spPr bwMode="auto">
            <a:xfrm>
              <a:off x="693" y="1110"/>
              <a:ext cx="257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33" name="Rectangle 193"/>
            <p:cNvSpPr>
              <a:spLocks noChangeArrowheads="1"/>
            </p:cNvSpPr>
            <p:nvPr/>
          </p:nvSpPr>
          <p:spPr bwMode="auto">
            <a:xfrm>
              <a:off x="384" y="1110"/>
              <a:ext cx="309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234" name="Rectangle 194"/>
            <p:cNvSpPr>
              <a:spLocks noChangeArrowheads="1"/>
            </p:cNvSpPr>
            <p:nvPr/>
          </p:nvSpPr>
          <p:spPr bwMode="auto">
            <a:xfrm>
              <a:off x="2239" y="852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35" name="Rectangle 195"/>
            <p:cNvSpPr>
              <a:spLocks noChangeArrowheads="1"/>
            </p:cNvSpPr>
            <p:nvPr/>
          </p:nvSpPr>
          <p:spPr bwMode="auto">
            <a:xfrm>
              <a:off x="1981" y="852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36" name="Rectangle 196"/>
            <p:cNvSpPr>
              <a:spLocks noChangeArrowheads="1"/>
            </p:cNvSpPr>
            <p:nvPr/>
          </p:nvSpPr>
          <p:spPr bwMode="auto">
            <a:xfrm>
              <a:off x="1724" y="852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37" name="Rectangle 197"/>
            <p:cNvSpPr>
              <a:spLocks noChangeArrowheads="1"/>
            </p:cNvSpPr>
            <p:nvPr/>
          </p:nvSpPr>
          <p:spPr bwMode="auto">
            <a:xfrm>
              <a:off x="1465" y="852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38" name="Rectangle 198"/>
            <p:cNvSpPr>
              <a:spLocks noChangeArrowheads="1"/>
            </p:cNvSpPr>
            <p:nvPr/>
          </p:nvSpPr>
          <p:spPr bwMode="auto">
            <a:xfrm>
              <a:off x="1210" y="852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239" name="Rectangle 199"/>
            <p:cNvSpPr>
              <a:spLocks noChangeArrowheads="1"/>
            </p:cNvSpPr>
            <p:nvPr/>
          </p:nvSpPr>
          <p:spPr bwMode="auto">
            <a:xfrm>
              <a:off x="950" y="852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240" name="Rectangle 200"/>
            <p:cNvSpPr>
              <a:spLocks noChangeArrowheads="1"/>
            </p:cNvSpPr>
            <p:nvPr/>
          </p:nvSpPr>
          <p:spPr bwMode="auto">
            <a:xfrm>
              <a:off x="693" y="852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41" name="Rectangle 201"/>
            <p:cNvSpPr>
              <a:spLocks noChangeArrowheads="1"/>
            </p:cNvSpPr>
            <p:nvPr/>
          </p:nvSpPr>
          <p:spPr bwMode="auto">
            <a:xfrm>
              <a:off x="384" y="852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242" name="Rectangle 202"/>
            <p:cNvSpPr>
              <a:spLocks noChangeArrowheads="1"/>
            </p:cNvSpPr>
            <p:nvPr/>
          </p:nvSpPr>
          <p:spPr bwMode="auto">
            <a:xfrm>
              <a:off x="2239" y="594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243" name="Rectangle 203"/>
            <p:cNvSpPr>
              <a:spLocks noChangeArrowheads="1"/>
            </p:cNvSpPr>
            <p:nvPr/>
          </p:nvSpPr>
          <p:spPr bwMode="auto">
            <a:xfrm>
              <a:off x="1981" y="594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244" name="Rectangle 204"/>
            <p:cNvSpPr>
              <a:spLocks noChangeArrowheads="1"/>
            </p:cNvSpPr>
            <p:nvPr/>
          </p:nvSpPr>
          <p:spPr bwMode="auto">
            <a:xfrm>
              <a:off x="1724" y="594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45" name="Rectangle 205"/>
            <p:cNvSpPr>
              <a:spLocks noChangeArrowheads="1"/>
            </p:cNvSpPr>
            <p:nvPr/>
          </p:nvSpPr>
          <p:spPr bwMode="auto">
            <a:xfrm>
              <a:off x="1465" y="594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46" name="Rectangle 206"/>
            <p:cNvSpPr>
              <a:spLocks noChangeArrowheads="1"/>
            </p:cNvSpPr>
            <p:nvPr/>
          </p:nvSpPr>
          <p:spPr bwMode="auto">
            <a:xfrm>
              <a:off x="1210" y="594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247" name="Rectangle 207"/>
            <p:cNvSpPr>
              <a:spLocks noChangeArrowheads="1"/>
            </p:cNvSpPr>
            <p:nvPr/>
          </p:nvSpPr>
          <p:spPr bwMode="auto">
            <a:xfrm>
              <a:off x="950" y="594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248" name="Rectangle 208"/>
            <p:cNvSpPr>
              <a:spLocks noChangeArrowheads="1"/>
            </p:cNvSpPr>
            <p:nvPr/>
          </p:nvSpPr>
          <p:spPr bwMode="auto">
            <a:xfrm>
              <a:off x="693" y="594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249" name="Rectangle 209"/>
            <p:cNvSpPr>
              <a:spLocks noChangeArrowheads="1"/>
            </p:cNvSpPr>
            <p:nvPr/>
          </p:nvSpPr>
          <p:spPr bwMode="auto">
            <a:xfrm>
              <a:off x="384" y="594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250" name="Rectangle 210"/>
            <p:cNvSpPr>
              <a:spLocks noChangeArrowheads="1"/>
            </p:cNvSpPr>
            <p:nvPr/>
          </p:nvSpPr>
          <p:spPr bwMode="auto">
            <a:xfrm>
              <a:off x="2239" y="336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251" name="Rectangle 211"/>
            <p:cNvSpPr>
              <a:spLocks noChangeArrowheads="1"/>
            </p:cNvSpPr>
            <p:nvPr/>
          </p:nvSpPr>
          <p:spPr bwMode="auto">
            <a:xfrm>
              <a:off x="1981" y="336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252" name="Rectangle 212"/>
            <p:cNvSpPr>
              <a:spLocks noChangeArrowheads="1"/>
            </p:cNvSpPr>
            <p:nvPr/>
          </p:nvSpPr>
          <p:spPr bwMode="auto">
            <a:xfrm>
              <a:off x="1724" y="336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253" name="Rectangle 213"/>
            <p:cNvSpPr>
              <a:spLocks noChangeArrowheads="1"/>
            </p:cNvSpPr>
            <p:nvPr/>
          </p:nvSpPr>
          <p:spPr bwMode="auto">
            <a:xfrm>
              <a:off x="1465" y="336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254" name="Rectangle 214"/>
            <p:cNvSpPr>
              <a:spLocks noChangeArrowheads="1"/>
            </p:cNvSpPr>
            <p:nvPr/>
          </p:nvSpPr>
          <p:spPr bwMode="auto">
            <a:xfrm>
              <a:off x="1210" y="336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255" name="Rectangle 215"/>
            <p:cNvSpPr>
              <a:spLocks noChangeArrowheads="1"/>
            </p:cNvSpPr>
            <p:nvPr/>
          </p:nvSpPr>
          <p:spPr bwMode="auto">
            <a:xfrm>
              <a:off x="950" y="336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256" name="Rectangle 216"/>
            <p:cNvSpPr>
              <a:spLocks noChangeArrowheads="1"/>
            </p:cNvSpPr>
            <p:nvPr/>
          </p:nvSpPr>
          <p:spPr bwMode="auto">
            <a:xfrm>
              <a:off x="693" y="336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257" name="Rectangle 217"/>
            <p:cNvSpPr>
              <a:spLocks noChangeArrowheads="1"/>
            </p:cNvSpPr>
            <p:nvPr/>
          </p:nvSpPr>
          <p:spPr bwMode="auto">
            <a:xfrm>
              <a:off x="384" y="336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b="1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P</a:t>
              </a:r>
              <a:r>
                <a:rPr lang="en-US" b="1" baseline="-25000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b="1" baseline="-25000">
                <a:latin typeface="VNI-Times" pitchFamily="2" charset="0"/>
              </a:endParaRPr>
            </a:p>
          </p:txBody>
        </p:sp>
        <p:sp>
          <p:nvSpPr>
            <p:cNvPr id="87258" name="Line 218"/>
            <p:cNvSpPr>
              <a:spLocks noChangeShapeType="1"/>
            </p:cNvSpPr>
            <p:nvPr/>
          </p:nvSpPr>
          <p:spPr bwMode="auto">
            <a:xfrm>
              <a:off x="384" y="336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59" name="Line 219"/>
            <p:cNvSpPr>
              <a:spLocks noChangeShapeType="1"/>
            </p:cNvSpPr>
            <p:nvPr/>
          </p:nvSpPr>
          <p:spPr bwMode="auto">
            <a:xfrm>
              <a:off x="384" y="2391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60" name="Line 220"/>
            <p:cNvSpPr>
              <a:spLocks noChangeShapeType="1"/>
            </p:cNvSpPr>
            <p:nvPr/>
          </p:nvSpPr>
          <p:spPr bwMode="auto">
            <a:xfrm>
              <a:off x="384" y="336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61" name="Line 221"/>
            <p:cNvSpPr>
              <a:spLocks noChangeShapeType="1"/>
            </p:cNvSpPr>
            <p:nvPr/>
          </p:nvSpPr>
          <p:spPr bwMode="auto">
            <a:xfrm>
              <a:off x="2496" y="336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62" name="Line 222"/>
            <p:cNvSpPr>
              <a:spLocks noChangeShapeType="1"/>
            </p:cNvSpPr>
            <p:nvPr/>
          </p:nvSpPr>
          <p:spPr bwMode="auto">
            <a:xfrm>
              <a:off x="384" y="594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63" name="Line 223"/>
            <p:cNvSpPr>
              <a:spLocks noChangeShapeType="1"/>
            </p:cNvSpPr>
            <p:nvPr/>
          </p:nvSpPr>
          <p:spPr bwMode="auto">
            <a:xfrm>
              <a:off x="693" y="336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64" name="Line 224"/>
            <p:cNvSpPr>
              <a:spLocks noChangeShapeType="1"/>
            </p:cNvSpPr>
            <p:nvPr/>
          </p:nvSpPr>
          <p:spPr bwMode="auto">
            <a:xfrm>
              <a:off x="950" y="336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65" name="Line 225"/>
            <p:cNvSpPr>
              <a:spLocks noChangeShapeType="1"/>
            </p:cNvSpPr>
            <p:nvPr/>
          </p:nvSpPr>
          <p:spPr bwMode="auto">
            <a:xfrm>
              <a:off x="1210" y="336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66" name="Line 226"/>
            <p:cNvSpPr>
              <a:spLocks noChangeShapeType="1"/>
            </p:cNvSpPr>
            <p:nvPr/>
          </p:nvSpPr>
          <p:spPr bwMode="auto">
            <a:xfrm>
              <a:off x="1465" y="336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67" name="Line 227"/>
            <p:cNvSpPr>
              <a:spLocks noChangeShapeType="1"/>
            </p:cNvSpPr>
            <p:nvPr/>
          </p:nvSpPr>
          <p:spPr bwMode="auto">
            <a:xfrm>
              <a:off x="1724" y="336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68" name="Line 228"/>
            <p:cNvSpPr>
              <a:spLocks noChangeShapeType="1"/>
            </p:cNvSpPr>
            <p:nvPr/>
          </p:nvSpPr>
          <p:spPr bwMode="auto">
            <a:xfrm>
              <a:off x="1981" y="336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69" name="Line 229"/>
            <p:cNvSpPr>
              <a:spLocks noChangeShapeType="1"/>
            </p:cNvSpPr>
            <p:nvPr/>
          </p:nvSpPr>
          <p:spPr bwMode="auto">
            <a:xfrm>
              <a:off x="2239" y="336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70" name="Line 230"/>
            <p:cNvSpPr>
              <a:spLocks noChangeShapeType="1"/>
            </p:cNvSpPr>
            <p:nvPr/>
          </p:nvSpPr>
          <p:spPr bwMode="auto">
            <a:xfrm>
              <a:off x="384" y="852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71" name="Line 231"/>
            <p:cNvSpPr>
              <a:spLocks noChangeShapeType="1"/>
            </p:cNvSpPr>
            <p:nvPr/>
          </p:nvSpPr>
          <p:spPr bwMode="auto">
            <a:xfrm>
              <a:off x="384" y="1110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72" name="Line 232"/>
            <p:cNvSpPr>
              <a:spLocks noChangeShapeType="1"/>
            </p:cNvSpPr>
            <p:nvPr/>
          </p:nvSpPr>
          <p:spPr bwMode="auto">
            <a:xfrm>
              <a:off x="384" y="1359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73" name="Line 233"/>
            <p:cNvSpPr>
              <a:spLocks noChangeShapeType="1"/>
            </p:cNvSpPr>
            <p:nvPr/>
          </p:nvSpPr>
          <p:spPr bwMode="auto">
            <a:xfrm>
              <a:off x="384" y="1617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74" name="Line 234"/>
            <p:cNvSpPr>
              <a:spLocks noChangeShapeType="1"/>
            </p:cNvSpPr>
            <p:nvPr/>
          </p:nvSpPr>
          <p:spPr bwMode="auto">
            <a:xfrm>
              <a:off x="384" y="1875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75" name="Line 235"/>
            <p:cNvSpPr>
              <a:spLocks noChangeShapeType="1"/>
            </p:cNvSpPr>
            <p:nvPr/>
          </p:nvSpPr>
          <p:spPr bwMode="auto">
            <a:xfrm>
              <a:off x="384" y="2133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276" name="Rectangle 236"/>
            <p:cNvSpPr>
              <a:spLocks noChangeArrowheads="1"/>
            </p:cNvSpPr>
            <p:nvPr/>
          </p:nvSpPr>
          <p:spPr bwMode="auto">
            <a:xfrm>
              <a:off x="144" y="576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7277" name="Rectangle 237"/>
            <p:cNvSpPr>
              <a:spLocks noChangeArrowheads="1"/>
            </p:cNvSpPr>
            <p:nvPr/>
          </p:nvSpPr>
          <p:spPr bwMode="auto">
            <a:xfrm>
              <a:off x="144" y="816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7278" name="Rectangle 238"/>
            <p:cNvSpPr>
              <a:spLocks noChangeArrowheads="1"/>
            </p:cNvSpPr>
            <p:nvPr/>
          </p:nvSpPr>
          <p:spPr bwMode="auto">
            <a:xfrm>
              <a:off x="144" y="11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7279" name="Rectangle 239"/>
            <p:cNvSpPr>
              <a:spLocks noChangeArrowheads="1"/>
            </p:cNvSpPr>
            <p:nvPr/>
          </p:nvSpPr>
          <p:spPr bwMode="auto">
            <a:xfrm>
              <a:off x="144" y="134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7280" name="Rectangle 240"/>
            <p:cNvSpPr>
              <a:spLocks noChangeArrowheads="1"/>
            </p:cNvSpPr>
            <p:nvPr/>
          </p:nvSpPr>
          <p:spPr bwMode="auto">
            <a:xfrm>
              <a:off x="144" y="163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7281" name="Rectangle 241"/>
            <p:cNvSpPr>
              <a:spLocks noChangeArrowheads="1"/>
            </p:cNvSpPr>
            <p:nvPr/>
          </p:nvSpPr>
          <p:spPr bwMode="auto">
            <a:xfrm>
              <a:off x="144" y="187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7282" name="Rectangle 242"/>
            <p:cNvSpPr>
              <a:spLocks noChangeArrowheads="1"/>
            </p:cNvSpPr>
            <p:nvPr/>
          </p:nvSpPr>
          <p:spPr bwMode="auto">
            <a:xfrm>
              <a:off x="144" y="2160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7283" name="Rectangle 243"/>
            <p:cNvSpPr>
              <a:spLocks noChangeArrowheads="1"/>
            </p:cNvSpPr>
            <p:nvPr/>
          </p:nvSpPr>
          <p:spPr bwMode="auto">
            <a:xfrm>
              <a:off x="720" y="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7284" name="Rectangle 244"/>
            <p:cNvSpPr>
              <a:spLocks noChangeArrowheads="1"/>
            </p:cNvSpPr>
            <p:nvPr/>
          </p:nvSpPr>
          <p:spPr bwMode="auto">
            <a:xfrm>
              <a:off x="960" y="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7285" name="Rectangle 245"/>
            <p:cNvSpPr>
              <a:spLocks noChangeArrowheads="1"/>
            </p:cNvSpPr>
            <p:nvPr/>
          </p:nvSpPr>
          <p:spPr bwMode="auto">
            <a:xfrm>
              <a:off x="1248" y="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7286" name="Rectangle 246"/>
            <p:cNvSpPr>
              <a:spLocks noChangeArrowheads="1"/>
            </p:cNvSpPr>
            <p:nvPr/>
          </p:nvSpPr>
          <p:spPr bwMode="auto">
            <a:xfrm>
              <a:off x="1488" y="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7287" name="Rectangle 247"/>
            <p:cNvSpPr>
              <a:spLocks noChangeArrowheads="1"/>
            </p:cNvSpPr>
            <p:nvPr/>
          </p:nvSpPr>
          <p:spPr bwMode="auto">
            <a:xfrm>
              <a:off x="1776" y="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7288" name="Rectangle 248"/>
            <p:cNvSpPr>
              <a:spLocks noChangeArrowheads="1"/>
            </p:cNvSpPr>
            <p:nvPr/>
          </p:nvSpPr>
          <p:spPr bwMode="auto">
            <a:xfrm>
              <a:off x="2064" y="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7289" name="Rectangle 249"/>
            <p:cNvSpPr>
              <a:spLocks noChangeArrowheads="1"/>
            </p:cNvSpPr>
            <p:nvPr/>
          </p:nvSpPr>
          <p:spPr bwMode="auto">
            <a:xfrm>
              <a:off x="2256" y="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7290" name="Rectangle 250"/>
            <p:cNvSpPr>
              <a:spLocks noChangeArrowheads="1"/>
            </p:cNvSpPr>
            <p:nvPr/>
          </p:nvSpPr>
          <p:spPr bwMode="auto">
            <a:xfrm>
              <a:off x="960" y="6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87291" name="Rectangle 251"/>
            <p:cNvSpPr>
              <a:spLocks noChangeArrowheads="1"/>
            </p:cNvSpPr>
            <p:nvPr/>
          </p:nvSpPr>
          <p:spPr bwMode="auto">
            <a:xfrm>
              <a:off x="1968" y="6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87292" name="Rectangle 252"/>
            <p:cNvSpPr>
              <a:spLocks noChangeArrowheads="1"/>
            </p:cNvSpPr>
            <p:nvPr/>
          </p:nvSpPr>
          <p:spPr bwMode="auto">
            <a:xfrm>
              <a:off x="2256" y="6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6</a:t>
              </a:r>
            </a:p>
          </p:txBody>
        </p:sp>
        <p:sp>
          <p:nvSpPr>
            <p:cNvPr id="87293" name="Rectangle 253"/>
            <p:cNvSpPr>
              <a:spLocks noChangeArrowheads="1"/>
            </p:cNvSpPr>
            <p:nvPr/>
          </p:nvSpPr>
          <p:spPr bwMode="auto">
            <a:xfrm>
              <a:off x="1200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7294" name="Rectangle 254"/>
            <p:cNvSpPr>
              <a:spLocks noChangeArrowheads="1"/>
            </p:cNvSpPr>
            <p:nvPr/>
          </p:nvSpPr>
          <p:spPr bwMode="auto">
            <a:xfrm>
              <a:off x="172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87295" name="Rectangle 255"/>
            <p:cNvSpPr>
              <a:spLocks noChangeArrowheads="1"/>
            </p:cNvSpPr>
            <p:nvPr/>
          </p:nvSpPr>
          <p:spPr bwMode="auto">
            <a:xfrm>
              <a:off x="1968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87296" name="Rectangle 256"/>
            <p:cNvSpPr>
              <a:spLocks noChangeArrowheads="1"/>
            </p:cNvSpPr>
            <p:nvPr/>
          </p:nvSpPr>
          <p:spPr bwMode="auto">
            <a:xfrm>
              <a:off x="1728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87297" name="Rectangle 257"/>
            <p:cNvSpPr>
              <a:spLocks noChangeArrowheads="1"/>
            </p:cNvSpPr>
            <p:nvPr/>
          </p:nvSpPr>
          <p:spPr bwMode="auto">
            <a:xfrm>
              <a:off x="1728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87298" name="Rectangle 258"/>
            <p:cNvSpPr>
              <a:spLocks noChangeArrowheads="1"/>
            </p:cNvSpPr>
            <p:nvPr/>
          </p:nvSpPr>
          <p:spPr bwMode="auto">
            <a:xfrm>
              <a:off x="1488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7299" name="Rectangle 259"/>
            <p:cNvSpPr>
              <a:spLocks noChangeArrowheads="1"/>
            </p:cNvSpPr>
            <p:nvPr/>
          </p:nvSpPr>
          <p:spPr bwMode="auto">
            <a:xfrm>
              <a:off x="1488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7300" name="Rectangle 260"/>
            <p:cNvSpPr>
              <a:spLocks noChangeArrowheads="1"/>
            </p:cNvSpPr>
            <p:nvPr/>
          </p:nvSpPr>
          <p:spPr bwMode="auto">
            <a:xfrm>
              <a:off x="1200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7301" name="Rectangle 261"/>
            <p:cNvSpPr>
              <a:spLocks noChangeArrowheads="1"/>
            </p:cNvSpPr>
            <p:nvPr/>
          </p:nvSpPr>
          <p:spPr bwMode="auto">
            <a:xfrm>
              <a:off x="1200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02" name="Rectangle 262"/>
            <p:cNvSpPr>
              <a:spLocks noChangeArrowheads="1"/>
            </p:cNvSpPr>
            <p:nvPr/>
          </p:nvSpPr>
          <p:spPr bwMode="auto">
            <a:xfrm>
              <a:off x="2256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03" name="Rectangle 263"/>
            <p:cNvSpPr>
              <a:spLocks noChangeArrowheads="1"/>
            </p:cNvSpPr>
            <p:nvPr/>
          </p:nvSpPr>
          <p:spPr bwMode="auto">
            <a:xfrm>
              <a:off x="1968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04" name="Rectangle 264"/>
            <p:cNvSpPr>
              <a:spLocks noChangeArrowheads="1"/>
            </p:cNvSpPr>
            <p:nvPr/>
          </p:nvSpPr>
          <p:spPr bwMode="auto">
            <a:xfrm>
              <a:off x="1968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05" name="Rectangle 265"/>
            <p:cNvSpPr>
              <a:spLocks noChangeArrowheads="1"/>
            </p:cNvSpPr>
            <p:nvPr/>
          </p:nvSpPr>
          <p:spPr bwMode="auto">
            <a:xfrm>
              <a:off x="2256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06" name="Rectangle 266"/>
            <p:cNvSpPr>
              <a:spLocks noChangeArrowheads="1"/>
            </p:cNvSpPr>
            <p:nvPr/>
          </p:nvSpPr>
          <p:spPr bwMode="auto">
            <a:xfrm>
              <a:off x="1488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7307" name="Rectangle 267"/>
            <p:cNvSpPr>
              <a:spLocks noChangeArrowheads="1"/>
            </p:cNvSpPr>
            <p:nvPr/>
          </p:nvSpPr>
          <p:spPr bwMode="auto">
            <a:xfrm>
              <a:off x="720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08" name="Rectangle 268"/>
            <p:cNvSpPr>
              <a:spLocks noChangeArrowheads="1"/>
            </p:cNvSpPr>
            <p:nvPr/>
          </p:nvSpPr>
          <p:spPr bwMode="auto">
            <a:xfrm>
              <a:off x="720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09" name="Rectangle 269"/>
            <p:cNvSpPr>
              <a:spLocks noChangeArrowheads="1"/>
            </p:cNvSpPr>
            <p:nvPr/>
          </p:nvSpPr>
          <p:spPr bwMode="auto">
            <a:xfrm>
              <a:off x="720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10" name="Rectangle 270"/>
            <p:cNvSpPr>
              <a:spLocks noChangeArrowheads="1"/>
            </p:cNvSpPr>
            <p:nvPr/>
          </p:nvSpPr>
          <p:spPr bwMode="auto">
            <a:xfrm>
              <a:off x="720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11" name="Rectangle 271"/>
            <p:cNvSpPr>
              <a:spLocks noChangeArrowheads="1"/>
            </p:cNvSpPr>
            <p:nvPr/>
          </p:nvSpPr>
          <p:spPr bwMode="auto">
            <a:xfrm>
              <a:off x="720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12" name="Rectangle 272"/>
            <p:cNvSpPr>
              <a:spLocks noChangeArrowheads="1"/>
            </p:cNvSpPr>
            <p:nvPr/>
          </p:nvSpPr>
          <p:spPr bwMode="auto">
            <a:xfrm>
              <a:off x="720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13" name="Rectangle 273"/>
            <p:cNvSpPr>
              <a:spLocks noChangeArrowheads="1"/>
            </p:cNvSpPr>
            <p:nvPr/>
          </p:nvSpPr>
          <p:spPr bwMode="auto">
            <a:xfrm>
              <a:off x="960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14" name="Rectangle 274"/>
            <p:cNvSpPr>
              <a:spLocks noChangeArrowheads="1"/>
            </p:cNvSpPr>
            <p:nvPr/>
          </p:nvSpPr>
          <p:spPr bwMode="auto">
            <a:xfrm>
              <a:off x="960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15" name="Rectangle 275"/>
            <p:cNvSpPr>
              <a:spLocks noChangeArrowheads="1"/>
            </p:cNvSpPr>
            <p:nvPr/>
          </p:nvSpPr>
          <p:spPr bwMode="auto">
            <a:xfrm>
              <a:off x="960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16" name="Rectangle 276"/>
            <p:cNvSpPr>
              <a:spLocks noChangeArrowheads="1"/>
            </p:cNvSpPr>
            <p:nvPr/>
          </p:nvSpPr>
          <p:spPr bwMode="auto">
            <a:xfrm>
              <a:off x="960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17" name="Rectangle 277"/>
            <p:cNvSpPr>
              <a:spLocks noChangeArrowheads="1"/>
            </p:cNvSpPr>
            <p:nvPr/>
          </p:nvSpPr>
          <p:spPr bwMode="auto">
            <a:xfrm>
              <a:off x="960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18" name="Rectangle 278"/>
            <p:cNvSpPr>
              <a:spLocks noChangeArrowheads="1"/>
            </p:cNvSpPr>
            <p:nvPr/>
          </p:nvSpPr>
          <p:spPr bwMode="auto">
            <a:xfrm>
              <a:off x="1200" y="6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87319" name="Rectangle 279"/>
            <p:cNvSpPr>
              <a:spLocks noChangeArrowheads="1"/>
            </p:cNvSpPr>
            <p:nvPr/>
          </p:nvSpPr>
          <p:spPr bwMode="auto">
            <a:xfrm>
              <a:off x="1200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20" name="Rectangle 280"/>
            <p:cNvSpPr>
              <a:spLocks noChangeArrowheads="1"/>
            </p:cNvSpPr>
            <p:nvPr/>
          </p:nvSpPr>
          <p:spPr bwMode="auto">
            <a:xfrm>
              <a:off x="1200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21" name="Rectangle 281"/>
            <p:cNvSpPr>
              <a:spLocks noChangeArrowheads="1"/>
            </p:cNvSpPr>
            <p:nvPr/>
          </p:nvSpPr>
          <p:spPr bwMode="auto">
            <a:xfrm>
              <a:off x="1200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22" name="Rectangle 282"/>
            <p:cNvSpPr>
              <a:spLocks noChangeArrowheads="1"/>
            </p:cNvSpPr>
            <p:nvPr/>
          </p:nvSpPr>
          <p:spPr bwMode="auto">
            <a:xfrm>
              <a:off x="1488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23" name="Rectangle 283"/>
            <p:cNvSpPr>
              <a:spLocks noChangeArrowheads="1"/>
            </p:cNvSpPr>
            <p:nvPr/>
          </p:nvSpPr>
          <p:spPr bwMode="auto">
            <a:xfrm>
              <a:off x="148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24" name="Rectangle 284"/>
            <p:cNvSpPr>
              <a:spLocks noChangeArrowheads="1"/>
            </p:cNvSpPr>
            <p:nvPr/>
          </p:nvSpPr>
          <p:spPr bwMode="auto">
            <a:xfrm>
              <a:off x="1488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25" name="Rectangle 285"/>
            <p:cNvSpPr>
              <a:spLocks noChangeArrowheads="1"/>
            </p:cNvSpPr>
            <p:nvPr/>
          </p:nvSpPr>
          <p:spPr bwMode="auto">
            <a:xfrm>
              <a:off x="1488" y="6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26" name="Rectangle 286"/>
            <p:cNvSpPr>
              <a:spLocks noChangeArrowheads="1"/>
            </p:cNvSpPr>
            <p:nvPr/>
          </p:nvSpPr>
          <p:spPr bwMode="auto">
            <a:xfrm>
              <a:off x="1728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27" name="Rectangle 287"/>
            <p:cNvSpPr>
              <a:spLocks noChangeArrowheads="1"/>
            </p:cNvSpPr>
            <p:nvPr/>
          </p:nvSpPr>
          <p:spPr bwMode="auto">
            <a:xfrm>
              <a:off x="1968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28" name="Rectangle 288"/>
            <p:cNvSpPr>
              <a:spLocks noChangeArrowheads="1"/>
            </p:cNvSpPr>
            <p:nvPr/>
          </p:nvSpPr>
          <p:spPr bwMode="auto">
            <a:xfrm>
              <a:off x="2256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29" name="Rectangle 289"/>
            <p:cNvSpPr>
              <a:spLocks noChangeArrowheads="1"/>
            </p:cNvSpPr>
            <p:nvPr/>
          </p:nvSpPr>
          <p:spPr bwMode="auto">
            <a:xfrm>
              <a:off x="1728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30" name="Rectangle 290"/>
            <p:cNvSpPr>
              <a:spLocks noChangeArrowheads="1"/>
            </p:cNvSpPr>
            <p:nvPr/>
          </p:nvSpPr>
          <p:spPr bwMode="auto">
            <a:xfrm>
              <a:off x="2256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31" name="Rectangle 291"/>
            <p:cNvSpPr>
              <a:spLocks noChangeArrowheads="1"/>
            </p:cNvSpPr>
            <p:nvPr/>
          </p:nvSpPr>
          <p:spPr bwMode="auto">
            <a:xfrm>
              <a:off x="196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32" name="Rectangle 292"/>
            <p:cNvSpPr>
              <a:spLocks noChangeArrowheads="1"/>
            </p:cNvSpPr>
            <p:nvPr/>
          </p:nvSpPr>
          <p:spPr bwMode="auto">
            <a:xfrm>
              <a:off x="2256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33" name="Rectangle 293"/>
            <p:cNvSpPr>
              <a:spLocks noChangeArrowheads="1"/>
            </p:cNvSpPr>
            <p:nvPr/>
          </p:nvSpPr>
          <p:spPr bwMode="auto">
            <a:xfrm>
              <a:off x="2256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34" name="Rectangle 294"/>
            <p:cNvSpPr>
              <a:spLocks noChangeArrowheads="1"/>
            </p:cNvSpPr>
            <p:nvPr/>
          </p:nvSpPr>
          <p:spPr bwMode="auto">
            <a:xfrm>
              <a:off x="1968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35" name="Rectangle 295"/>
            <p:cNvSpPr>
              <a:spLocks noChangeArrowheads="1"/>
            </p:cNvSpPr>
            <p:nvPr/>
          </p:nvSpPr>
          <p:spPr bwMode="auto">
            <a:xfrm>
              <a:off x="720" y="6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36" name="Rectangle 296"/>
            <p:cNvSpPr>
              <a:spLocks noChangeArrowheads="1"/>
            </p:cNvSpPr>
            <p:nvPr/>
          </p:nvSpPr>
          <p:spPr bwMode="auto">
            <a:xfrm>
              <a:off x="1728" y="6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37" name="Rectangle 297"/>
            <p:cNvSpPr>
              <a:spLocks noChangeArrowheads="1"/>
            </p:cNvSpPr>
            <p:nvPr/>
          </p:nvSpPr>
          <p:spPr bwMode="auto">
            <a:xfrm>
              <a:off x="1728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338" name="Rectangle 298"/>
            <p:cNvSpPr>
              <a:spLocks noChangeArrowheads="1"/>
            </p:cNvSpPr>
            <p:nvPr/>
          </p:nvSpPr>
          <p:spPr bwMode="auto">
            <a:xfrm>
              <a:off x="960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7340" name="Rectangle 300"/>
            <p:cNvSpPr>
              <a:spLocks noChangeArrowheads="1"/>
            </p:cNvSpPr>
            <p:nvPr/>
          </p:nvSpPr>
          <p:spPr bwMode="auto">
            <a:xfrm>
              <a:off x="960" y="6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</p:grpSp>
      <p:graphicFrame>
        <p:nvGraphicFramePr>
          <p:cNvPr id="87492" name="Group 452"/>
          <p:cNvGraphicFramePr>
            <a:graphicFrameLocks noGrp="1"/>
          </p:cNvGraphicFramePr>
          <p:nvPr/>
        </p:nvGraphicFramePr>
        <p:xfrm>
          <a:off x="5562600" y="762000"/>
          <a:ext cx="3352800" cy="3263265"/>
        </p:xfrm>
        <a:graphic>
          <a:graphicData uri="http://schemas.openxmlformats.org/drawingml/2006/table">
            <a:tbl>
              <a:tblPr/>
              <a:tblGrid>
                <a:gridCol w="490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7575" name="Rectangle 535"/>
          <p:cNvSpPr>
            <a:spLocks noChangeArrowheads="1"/>
          </p:cNvSpPr>
          <p:nvPr/>
        </p:nvSpPr>
        <p:spPr bwMode="auto">
          <a:xfrm>
            <a:off x="5181600" y="11430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7576" name="Rectangle 536"/>
          <p:cNvSpPr>
            <a:spLocks noChangeArrowheads="1"/>
          </p:cNvSpPr>
          <p:nvPr/>
        </p:nvSpPr>
        <p:spPr bwMode="auto">
          <a:xfrm>
            <a:off x="5181600" y="15240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7577" name="Rectangle 537"/>
          <p:cNvSpPr>
            <a:spLocks noChangeArrowheads="1"/>
          </p:cNvSpPr>
          <p:nvPr/>
        </p:nvSpPr>
        <p:spPr bwMode="auto">
          <a:xfrm>
            <a:off x="5181600" y="1981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7578" name="Rectangle 538"/>
          <p:cNvSpPr>
            <a:spLocks noChangeArrowheads="1"/>
          </p:cNvSpPr>
          <p:nvPr/>
        </p:nvSpPr>
        <p:spPr bwMode="auto">
          <a:xfrm>
            <a:off x="5181600" y="2362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7579" name="Rectangle 539"/>
          <p:cNvSpPr>
            <a:spLocks noChangeArrowheads="1"/>
          </p:cNvSpPr>
          <p:nvPr/>
        </p:nvSpPr>
        <p:spPr bwMode="auto">
          <a:xfrm>
            <a:off x="5181600" y="28194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7580" name="Rectangle 540"/>
          <p:cNvSpPr>
            <a:spLocks noChangeArrowheads="1"/>
          </p:cNvSpPr>
          <p:nvPr/>
        </p:nvSpPr>
        <p:spPr bwMode="auto">
          <a:xfrm>
            <a:off x="5181600" y="32004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7581" name="Rectangle 541"/>
          <p:cNvSpPr>
            <a:spLocks noChangeArrowheads="1"/>
          </p:cNvSpPr>
          <p:nvPr/>
        </p:nvSpPr>
        <p:spPr bwMode="auto">
          <a:xfrm>
            <a:off x="5181600" y="3657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7582" name="Rectangle 542"/>
          <p:cNvSpPr>
            <a:spLocks noChangeArrowheads="1"/>
          </p:cNvSpPr>
          <p:nvPr/>
        </p:nvSpPr>
        <p:spPr bwMode="auto">
          <a:xfrm>
            <a:off x="6096000" y="3810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7583" name="Rectangle 543"/>
          <p:cNvSpPr>
            <a:spLocks noChangeArrowheads="1"/>
          </p:cNvSpPr>
          <p:nvPr/>
        </p:nvSpPr>
        <p:spPr bwMode="auto">
          <a:xfrm>
            <a:off x="6477000" y="3810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7584" name="Rectangle 544"/>
          <p:cNvSpPr>
            <a:spLocks noChangeArrowheads="1"/>
          </p:cNvSpPr>
          <p:nvPr/>
        </p:nvSpPr>
        <p:spPr bwMode="auto">
          <a:xfrm>
            <a:off x="6934200" y="3810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7585" name="Rectangle 545"/>
          <p:cNvSpPr>
            <a:spLocks noChangeArrowheads="1"/>
          </p:cNvSpPr>
          <p:nvPr/>
        </p:nvSpPr>
        <p:spPr bwMode="auto">
          <a:xfrm>
            <a:off x="7315200" y="3810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7586" name="Rectangle 546"/>
          <p:cNvSpPr>
            <a:spLocks noChangeArrowheads="1"/>
          </p:cNvSpPr>
          <p:nvPr/>
        </p:nvSpPr>
        <p:spPr bwMode="auto">
          <a:xfrm>
            <a:off x="7772400" y="3810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7587" name="Rectangle 547"/>
          <p:cNvSpPr>
            <a:spLocks noChangeArrowheads="1"/>
          </p:cNvSpPr>
          <p:nvPr/>
        </p:nvSpPr>
        <p:spPr bwMode="auto">
          <a:xfrm>
            <a:off x="8229600" y="3810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7588" name="Rectangle 548"/>
          <p:cNvSpPr>
            <a:spLocks noChangeArrowheads="1"/>
          </p:cNvSpPr>
          <p:nvPr/>
        </p:nvSpPr>
        <p:spPr bwMode="auto">
          <a:xfrm>
            <a:off x="8534400" y="3810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7590" name="Rectangle 550"/>
          <p:cNvSpPr>
            <a:spLocks noChangeArrowheads="1"/>
          </p:cNvSpPr>
          <p:nvPr/>
        </p:nvSpPr>
        <p:spPr bwMode="auto">
          <a:xfrm>
            <a:off x="8077200" y="1219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87603" name="Rectangle 563"/>
          <p:cNvSpPr>
            <a:spLocks noChangeArrowheads="1"/>
          </p:cNvSpPr>
          <p:nvPr/>
        </p:nvSpPr>
        <p:spPr bwMode="auto">
          <a:xfrm>
            <a:off x="8077200" y="3657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rgbClr val="CC00FF"/>
                </a:solidFill>
              </a:rPr>
              <a:t>2</a:t>
            </a:r>
          </a:p>
        </p:txBody>
      </p:sp>
      <p:sp>
        <p:nvSpPr>
          <p:cNvPr id="87623" name="Rectangle 583"/>
          <p:cNvSpPr>
            <a:spLocks noChangeArrowheads="1"/>
          </p:cNvSpPr>
          <p:nvPr/>
        </p:nvSpPr>
        <p:spPr bwMode="auto">
          <a:xfrm>
            <a:off x="7315200" y="1600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87624" name="Rectangle 584"/>
          <p:cNvSpPr>
            <a:spLocks noChangeArrowheads="1"/>
          </p:cNvSpPr>
          <p:nvPr/>
        </p:nvSpPr>
        <p:spPr bwMode="auto">
          <a:xfrm>
            <a:off x="7315200" y="1219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87626" name="Rectangle 586"/>
          <p:cNvSpPr>
            <a:spLocks noChangeArrowheads="1"/>
          </p:cNvSpPr>
          <p:nvPr/>
        </p:nvSpPr>
        <p:spPr bwMode="auto">
          <a:xfrm>
            <a:off x="8077200" y="1600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grpSp>
        <p:nvGrpSpPr>
          <p:cNvPr id="3" name="Group 604"/>
          <p:cNvGrpSpPr>
            <a:grpSpLocks/>
          </p:cNvGrpSpPr>
          <p:nvPr/>
        </p:nvGrpSpPr>
        <p:grpSpPr bwMode="auto">
          <a:xfrm>
            <a:off x="6096000" y="1219200"/>
            <a:ext cx="2819400" cy="2743200"/>
            <a:chOff x="3840" y="864"/>
            <a:chExt cx="1776" cy="1728"/>
          </a:xfrm>
        </p:grpSpPr>
        <p:sp>
          <p:nvSpPr>
            <p:cNvPr id="87592" name="Rectangle 552"/>
            <p:cNvSpPr>
              <a:spLocks noChangeArrowheads="1"/>
            </p:cNvSpPr>
            <p:nvPr/>
          </p:nvSpPr>
          <p:spPr bwMode="auto">
            <a:xfrm>
              <a:off x="4320" y="11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7594" name="Rectangle 554"/>
            <p:cNvSpPr>
              <a:spLocks noChangeArrowheads="1"/>
            </p:cNvSpPr>
            <p:nvPr/>
          </p:nvSpPr>
          <p:spPr bwMode="auto">
            <a:xfrm>
              <a:off x="508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87599" name="Rectangle 559"/>
            <p:cNvSpPr>
              <a:spLocks noChangeArrowheads="1"/>
            </p:cNvSpPr>
            <p:nvPr/>
          </p:nvSpPr>
          <p:spPr bwMode="auto">
            <a:xfrm>
              <a:off x="4320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7600" name="Rectangle 560"/>
            <p:cNvSpPr>
              <a:spLocks noChangeArrowheads="1"/>
            </p:cNvSpPr>
            <p:nvPr/>
          </p:nvSpPr>
          <p:spPr bwMode="auto">
            <a:xfrm>
              <a:off x="4320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05" name="Rectangle 565"/>
            <p:cNvSpPr>
              <a:spLocks noChangeArrowheads="1"/>
            </p:cNvSpPr>
            <p:nvPr/>
          </p:nvSpPr>
          <p:spPr bwMode="auto">
            <a:xfrm>
              <a:off x="460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7607" name="Rectangle 567"/>
            <p:cNvSpPr>
              <a:spLocks noChangeArrowheads="1"/>
            </p:cNvSpPr>
            <p:nvPr/>
          </p:nvSpPr>
          <p:spPr bwMode="auto">
            <a:xfrm>
              <a:off x="3840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13" name="Rectangle 573"/>
            <p:cNvSpPr>
              <a:spLocks noChangeArrowheads="1"/>
            </p:cNvSpPr>
            <p:nvPr/>
          </p:nvSpPr>
          <p:spPr bwMode="auto">
            <a:xfrm>
              <a:off x="4080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17" name="Rectangle 577"/>
            <p:cNvSpPr>
              <a:spLocks noChangeArrowheads="1"/>
            </p:cNvSpPr>
            <p:nvPr/>
          </p:nvSpPr>
          <p:spPr bwMode="auto">
            <a:xfrm>
              <a:off x="4320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87618" name="Rectangle 578"/>
            <p:cNvSpPr>
              <a:spLocks noChangeArrowheads="1"/>
            </p:cNvSpPr>
            <p:nvPr/>
          </p:nvSpPr>
          <p:spPr bwMode="auto">
            <a:xfrm>
              <a:off x="4320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19" name="Rectangle 579"/>
            <p:cNvSpPr>
              <a:spLocks noChangeArrowheads="1"/>
            </p:cNvSpPr>
            <p:nvPr/>
          </p:nvSpPr>
          <p:spPr bwMode="auto">
            <a:xfrm>
              <a:off x="4320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20" name="Rectangle 580"/>
            <p:cNvSpPr>
              <a:spLocks noChangeArrowheads="1"/>
            </p:cNvSpPr>
            <p:nvPr/>
          </p:nvSpPr>
          <p:spPr bwMode="auto">
            <a:xfrm>
              <a:off x="4320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29" name="Rectangle 589"/>
            <p:cNvSpPr>
              <a:spLocks noChangeArrowheads="1"/>
            </p:cNvSpPr>
            <p:nvPr/>
          </p:nvSpPr>
          <p:spPr bwMode="auto">
            <a:xfrm>
              <a:off x="5376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36" name="Rectangle 596"/>
            <p:cNvSpPr>
              <a:spLocks noChangeArrowheads="1"/>
            </p:cNvSpPr>
            <p:nvPr/>
          </p:nvSpPr>
          <p:spPr bwMode="auto">
            <a:xfrm>
              <a:off x="484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4" name="Group 772"/>
          <p:cNvGrpSpPr>
            <a:grpSpLocks/>
          </p:cNvGrpSpPr>
          <p:nvPr/>
        </p:nvGrpSpPr>
        <p:grpSpPr bwMode="auto">
          <a:xfrm>
            <a:off x="6096000" y="1219200"/>
            <a:ext cx="2819400" cy="2743200"/>
            <a:chOff x="3840" y="768"/>
            <a:chExt cx="1776" cy="1728"/>
          </a:xfrm>
        </p:grpSpPr>
        <p:sp>
          <p:nvSpPr>
            <p:cNvPr id="87602" name="Rectangle 562"/>
            <p:cNvSpPr>
              <a:spLocks noChangeArrowheads="1"/>
            </p:cNvSpPr>
            <p:nvPr/>
          </p:nvSpPr>
          <p:spPr bwMode="auto">
            <a:xfrm>
              <a:off x="5088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30" name="Rectangle 590"/>
            <p:cNvSpPr>
              <a:spLocks noChangeArrowheads="1"/>
            </p:cNvSpPr>
            <p:nvPr/>
          </p:nvSpPr>
          <p:spPr bwMode="auto">
            <a:xfrm>
              <a:off x="5088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33" name="Rectangle 593"/>
            <p:cNvSpPr>
              <a:spLocks noChangeArrowheads="1"/>
            </p:cNvSpPr>
            <p:nvPr/>
          </p:nvSpPr>
          <p:spPr bwMode="auto">
            <a:xfrm>
              <a:off x="5088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589" name="Rectangle 549"/>
            <p:cNvSpPr>
              <a:spLocks noChangeArrowheads="1"/>
            </p:cNvSpPr>
            <p:nvPr/>
          </p:nvSpPr>
          <p:spPr bwMode="auto">
            <a:xfrm>
              <a:off x="4080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87591" name="Rectangle 551"/>
            <p:cNvSpPr>
              <a:spLocks noChangeArrowheads="1"/>
            </p:cNvSpPr>
            <p:nvPr/>
          </p:nvSpPr>
          <p:spPr bwMode="auto">
            <a:xfrm>
              <a:off x="5376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6</a:t>
              </a:r>
            </a:p>
          </p:txBody>
        </p:sp>
        <p:sp>
          <p:nvSpPr>
            <p:cNvPr id="87593" name="Rectangle 553"/>
            <p:cNvSpPr>
              <a:spLocks noChangeArrowheads="1"/>
            </p:cNvSpPr>
            <p:nvPr/>
          </p:nvSpPr>
          <p:spPr bwMode="auto">
            <a:xfrm>
              <a:off x="4848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87595" name="Rectangle 555"/>
            <p:cNvSpPr>
              <a:spLocks noChangeArrowheads="1"/>
            </p:cNvSpPr>
            <p:nvPr/>
          </p:nvSpPr>
          <p:spPr bwMode="auto">
            <a:xfrm>
              <a:off x="4848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87596" name="Rectangle 556"/>
            <p:cNvSpPr>
              <a:spLocks noChangeArrowheads="1"/>
            </p:cNvSpPr>
            <p:nvPr/>
          </p:nvSpPr>
          <p:spPr bwMode="auto">
            <a:xfrm>
              <a:off x="4848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87597" name="Rectangle 557"/>
            <p:cNvSpPr>
              <a:spLocks noChangeArrowheads="1"/>
            </p:cNvSpPr>
            <p:nvPr/>
          </p:nvSpPr>
          <p:spPr bwMode="auto">
            <a:xfrm>
              <a:off x="4608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7598" name="Rectangle 558"/>
            <p:cNvSpPr>
              <a:spLocks noChangeArrowheads="1"/>
            </p:cNvSpPr>
            <p:nvPr/>
          </p:nvSpPr>
          <p:spPr bwMode="auto">
            <a:xfrm>
              <a:off x="4608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7601" name="Rectangle 561"/>
            <p:cNvSpPr>
              <a:spLocks noChangeArrowheads="1"/>
            </p:cNvSpPr>
            <p:nvPr/>
          </p:nvSpPr>
          <p:spPr bwMode="auto">
            <a:xfrm>
              <a:off x="5376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04" name="Rectangle 564"/>
            <p:cNvSpPr>
              <a:spLocks noChangeArrowheads="1"/>
            </p:cNvSpPr>
            <p:nvPr/>
          </p:nvSpPr>
          <p:spPr bwMode="auto">
            <a:xfrm>
              <a:off x="5376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06" name="Rectangle 566"/>
            <p:cNvSpPr>
              <a:spLocks noChangeArrowheads="1"/>
            </p:cNvSpPr>
            <p:nvPr/>
          </p:nvSpPr>
          <p:spPr bwMode="auto">
            <a:xfrm>
              <a:off x="3840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08" name="Rectangle 568"/>
            <p:cNvSpPr>
              <a:spLocks noChangeArrowheads="1"/>
            </p:cNvSpPr>
            <p:nvPr/>
          </p:nvSpPr>
          <p:spPr bwMode="auto">
            <a:xfrm>
              <a:off x="3840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09" name="Rectangle 569"/>
            <p:cNvSpPr>
              <a:spLocks noChangeArrowheads="1"/>
            </p:cNvSpPr>
            <p:nvPr/>
          </p:nvSpPr>
          <p:spPr bwMode="auto">
            <a:xfrm>
              <a:off x="3840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10" name="Rectangle 570"/>
            <p:cNvSpPr>
              <a:spLocks noChangeArrowheads="1"/>
            </p:cNvSpPr>
            <p:nvPr/>
          </p:nvSpPr>
          <p:spPr bwMode="auto">
            <a:xfrm>
              <a:off x="3840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11" name="Rectangle 571"/>
            <p:cNvSpPr>
              <a:spLocks noChangeArrowheads="1"/>
            </p:cNvSpPr>
            <p:nvPr/>
          </p:nvSpPr>
          <p:spPr bwMode="auto">
            <a:xfrm>
              <a:off x="3840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12" name="Rectangle 572"/>
            <p:cNvSpPr>
              <a:spLocks noChangeArrowheads="1"/>
            </p:cNvSpPr>
            <p:nvPr/>
          </p:nvSpPr>
          <p:spPr bwMode="auto">
            <a:xfrm>
              <a:off x="4080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14" name="Rectangle 574"/>
            <p:cNvSpPr>
              <a:spLocks noChangeArrowheads="1"/>
            </p:cNvSpPr>
            <p:nvPr/>
          </p:nvSpPr>
          <p:spPr bwMode="auto">
            <a:xfrm>
              <a:off x="4080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15" name="Rectangle 575"/>
            <p:cNvSpPr>
              <a:spLocks noChangeArrowheads="1"/>
            </p:cNvSpPr>
            <p:nvPr/>
          </p:nvSpPr>
          <p:spPr bwMode="auto">
            <a:xfrm>
              <a:off x="4080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16" name="Rectangle 576"/>
            <p:cNvSpPr>
              <a:spLocks noChangeArrowheads="1"/>
            </p:cNvSpPr>
            <p:nvPr/>
          </p:nvSpPr>
          <p:spPr bwMode="auto">
            <a:xfrm>
              <a:off x="4080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21" name="Rectangle 581"/>
            <p:cNvSpPr>
              <a:spLocks noChangeArrowheads="1"/>
            </p:cNvSpPr>
            <p:nvPr/>
          </p:nvSpPr>
          <p:spPr bwMode="auto">
            <a:xfrm>
              <a:off x="4608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22" name="Rectangle 582"/>
            <p:cNvSpPr>
              <a:spLocks noChangeArrowheads="1"/>
            </p:cNvSpPr>
            <p:nvPr/>
          </p:nvSpPr>
          <p:spPr bwMode="auto">
            <a:xfrm>
              <a:off x="4608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25" name="Rectangle 585"/>
            <p:cNvSpPr>
              <a:spLocks noChangeArrowheads="1"/>
            </p:cNvSpPr>
            <p:nvPr/>
          </p:nvSpPr>
          <p:spPr bwMode="auto">
            <a:xfrm>
              <a:off x="4848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27" name="Rectangle 587"/>
            <p:cNvSpPr>
              <a:spLocks noChangeArrowheads="1"/>
            </p:cNvSpPr>
            <p:nvPr/>
          </p:nvSpPr>
          <p:spPr bwMode="auto">
            <a:xfrm>
              <a:off x="5376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28" name="Rectangle 588"/>
            <p:cNvSpPr>
              <a:spLocks noChangeArrowheads="1"/>
            </p:cNvSpPr>
            <p:nvPr/>
          </p:nvSpPr>
          <p:spPr bwMode="auto">
            <a:xfrm>
              <a:off x="4848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31" name="Rectangle 591"/>
            <p:cNvSpPr>
              <a:spLocks noChangeArrowheads="1"/>
            </p:cNvSpPr>
            <p:nvPr/>
          </p:nvSpPr>
          <p:spPr bwMode="auto">
            <a:xfrm>
              <a:off x="5376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32" name="Rectangle 592"/>
            <p:cNvSpPr>
              <a:spLocks noChangeArrowheads="1"/>
            </p:cNvSpPr>
            <p:nvPr/>
          </p:nvSpPr>
          <p:spPr bwMode="auto">
            <a:xfrm>
              <a:off x="5376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35" name="Rectangle 595"/>
            <p:cNvSpPr>
              <a:spLocks noChangeArrowheads="1"/>
            </p:cNvSpPr>
            <p:nvPr/>
          </p:nvSpPr>
          <p:spPr bwMode="auto">
            <a:xfrm>
              <a:off x="4848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637" name="Rectangle 597"/>
            <p:cNvSpPr>
              <a:spLocks noChangeArrowheads="1"/>
            </p:cNvSpPr>
            <p:nvPr/>
          </p:nvSpPr>
          <p:spPr bwMode="auto">
            <a:xfrm>
              <a:off x="4080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7634" name="Rectangle 594"/>
            <p:cNvSpPr>
              <a:spLocks noChangeArrowheads="1"/>
            </p:cNvSpPr>
            <p:nvPr/>
          </p:nvSpPr>
          <p:spPr bwMode="auto">
            <a:xfrm>
              <a:off x="3840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sp>
        <p:nvSpPr>
          <p:cNvPr id="87639" name="Rectangle 599"/>
          <p:cNvSpPr>
            <a:spLocks noChangeArrowheads="1"/>
          </p:cNvSpPr>
          <p:nvPr/>
        </p:nvSpPr>
        <p:spPr bwMode="auto">
          <a:xfrm>
            <a:off x="838200" y="4267200"/>
            <a:ext cx="2514600" cy="9906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VNI-Times" pitchFamily="2" charset="0"/>
              </a:rPr>
              <a:t>Töông töï nhö treân.</a:t>
            </a:r>
          </a:p>
          <a:p>
            <a:pPr algn="ctr"/>
            <a:r>
              <a:rPr lang="en-US">
                <a:latin typeface="VNI-Times" pitchFamily="2" charset="0"/>
              </a:rPr>
              <a:t>Vì tìm P</a:t>
            </a:r>
            <a:r>
              <a:rPr lang="en-US" baseline="-25000">
                <a:latin typeface="VNI-Times" pitchFamily="2" charset="0"/>
              </a:rPr>
              <a:t>2</a:t>
            </a:r>
            <a:r>
              <a:rPr lang="en-US">
                <a:latin typeface="VNI-Times" pitchFamily="2" charset="0"/>
              </a:rPr>
              <a:t> neân ta giöõ </a:t>
            </a:r>
          </a:p>
          <a:p>
            <a:pPr algn="ctr"/>
            <a:r>
              <a:rPr lang="en-US">
                <a:latin typeface="VNI-Times" pitchFamily="2" charset="0"/>
              </a:rPr>
              <a:t>Laïi coät i</a:t>
            </a:r>
            <a:r>
              <a:rPr lang="en-US" baseline="-25000">
                <a:latin typeface="VNI-Times" pitchFamily="2" charset="0"/>
              </a:rPr>
              <a:t>2</a:t>
            </a:r>
            <a:r>
              <a:rPr lang="en-US">
                <a:latin typeface="VNI-Times" pitchFamily="2" charset="0"/>
              </a:rPr>
              <a:t> vaø j</a:t>
            </a:r>
            <a:r>
              <a:rPr lang="en-US" baseline="-25000">
                <a:latin typeface="VNI-Times" pitchFamily="2" charset="0"/>
              </a:rPr>
              <a:t>2</a:t>
            </a:r>
          </a:p>
        </p:txBody>
      </p:sp>
      <p:grpSp>
        <p:nvGrpSpPr>
          <p:cNvPr id="5" name="Group 600"/>
          <p:cNvGrpSpPr>
            <a:grpSpLocks/>
          </p:cNvGrpSpPr>
          <p:nvPr/>
        </p:nvGrpSpPr>
        <p:grpSpPr bwMode="auto">
          <a:xfrm>
            <a:off x="990600" y="838200"/>
            <a:ext cx="2971800" cy="2819400"/>
            <a:chOff x="672" y="1056"/>
            <a:chExt cx="1872" cy="1776"/>
          </a:xfrm>
        </p:grpSpPr>
        <p:sp>
          <p:nvSpPr>
            <p:cNvPr id="87641" name="Line 601"/>
            <p:cNvSpPr>
              <a:spLocks noChangeShapeType="1"/>
            </p:cNvSpPr>
            <p:nvPr/>
          </p:nvSpPr>
          <p:spPr bwMode="auto">
            <a:xfrm>
              <a:off x="1440" y="1056"/>
              <a:ext cx="0" cy="17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642" name="Line 602"/>
            <p:cNvSpPr>
              <a:spLocks noChangeShapeType="1"/>
            </p:cNvSpPr>
            <p:nvPr/>
          </p:nvSpPr>
          <p:spPr bwMode="auto">
            <a:xfrm>
              <a:off x="672" y="1824"/>
              <a:ext cx="1872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7645" name="Rectangle 605"/>
          <p:cNvSpPr>
            <a:spLocks noChangeArrowheads="1"/>
          </p:cNvSpPr>
          <p:nvPr/>
        </p:nvSpPr>
        <p:spPr bwMode="auto">
          <a:xfrm>
            <a:off x="4267200" y="152400"/>
            <a:ext cx="1143000" cy="4191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400" b="1">
                <a:solidFill>
                  <a:srgbClr val="FF0000"/>
                </a:solidFill>
              </a:rPr>
              <a:t>ìm P</a:t>
            </a:r>
            <a:r>
              <a:rPr lang="en-US" sz="2400" b="1" baseline="-25000">
                <a:solidFill>
                  <a:srgbClr val="FF0000"/>
                </a:solidFill>
              </a:rPr>
              <a:t>2</a:t>
            </a:r>
          </a:p>
        </p:txBody>
      </p:sp>
      <p:grpSp>
        <p:nvGrpSpPr>
          <p:cNvPr id="6" name="Group 606"/>
          <p:cNvGrpSpPr>
            <a:grpSpLocks/>
          </p:cNvGrpSpPr>
          <p:nvPr/>
        </p:nvGrpSpPr>
        <p:grpSpPr bwMode="auto">
          <a:xfrm>
            <a:off x="228600" y="762000"/>
            <a:ext cx="3810000" cy="3467100"/>
            <a:chOff x="3168" y="1224"/>
            <a:chExt cx="2400" cy="2184"/>
          </a:xfrm>
        </p:grpSpPr>
        <p:sp>
          <p:nvSpPr>
            <p:cNvPr id="87647" name="Rectangle 607"/>
            <p:cNvSpPr>
              <a:spLocks noChangeArrowheads="1"/>
            </p:cNvSpPr>
            <p:nvPr/>
          </p:nvSpPr>
          <p:spPr bwMode="auto">
            <a:xfrm>
              <a:off x="5305" y="315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648" name="Rectangle 608"/>
            <p:cNvSpPr>
              <a:spLocks noChangeArrowheads="1"/>
            </p:cNvSpPr>
            <p:nvPr/>
          </p:nvSpPr>
          <p:spPr bwMode="auto">
            <a:xfrm>
              <a:off x="5041" y="3159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solidFill>
                  <a:srgbClr val="99FF66"/>
                </a:solidFill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49" name="Rectangle 609"/>
            <p:cNvSpPr>
              <a:spLocks noChangeArrowheads="1"/>
            </p:cNvSpPr>
            <p:nvPr/>
          </p:nvSpPr>
          <p:spPr bwMode="auto">
            <a:xfrm>
              <a:off x="4778" y="315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650" name="Rectangle 610"/>
            <p:cNvSpPr>
              <a:spLocks noChangeArrowheads="1"/>
            </p:cNvSpPr>
            <p:nvPr/>
          </p:nvSpPr>
          <p:spPr bwMode="auto">
            <a:xfrm>
              <a:off x="4514" y="3159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651" name="Rectangle 611"/>
            <p:cNvSpPr>
              <a:spLocks noChangeArrowheads="1"/>
            </p:cNvSpPr>
            <p:nvPr/>
          </p:nvSpPr>
          <p:spPr bwMode="auto">
            <a:xfrm>
              <a:off x="4252" y="3159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652" name="Rectangle 612"/>
            <p:cNvSpPr>
              <a:spLocks noChangeArrowheads="1"/>
            </p:cNvSpPr>
            <p:nvPr/>
          </p:nvSpPr>
          <p:spPr bwMode="auto">
            <a:xfrm>
              <a:off x="3987" y="3159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53" name="Rectangle 613"/>
            <p:cNvSpPr>
              <a:spLocks noChangeArrowheads="1"/>
            </p:cNvSpPr>
            <p:nvPr/>
          </p:nvSpPr>
          <p:spPr bwMode="auto">
            <a:xfrm>
              <a:off x="3724" y="315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54" name="Rectangle 614"/>
            <p:cNvSpPr>
              <a:spLocks noChangeArrowheads="1"/>
            </p:cNvSpPr>
            <p:nvPr/>
          </p:nvSpPr>
          <p:spPr bwMode="auto">
            <a:xfrm>
              <a:off x="3408" y="3159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655" name="Rectangle 615"/>
            <p:cNvSpPr>
              <a:spLocks noChangeArrowheads="1"/>
            </p:cNvSpPr>
            <p:nvPr/>
          </p:nvSpPr>
          <p:spPr bwMode="auto">
            <a:xfrm>
              <a:off x="5305" y="291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56" name="Rectangle 616"/>
            <p:cNvSpPr>
              <a:spLocks noChangeArrowheads="1"/>
            </p:cNvSpPr>
            <p:nvPr/>
          </p:nvSpPr>
          <p:spPr bwMode="auto">
            <a:xfrm>
              <a:off x="5041" y="2910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657" name="Rectangle 617"/>
            <p:cNvSpPr>
              <a:spLocks noChangeArrowheads="1"/>
            </p:cNvSpPr>
            <p:nvPr/>
          </p:nvSpPr>
          <p:spPr bwMode="auto">
            <a:xfrm>
              <a:off x="4778" y="291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658" name="Rectangle 618"/>
            <p:cNvSpPr>
              <a:spLocks noChangeArrowheads="1"/>
            </p:cNvSpPr>
            <p:nvPr/>
          </p:nvSpPr>
          <p:spPr bwMode="auto">
            <a:xfrm>
              <a:off x="4514" y="2910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659" name="Rectangle 619"/>
            <p:cNvSpPr>
              <a:spLocks noChangeArrowheads="1"/>
            </p:cNvSpPr>
            <p:nvPr/>
          </p:nvSpPr>
          <p:spPr bwMode="auto">
            <a:xfrm>
              <a:off x="4252" y="2910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60" name="Rectangle 620"/>
            <p:cNvSpPr>
              <a:spLocks noChangeArrowheads="1"/>
            </p:cNvSpPr>
            <p:nvPr/>
          </p:nvSpPr>
          <p:spPr bwMode="auto">
            <a:xfrm>
              <a:off x="3987" y="2910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61" name="Rectangle 621"/>
            <p:cNvSpPr>
              <a:spLocks noChangeArrowheads="1"/>
            </p:cNvSpPr>
            <p:nvPr/>
          </p:nvSpPr>
          <p:spPr bwMode="auto">
            <a:xfrm>
              <a:off x="3724" y="291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62" name="Rectangle 622"/>
            <p:cNvSpPr>
              <a:spLocks noChangeArrowheads="1"/>
            </p:cNvSpPr>
            <p:nvPr/>
          </p:nvSpPr>
          <p:spPr bwMode="auto">
            <a:xfrm>
              <a:off x="3408" y="2910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663" name="Rectangle 623"/>
            <p:cNvSpPr>
              <a:spLocks noChangeArrowheads="1"/>
            </p:cNvSpPr>
            <p:nvPr/>
          </p:nvSpPr>
          <p:spPr bwMode="auto">
            <a:xfrm>
              <a:off x="5305" y="266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64" name="Rectangle 624"/>
            <p:cNvSpPr>
              <a:spLocks noChangeArrowheads="1"/>
            </p:cNvSpPr>
            <p:nvPr/>
          </p:nvSpPr>
          <p:spPr bwMode="auto">
            <a:xfrm>
              <a:off x="5041" y="2661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65" name="Rectangle 625"/>
            <p:cNvSpPr>
              <a:spLocks noChangeArrowheads="1"/>
            </p:cNvSpPr>
            <p:nvPr/>
          </p:nvSpPr>
          <p:spPr bwMode="auto">
            <a:xfrm>
              <a:off x="4778" y="266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666" name="Rectangle 626"/>
            <p:cNvSpPr>
              <a:spLocks noChangeArrowheads="1"/>
            </p:cNvSpPr>
            <p:nvPr/>
          </p:nvSpPr>
          <p:spPr bwMode="auto">
            <a:xfrm>
              <a:off x="4514" y="2661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67" name="Rectangle 627"/>
            <p:cNvSpPr>
              <a:spLocks noChangeArrowheads="1"/>
            </p:cNvSpPr>
            <p:nvPr/>
          </p:nvSpPr>
          <p:spPr bwMode="auto">
            <a:xfrm>
              <a:off x="4252" y="2661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68" name="Rectangle 628"/>
            <p:cNvSpPr>
              <a:spLocks noChangeArrowheads="1"/>
            </p:cNvSpPr>
            <p:nvPr/>
          </p:nvSpPr>
          <p:spPr bwMode="auto">
            <a:xfrm>
              <a:off x="3987" y="2661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69" name="Rectangle 629"/>
            <p:cNvSpPr>
              <a:spLocks noChangeArrowheads="1"/>
            </p:cNvSpPr>
            <p:nvPr/>
          </p:nvSpPr>
          <p:spPr bwMode="auto">
            <a:xfrm>
              <a:off x="3724" y="266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70" name="Rectangle 630"/>
            <p:cNvSpPr>
              <a:spLocks noChangeArrowheads="1"/>
            </p:cNvSpPr>
            <p:nvPr/>
          </p:nvSpPr>
          <p:spPr bwMode="auto">
            <a:xfrm>
              <a:off x="3408" y="2661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671" name="Rectangle 631"/>
            <p:cNvSpPr>
              <a:spLocks noChangeArrowheads="1"/>
            </p:cNvSpPr>
            <p:nvPr/>
          </p:nvSpPr>
          <p:spPr bwMode="auto">
            <a:xfrm>
              <a:off x="5305" y="241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72" name="Rectangle 632"/>
            <p:cNvSpPr>
              <a:spLocks noChangeArrowheads="1"/>
            </p:cNvSpPr>
            <p:nvPr/>
          </p:nvSpPr>
          <p:spPr bwMode="auto">
            <a:xfrm>
              <a:off x="5041" y="2412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73" name="Rectangle 633"/>
            <p:cNvSpPr>
              <a:spLocks noChangeArrowheads="1"/>
            </p:cNvSpPr>
            <p:nvPr/>
          </p:nvSpPr>
          <p:spPr bwMode="auto">
            <a:xfrm>
              <a:off x="4778" y="241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674" name="Rectangle 634"/>
            <p:cNvSpPr>
              <a:spLocks noChangeArrowheads="1"/>
            </p:cNvSpPr>
            <p:nvPr/>
          </p:nvSpPr>
          <p:spPr bwMode="auto">
            <a:xfrm>
              <a:off x="4514" y="2412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675" name="Rectangle 635"/>
            <p:cNvSpPr>
              <a:spLocks noChangeArrowheads="1"/>
            </p:cNvSpPr>
            <p:nvPr/>
          </p:nvSpPr>
          <p:spPr bwMode="auto">
            <a:xfrm>
              <a:off x="4252" y="2412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76" name="Rectangle 636"/>
            <p:cNvSpPr>
              <a:spLocks noChangeArrowheads="1"/>
            </p:cNvSpPr>
            <p:nvPr/>
          </p:nvSpPr>
          <p:spPr bwMode="auto">
            <a:xfrm>
              <a:off x="3987" y="2412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77" name="Rectangle 637"/>
            <p:cNvSpPr>
              <a:spLocks noChangeArrowheads="1"/>
            </p:cNvSpPr>
            <p:nvPr/>
          </p:nvSpPr>
          <p:spPr bwMode="auto">
            <a:xfrm>
              <a:off x="3724" y="241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78" name="Rectangle 638"/>
            <p:cNvSpPr>
              <a:spLocks noChangeArrowheads="1"/>
            </p:cNvSpPr>
            <p:nvPr/>
          </p:nvSpPr>
          <p:spPr bwMode="auto">
            <a:xfrm>
              <a:off x="3408" y="2412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679" name="Rectangle 639"/>
            <p:cNvSpPr>
              <a:spLocks noChangeArrowheads="1"/>
            </p:cNvSpPr>
            <p:nvPr/>
          </p:nvSpPr>
          <p:spPr bwMode="auto">
            <a:xfrm>
              <a:off x="5305" y="216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80" name="Rectangle 640"/>
            <p:cNvSpPr>
              <a:spLocks noChangeArrowheads="1"/>
            </p:cNvSpPr>
            <p:nvPr/>
          </p:nvSpPr>
          <p:spPr bwMode="auto">
            <a:xfrm>
              <a:off x="5041" y="2163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681" name="Rectangle 641"/>
            <p:cNvSpPr>
              <a:spLocks noChangeArrowheads="1"/>
            </p:cNvSpPr>
            <p:nvPr/>
          </p:nvSpPr>
          <p:spPr bwMode="auto">
            <a:xfrm>
              <a:off x="4778" y="216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82" name="Rectangle 642"/>
            <p:cNvSpPr>
              <a:spLocks noChangeArrowheads="1"/>
            </p:cNvSpPr>
            <p:nvPr/>
          </p:nvSpPr>
          <p:spPr bwMode="auto">
            <a:xfrm>
              <a:off x="4514" y="2163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683" name="Rectangle 643"/>
            <p:cNvSpPr>
              <a:spLocks noChangeArrowheads="1"/>
            </p:cNvSpPr>
            <p:nvPr/>
          </p:nvSpPr>
          <p:spPr bwMode="auto">
            <a:xfrm>
              <a:off x="4252" y="2163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684" name="Rectangle 644"/>
            <p:cNvSpPr>
              <a:spLocks noChangeArrowheads="1"/>
            </p:cNvSpPr>
            <p:nvPr/>
          </p:nvSpPr>
          <p:spPr bwMode="auto">
            <a:xfrm>
              <a:off x="3987" y="2163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85" name="Rectangle 645"/>
            <p:cNvSpPr>
              <a:spLocks noChangeArrowheads="1"/>
            </p:cNvSpPr>
            <p:nvPr/>
          </p:nvSpPr>
          <p:spPr bwMode="auto">
            <a:xfrm>
              <a:off x="3724" y="216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86" name="Rectangle 646"/>
            <p:cNvSpPr>
              <a:spLocks noChangeArrowheads="1"/>
            </p:cNvSpPr>
            <p:nvPr/>
          </p:nvSpPr>
          <p:spPr bwMode="auto">
            <a:xfrm>
              <a:off x="3408" y="2163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687" name="Rectangle 647"/>
            <p:cNvSpPr>
              <a:spLocks noChangeArrowheads="1"/>
            </p:cNvSpPr>
            <p:nvPr/>
          </p:nvSpPr>
          <p:spPr bwMode="auto">
            <a:xfrm>
              <a:off x="5305" y="191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88" name="Rectangle 648"/>
            <p:cNvSpPr>
              <a:spLocks noChangeArrowheads="1"/>
            </p:cNvSpPr>
            <p:nvPr/>
          </p:nvSpPr>
          <p:spPr bwMode="auto">
            <a:xfrm>
              <a:off x="5041" y="1914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89" name="Rectangle 649"/>
            <p:cNvSpPr>
              <a:spLocks noChangeArrowheads="1"/>
            </p:cNvSpPr>
            <p:nvPr/>
          </p:nvSpPr>
          <p:spPr bwMode="auto">
            <a:xfrm>
              <a:off x="4778" y="191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90" name="Rectangle 650"/>
            <p:cNvSpPr>
              <a:spLocks noChangeArrowheads="1"/>
            </p:cNvSpPr>
            <p:nvPr/>
          </p:nvSpPr>
          <p:spPr bwMode="auto">
            <a:xfrm>
              <a:off x="4514" y="1914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91" name="Rectangle 651"/>
            <p:cNvSpPr>
              <a:spLocks noChangeArrowheads="1"/>
            </p:cNvSpPr>
            <p:nvPr/>
          </p:nvSpPr>
          <p:spPr bwMode="auto">
            <a:xfrm>
              <a:off x="4252" y="1914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692" name="Rectangle 652"/>
            <p:cNvSpPr>
              <a:spLocks noChangeArrowheads="1"/>
            </p:cNvSpPr>
            <p:nvPr/>
          </p:nvSpPr>
          <p:spPr bwMode="auto">
            <a:xfrm>
              <a:off x="3987" y="1914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693" name="Rectangle 653"/>
            <p:cNvSpPr>
              <a:spLocks noChangeArrowheads="1"/>
            </p:cNvSpPr>
            <p:nvPr/>
          </p:nvSpPr>
          <p:spPr bwMode="auto">
            <a:xfrm>
              <a:off x="3724" y="191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94" name="Rectangle 654"/>
            <p:cNvSpPr>
              <a:spLocks noChangeArrowheads="1"/>
            </p:cNvSpPr>
            <p:nvPr/>
          </p:nvSpPr>
          <p:spPr bwMode="auto">
            <a:xfrm>
              <a:off x="3408" y="1914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695" name="Rectangle 655"/>
            <p:cNvSpPr>
              <a:spLocks noChangeArrowheads="1"/>
            </p:cNvSpPr>
            <p:nvPr/>
          </p:nvSpPr>
          <p:spPr bwMode="auto">
            <a:xfrm>
              <a:off x="5305" y="166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696" name="Rectangle 656"/>
            <p:cNvSpPr>
              <a:spLocks noChangeArrowheads="1"/>
            </p:cNvSpPr>
            <p:nvPr/>
          </p:nvSpPr>
          <p:spPr bwMode="auto">
            <a:xfrm>
              <a:off x="5041" y="1665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697" name="Rectangle 657"/>
            <p:cNvSpPr>
              <a:spLocks noChangeArrowheads="1"/>
            </p:cNvSpPr>
            <p:nvPr/>
          </p:nvSpPr>
          <p:spPr bwMode="auto">
            <a:xfrm>
              <a:off x="4778" y="166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98" name="Rectangle 658"/>
            <p:cNvSpPr>
              <a:spLocks noChangeArrowheads="1"/>
            </p:cNvSpPr>
            <p:nvPr/>
          </p:nvSpPr>
          <p:spPr bwMode="auto">
            <a:xfrm>
              <a:off x="4514" y="1665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699" name="Rectangle 659"/>
            <p:cNvSpPr>
              <a:spLocks noChangeArrowheads="1"/>
            </p:cNvSpPr>
            <p:nvPr/>
          </p:nvSpPr>
          <p:spPr bwMode="auto">
            <a:xfrm>
              <a:off x="4252" y="1665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7700" name="Rectangle 660"/>
            <p:cNvSpPr>
              <a:spLocks noChangeArrowheads="1"/>
            </p:cNvSpPr>
            <p:nvPr/>
          </p:nvSpPr>
          <p:spPr bwMode="auto">
            <a:xfrm>
              <a:off x="3987" y="1665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701" name="Rectangle 661"/>
            <p:cNvSpPr>
              <a:spLocks noChangeArrowheads="1"/>
            </p:cNvSpPr>
            <p:nvPr/>
          </p:nvSpPr>
          <p:spPr bwMode="auto">
            <a:xfrm>
              <a:off x="3724" y="166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7702" name="Rectangle 662"/>
            <p:cNvSpPr>
              <a:spLocks noChangeArrowheads="1"/>
            </p:cNvSpPr>
            <p:nvPr/>
          </p:nvSpPr>
          <p:spPr bwMode="auto">
            <a:xfrm>
              <a:off x="3408" y="1665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703" name="Rectangle 663"/>
            <p:cNvSpPr>
              <a:spLocks noChangeArrowheads="1"/>
            </p:cNvSpPr>
            <p:nvPr/>
          </p:nvSpPr>
          <p:spPr bwMode="auto">
            <a:xfrm>
              <a:off x="5305" y="141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704" name="Rectangle 664"/>
            <p:cNvSpPr>
              <a:spLocks noChangeArrowheads="1"/>
            </p:cNvSpPr>
            <p:nvPr/>
          </p:nvSpPr>
          <p:spPr bwMode="auto">
            <a:xfrm>
              <a:off x="5041" y="1416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705" name="Rectangle 665"/>
            <p:cNvSpPr>
              <a:spLocks noChangeArrowheads="1"/>
            </p:cNvSpPr>
            <p:nvPr/>
          </p:nvSpPr>
          <p:spPr bwMode="auto">
            <a:xfrm>
              <a:off x="4778" y="141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706" name="Rectangle 666"/>
            <p:cNvSpPr>
              <a:spLocks noChangeArrowheads="1"/>
            </p:cNvSpPr>
            <p:nvPr/>
          </p:nvSpPr>
          <p:spPr bwMode="auto">
            <a:xfrm>
              <a:off x="4514" y="1416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707" name="Rectangle 667"/>
            <p:cNvSpPr>
              <a:spLocks noChangeArrowheads="1"/>
            </p:cNvSpPr>
            <p:nvPr/>
          </p:nvSpPr>
          <p:spPr bwMode="auto">
            <a:xfrm>
              <a:off x="4252" y="1416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708" name="Rectangle 668"/>
            <p:cNvSpPr>
              <a:spLocks noChangeArrowheads="1"/>
            </p:cNvSpPr>
            <p:nvPr/>
          </p:nvSpPr>
          <p:spPr bwMode="auto">
            <a:xfrm>
              <a:off x="3987" y="1416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709" name="Rectangle 669"/>
            <p:cNvSpPr>
              <a:spLocks noChangeArrowheads="1"/>
            </p:cNvSpPr>
            <p:nvPr/>
          </p:nvSpPr>
          <p:spPr bwMode="auto">
            <a:xfrm>
              <a:off x="3724" y="141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7710" name="Rectangle 670"/>
            <p:cNvSpPr>
              <a:spLocks noChangeArrowheads="1"/>
            </p:cNvSpPr>
            <p:nvPr/>
          </p:nvSpPr>
          <p:spPr bwMode="auto">
            <a:xfrm>
              <a:off x="3408" y="1416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b="1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L</a:t>
              </a:r>
              <a:r>
                <a:rPr lang="en-US" b="1" baseline="-25000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b="1" baseline="-25000">
                <a:latin typeface="VNI-Times" pitchFamily="2" charset="0"/>
              </a:endParaRPr>
            </a:p>
          </p:txBody>
        </p:sp>
        <p:sp>
          <p:nvSpPr>
            <p:cNvPr id="87711" name="Line 671"/>
            <p:cNvSpPr>
              <a:spLocks noChangeShapeType="1"/>
            </p:cNvSpPr>
            <p:nvPr/>
          </p:nvSpPr>
          <p:spPr bwMode="auto">
            <a:xfrm>
              <a:off x="3408" y="1416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12" name="Line 672"/>
            <p:cNvSpPr>
              <a:spLocks noChangeShapeType="1"/>
            </p:cNvSpPr>
            <p:nvPr/>
          </p:nvSpPr>
          <p:spPr bwMode="auto">
            <a:xfrm>
              <a:off x="3408" y="3408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13" name="Line 673"/>
            <p:cNvSpPr>
              <a:spLocks noChangeShapeType="1"/>
            </p:cNvSpPr>
            <p:nvPr/>
          </p:nvSpPr>
          <p:spPr bwMode="auto">
            <a:xfrm>
              <a:off x="3408" y="141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14" name="Line 674"/>
            <p:cNvSpPr>
              <a:spLocks noChangeShapeType="1"/>
            </p:cNvSpPr>
            <p:nvPr/>
          </p:nvSpPr>
          <p:spPr bwMode="auto">
            <a:xfrm>
              <a:off x="5568" y="141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15" name="Line 675"/>
            <p:cNvSpPr>
              <a:spLocks noChangeShapeType="1"/>
            </p:cNvSpPr>
            <p:nvPr/>
          </p:nvSpPr>
          <p:spPr bwMode="auto">
            <a:xfrm>
              <a:off x="3408" y="1665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16" name="Line 676"/>
            <p:cNvSpPr>
              <a:spLocks noChangeShapeType="1"/>
            </p:cNvSpPr>
            <p:nvPr/>
          </p:nvSpPr>
          <p:spPr bwMode="auto">
            <a:xfrm>
              <a:off x="3724" y="141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17" name="Line 677"/>
            <p:cNvSpPr>
              <a:spLocks noChangeShapeType="1"/>
            </p:cNvSpPr>
            <p:nvPr/>
          </p:nvSpPr>
          <p:spPr bwMode="auto">
            <a:xfrm>
              <a:off x="3987" y="141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18" name="Line 678"/>
            <p:cNvSpPr>
              <a:spLocks noChangeShapeType="1"/>
            </p:cNvSpPr>
            <p:nvPr/>
          </p:nvSpPr>
          <p:spPr bwMode="auto">
            <a:xfrm>
              <a:off x="4252" y="141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19" name="Line 679"/>
            <p:cNvSpPr>
              <a:spLocks noChangeShapeType="1"/>
            </p:cNvSpPr>
            <p:nvPr/>
          </p:nvSpPr>
          <p:spPr bwMode="auto">
            <a:xfrm>
              <a:off x="4514" y="141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20" name="Line 680"/>
            <p:cNvSpPr>
              <a:spLocks noChangeShapeType="1"/>
            </p:cNvSpPr>
            <p:nvPr/>
          </p:nvSpPr>
          <p:spPr bwMode="auto">
            <a:xfrm>
              <a:off x="4778" y="141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21" name="Line 681"/>
            <p:cNvSpPr>
              <a:spLocks noChangeShapeType="1"/>
            </p:cNvSpPr>
            <p:nvPr/>
          </p:nvSpPr>
          <p:spPr bwMode="auto">
            <a:xfrm>
              <a:off x="5041" y="141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22" name="Line 682"/>
            <p:cNvSpPr>
              <a:spLocks noChangeShapeType="1"/>
            </p:cNvSpPr>
            <p:nvPr/>
          </p:nvSpPr>
          <p:spPr bwMode="auto">
            <a:xfrm>
              <a:off x="5305" y="141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23" name="Line 683"/>
            <p:cNvSpPr>
              <a:spLocks noChangeShapeType="1"/>
            </p:cNvSpPr>
            <p:nvPr/>
          </p:nvSpPr>
          <p:spPr bwMode="auto">
            <a:xfrm>
              <a:off x="3408" y="1914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24" name="Line 684"/>
            <p:cNvSpPr>
              <a:spLocks noChangeShapeType="1"/>
            </p:cNvSpPr>
            <p:nvPr/>
          </p:nvSpPr>
          <p:spPr bwMode="auto">
            <a:xfrm>
              <a:off x="3408" y="2163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25" name="Line 685"/>
            <p:cNvSpPr>
              <a:spLocks noChangeShapeType="1"/>
            </p:cNvSpPr>
            <p:nvPr/>
          </p:nvSpPr>
          <p:spPr bwMode="auto">
            <a:xfrm>
              <a:off x="3408" y="2412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26" name="Line 686"/>
            <p:cNvSpPr>
              <a:spLocks noChangeShapeType="1"/>
            </p:cNvSpPr>
            <p:nvPr/>
          </p:nvSpPr>
          <p:spPr bwMode="auto">
            <a:xfrm>
              <a:off x="3408" y="2661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27" name="Line 687"/>
            <p:cNvSpPr>
              <a:spLocks noChangeShapeType="1"/>
            </p:cNvSpPr>
            <p:nvPr/>
          </p:nvSpPr>
          <p:spPr bwMode="auto">
            <a:xfrm>
              <a:off x="3408" y="2910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28" name="Line 688"/>
            <p:cNvSpPr>
              <a:spLocks noChangeShapeType="1"/>
            </p:cNvSpPr>
            <p:nvPr/>
          </p:nvSpPr>
          <p:spPr bwMode="auto">
            <a:xfrm>
              <a:off x="3408" y="3159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729" name="Rectangle 689"/>
            <p:cNvSpPr>
              <a:spLocks noChangeArrowheads="1"/>
            </p:cNvSpPr>
            <p:nvPr/>
          </p:nvSpPr>
          <p:spPr bwMode="auto">
            <a:xfrm>
              <a:off x="3744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730" name="Rectangle 690"/>
            <p:cNvSpPr>
              <a:spLocks noChangeArrowheads="1"/>
            </p:cNvSpPr>
            <p:nvPr/>
          </p:nvSpPr>
          <p:spPr bwMode="auto">
            <a:xfrm>
              <a:off x="3744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31" name="Rectangle 691"/>
            <p:cNvSpPr>
              <a:spLocks noChangeArrowheads="1"/>
            </p:cNvSpPr>
            <p:nvPr/>
          </p:nvSpPr>
          <p:spPr bwMode="auto">
            <a:xfrm>
              <a:off x="3744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32" name="Rectangle 692"/>
            <p:cNvSpPr>
              <a:spLocks noChangeArrowheads="1"/>
            </p:cNvSpPr>
            <p:nvPr/>
          </p:nvSpPr>
          <p:spPr bwMode="auto">
            <a:xfrm>
              <a:off x="3744" y="261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33" name="Rectangle 693"/>
            <p:cNvSpPr>
              <a:spLocks noChangeArrowheads="1"/>
            </p:cNvSpPr>
            <p:nvPr/>
          </p:nvSpPr>
          <p:spPr bwMode="auto">
            <a:xfrm>
              <a:off x="3744" y="24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34" name="Rectangle 694"/>
            <p:cNvSpPr>
              <a:spLocks noChangeArrowheads="1"/>
            </p:cNvSpPr>
            <p:nvPr/>
          </p:nvSpPr>
          <p:spPr bwMode="auto">
            <a:xfrm>
              <a:off x="3744" y="29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87735" name="Rectangle 695"/>
            <p:cNvSpPr>
              <a:spLocks noChangeArrowheads="1"/>
            </p:cNvSpPr>
            <p:nvPr/>
          </p:nvSpPr>
          <p:spPr bwMode="auto">
            <a:xfrm>
              <a:off x="3744" y="31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87736" name="Rectangle 696"/>
            <p:cNvSpPr>
              <a:spLocks noChangeArrowheads="1"/>
            </p:cNvSpPr>
            <p:nvPr/>
          </p:nvSpPr>
          <p:spPr bwMode="auto">
            <a:xfrm>
              <a:off x="3984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87737" name="Rectangle 697"/>
            <p:cNvSpPr>
              <a:spLocks noChangeArrowheads="1"/>
            </p:cNvSpPr>
            <p:nvPr/>
          </p:nvSpPr>
          <p:spPr bwMode="auto">
            <a:xfrm>
              <a:off x="3984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738" name="Rectangle 698"/>
            <p:cNvSpPr>
              <a:spLocks noChangeArrowheads="1"/>
            </p:cNvSpPr>
            <p:nvPr/>
          </p:nvSpPr>
          <p:spPr bwMode="auto">
            <a:xfrm>
              <a:off x="3984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39" name="Rectangle 699"/>
            <p:cNvSpPr>
              <a:spLocks noChangeArrowheads="1"/>
            </p:cNvSpPr>
            <p:nvPr/>
          </p:nvSpPr>
          <p:spPr bwMode="auto">
            <a:xfrm>
              <a:off x="3984" y="24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40" name="Rectangle 700"/>
            <p:cNvSpPr>
              <a:spLocks noChangeArrowheads="1"/>
            </p:cNvSpPr>
            <p:nvPr/>
          </p:nvSpPr>
          <p:spPr bwMode="auto">
            <a:xfrm>
              <a:off x="3984" y="26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41" name="Rectangle 701"/>
            <p:cNvSpPr>
              <a:spLocks noChangeArrowheads="1"/>
            </p:cNvSpPr>
            <p:nvPr/>
          </p:nvSpPr>
          <p:spPr bwMode="auto">
            <a:xfrm>
              <a:off x="3984" y="29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42" name="Rectangle 702"/>
            <p:cNvSpPr>
              <a:spLocks noChangeArrowheads="1"/>
            </p:cNvSpPr>
            <p:nvPr/>
          </p:nvSpPr>
          <p:spPr bwMode="auto">
            <a:xfrm>
              <a:off x="3984" y="31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43" name="Rectangle 703"/>
            <p:cNvSpPr>
              <a:spLocks noChangeArrowheads="1"/>
            </p:cNvSpPr>
            <p:nvPr/>
          </p:nvSpPr>
          <p:spPr bwMode="auto">
            <a:xfrm>
              <a:off x="4272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87744" name="Rectangle 704"/>
            <p:cNvSpPr>
              <a:spLocks noChangeArrowheads="1"/>
            </p:cNvSpPr>
            <p:nvPr/>
          </p:nvSpPr>
          <p:spPr bwMode="auto">
            <a:xfrm>
              <a:off x="4272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87745" name="Rectangle 705"/>
            <p:cNvSpPr>
              <a:spLocks noChangeArrowheads="1"/>
            </p:cNvSpPr>
            <p:nvPr/>
          </p:nvSpPr>
          <p:spPr bwMode="auto">
            <a:xfrm>
              <a:off x="4272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746" name="Rectangle 706"/>
            <p:cNvSpPr>
              <a:spLocks noChangeArrowheads="1"/>
            </p:cNvSpPr>
            <p:nvPr/>
          </p:nvSpPr>
          <p:spPr bwMode="auto">
            <a:xfrm>
              <a:off x="4272" y="24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47" name="Rectangle 707"/>
            <p:cNvSpPr>
              <a:spLocks noChangeArrowheads="1"/>
            </p:cNvSpPr>
            <p:nvPr/>
          </p:nvSpPr>
          <p:spPr bwMode="auto">
            <a:xfrm>
              <a:off x="4272" y="26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48" name="Rectangle 708"/>
            <p:cNvSpPr>
              <a:spLocks noChangeArrowheads="1"/>
            </p:cNvSpPr>
            <p:nvPr/>
          </p:nvSpPr>
          <p:spPr bwMode="auto">
            <a:xfrm>
              <a:off x="4272" y="29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49" name="Rectangle 709"/>
            <p:cNvSpPr>
              <a:spLocks noChangeArrowheads="1"/>
            </p:cNvSpPr>
            <p:nvPr/>
          </p:nvSpPr>
          <p:spPr bwMode="auto">
            <a:xfrm>
              <a:off x="4272" y="31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87750" name="Rectangle 710"/>
            <p:cNvSpPr>
              <a:spLocks noChangeArrowheads="1"/>
            </p:cNvSpPr>
            <p:nvPr/>
          </p:nvSpPr>
          <p:spPr bwMode="auto">
            <a:xfrm>
              <a:off x="4512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CC00FF"/>
                  </a:solidFill>
                  <a:sym typeface="Symbol" pitchFamily="18" charset="2"/>
                </a:rPr>
                <a:t>4</a:t>
              </a:r>
            </a:p>
          </p:txBody>
        </p:sp>
        <p:sp>
          <p:nvSpPr>
            <p:cNvPr id="87751" name="Rectangle 711"/>
            <p:cNvSpPr>
              <a:spLocks noChangeArrowheads="1"/>
            </p:cNvSpPr>
            <p:nvPr/>
          </p:nvSpPr>
          <p:spPr bwMode="auto">
            <a:xfrm>
              <a:off x="4512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CC00FF"/>
                  </a:solidFill>
                  <a:sym typeface="Symbol" pitchFamily="18" charset="2"/>
                </a:rPr>
                <a:t>5</a:t>
              </a:r>
            </a:p>
          </p:txBody>
        </p:sp>
        <p:sp>
          <p:nvSpPr>
            <p:cNvPr id="87752" name="Rectangle 712"/>
            <p:cNvSpPr>
              <a:spLocks noChangeArrowheads="1"/>
            </p:cNvSpPr>
            <p:nvPr/>
          </p:nvSpPr>
          <p:spPr bwMode="auto">
            <a:xfrm>
              <a:off x="4512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87753" name="Rectangle 713"/>
            <p:cNvSpPr>
              <a:spLocks noChangeArrowheads="1"/>
            </p:cNvSpPr>
            <p:nvPr/>
          </p:nvSpPr>
          <p:spPr bwMode="auto">
            <a:xfrm>
              <a:off x="4512" y="24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7754" name="Rectangle 714"/>
            <p:cNvSpPr>
              <a:spLocks noChangeArrowheads="1"/>
            </p:cNvSpPr>
            <p:nvPr/>
          </p:nvSpPr>
          <p:spPr bwMode="auto">
            <a:xfrm>
              <a:off x="4512" y="26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55" name="Rectangle 715"/>
            <p:cNvSpPr>
              <a:spLocks noChangeArrowheads="1"/>
            </p:cNvSpPr>
            <p:nvPr/>
          </p:nvSpPr>
          <p:spPr bwMode="auto">
            <a:xfrm>
              <a:off x="4512" y="29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87756" name="Rectangle 716"/>
            <p:cNvSpPr>
              <a:spLocks noChangeArrowheads="1"/>
            </p:cNvSpPr>
            <p:nvPr/>
          </p:nvSpPr>
          <p:spPr bwMode="auto">
            <a:xfrm>
              <a:off x="4512" y="31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87757" name="Rectangle 717"/>
            <p:cNvSpPr>
              <a:spLocks noChangeArrowheads="1"/>
            </p:cNvSpPr>
            <p:nvPr/>
          </p:nvSpPr>
          <p:spPr bwMode="auto">
            <a:xfrm>
              <a:off x="4800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58" name="Rectangle 718"/>
            <p:cNvSpPr>
              <a:spLocks noChangeArrowheads="1"/>
            </p:cNvSpPr>
            <p:nvPr/>
          </p:nvSpPr>
          <p:spPr bwMode="auto">
            <a:xfrm>
              <a:off x="4800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59" name="Rectangle 719"/>
            <p:cNvSpPr>
              <a:spLocks noChangeArrowheads="1"/>
            </p:cNvSpPr>
            <p:nvPr/>
          </p:nvSpPr>
          <p:spPr bwMode="auto">
            <a:xfrm>
              <a:off x="4800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60" name="Rectangle 720"/>
            <p:cNvSpPr>
              <a:spLocks noChangeArrowheads="1"/>
            </p:cNvSpPr>
            <p:nvPr/>
          </p:nvSpPr>
          <p:spPr bwMode="auto">
            <a:xfrm>
              <a:off x="4800" y="24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7761" name="Rectangle 721"/>
            <p:cNvSpPr>
              <a:spLocks noChangeArrowheads="1"/>
            </p:cNvSpPr>
            <p:nvPr/>
          </p:nvSpPr>
          <p:spPr bwMode="auto">
            <a:xfrm>
              <a:off x="4800" y="26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7762" name="Rectangle 722"/>
            <p:cNvSpPr>
              <a:spLocks noChangeArrowheads="1"/>
            </p:cNvSpPr>
            <p:nvPr/>
          </p:nvSpPr>
          <p:spPr bwMode="auto">
            <a:xfrm>
              <a:off x="4800" y="29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87763" name="Rectangle 723"/>
            <p:cNvSpPr>
              <a:spLocks noChangeArrowheads="1"/>
            </p:cNvSpPr>
            <p:nvPr/>
          </p:nvSpPr>
          <p:spPr bwMode="auto">
            <a:xfrm>
              <a:off x="4800" y="31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-6</a:t>
              </a:r>
            </a:p>
          </p:txBody>
        </p:sp>
        <p:sp>
          <p:nvSpPr>
            <p:cNvPr id="87764" name="Rectangle 724"/>
            <p:cNvSpPr>
              <a:spLocks noChangeArrowheads="1"/>
            </p:cNvSpPr>
            <p:nvPr/>
          </p:nvSpPr>
          <p:spPr bwMode="auto">
            <a:xfrm>
              <a:off x="5040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CC00FF"/>
                  </a:solidFill>
                  <a:sym typeface="Symbol" pitchFamily="18" charset="2"/>
                </a:rPr>
                <a:t>0</a:t>
              </a:r>
            </a:p>
          </p:txBody>
        </p:sp>
        <p:sp>
          <p:nvSpPr>
            <p:cNvPr id="87765" name="Rectangle 725"/>
            <p:cNvSpPr>
              <a:spLocks noChangeArrowheads="1"/>
            </p:cNvSpPr>
            <p:nvPr/>
          </p:nvSpPr>
          <p:spPr bwMode="auto">
            <a:xfrm>
              <a:off x="5040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CC00FF"/>
                  </a:solidFill>
                  <a:sym typeface="Symbol" pitchFamily="18" charset="2"/>
                </a:rPr>
                <a:t>-1</a:t>
              </a:r>
            </a:p>
          </p:txBody>
        </p:sp>
        <p:sp>
          <p:nvSpPr>
            <p:cNvPr id="87766" name="Rectangle 726"/>
            <p:cNvSpPr>
              <a:spLocks noChangeArrowheads="1"/>
            </p:cNvSpPr>
            <p:nvPr/>
          </p:nvSpPr>
          <p:spPr bwMode="auto">
            <a:xfrm>
              <a:off x="5040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7767" name="Rectangle 727"/>
            <p:cNvSpPr>
              <a:spLocks noChangeArrowheads="1"/>
            </p:cNvSpPr>
            <p:nvPr/>
          </p:nvSpPr>
          <p:spPr bwMode="auto">
            <a:xfrm>
              <a:off x="5040" y="24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68" name="Rectangle 728"/>
            <p:cNvSpPr>
              <a:spLocks noChangeArrowheads="1"/>
            </p:cNvSpPr>
            <p:nvPr/>
          </p:nvSpPr>
          <p:spPr bwMode="auto">
            <a:xfrm>
              <a:off x="5040" y="26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69" name="Rectangle 729"/>
            <p:cNvSpPr>
              <a:spLocks noChangeArrowheads="1"/>
            </p:cNvSpPr>
            <p:nvPr/>
          </p:nvSpPr>
          <p:spPr bwMode="auto">
            <a:xfrm>
              <a:off x="5040" y="29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7770" name="Rectangle 730"/>
            <p:cNvSpPr>
              <a:spLocks noChangeArrowheads="1"/>
            </p:cNvSpPr>
            <p:nvPr/>
          </p:nvSpPr>
          <p:spPr bwMode="auto">
            <a:xfrm>
              <a:off x="5040" y="31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CC00FF"/>
                  </a:solidFill>
                  <a:sym typeface="Symbol" pitchFamily="18" charset="2"/>
                </a:rPr>
                <a:t>4</a:t>
              </a:r>
              <a:endParaRPr lang="en-US" b="1">
                <a:solidFill>
                  <a:srgbClr val="CC00FF"/>
                </a:solidFill>
              </a:endParaRPr>
            </a:p>
          </p:txBody>
        </p:sp>
        <p:sp>
          <p:nvSpPr>
            <p:cNvPr id="87771" name="Rectangle 731"/>
            <p:cNvSpPr>
              <a:spLocks noChangeArrowheads="1"/>
            </p:cNvSpPr>
            <p:nvPr/>
          </p:nvSpPr>
          <p:spPr bwMode="auto">
            <a:xfrm>
              <a:off x="5328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7772" name="Rectangle 732"/>
            <p:cNvSpPr>
              <a:spLocks noChangeArrowheads="1"/>
            </p:cNvSpPr>
            <p:nvPr/>
          </p:nvSpPr>
          <p:spPr bwMode="auto">
            <a:xfrm>
              <a:off x="5328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73" name="Rectangle 733"/>
            <p:cNvSpPr>
              <a:spLocks noChangeArrowheads="1"/>
            </p:cNvSpPr>
            <p:nvPr/>
          </p:nvSpPr>
          <p:spPr bwMode="auto">
            <a:xfrm>
              <a:off x="5328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74" name="Rectangle 734"/>
            <p:cNvSpPr>
              <a:spLocks noChangeArrowheads="1"/>
            </p:cNvSpPr>
            <p:nvPr/>
          </p:nvSpPr>
          <p:spPr bwMode="auto">
            <a:xfrm>
              <a:off x="5328" y="24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75" name="Rectangle 735"/>
            <p:cNvSpPr>
              <a:spLocks noChangeArrowheads="1"/>
            </p:cNvSpPr>
            <p:nvPr/>
          </p:nvSpPr>
          <p:spPr bwMode="auto">
            <a:xfrm>
              <a:off x="5328" y="26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76" name="Rectangle 736"/>
            <p:cNvSpPr>
              <a:spLocks noChangeArrowheads="1"/>
            </p:cNvSpPr>
            <p:nvPr/>
          </p:nvSpPr>
          <p:spPr bwMode="auto">
            <a:xfrm>
              <a:off x="5328" y="29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7777" name="Rectangle 737"/>
            <p:cNvSpPr>
              <a:spLocks noChangeArrowheads="1"/>
            </p:cNvSpPr>
            <p:nvPr/>
          </p:nvSpPr>
          <p:spPr bwMode="auto">
            <a:xfrm>
              <a:off x="5328" y="31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7778" name="Rectangle 738"/>
            <p:cNvSpPr>
              <a:spLocks noChangeArrowheads="1"/>
            </p:cNvSpPr>
            <p:nvPr/>
          </p:nvSpPr>
          <p:spPr bwMode="auto">
            <a:xfrm>
              <a:off x="3168" y="1656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7779" name="Rectangle 739"/>
            <p:cNvSpPr>
              <a:spLocks noChangeArrowheads="1"/>
            </p:cNvSpPr>
            <p:nvPr/>
          </p:nvSpPr>
          <p:spPr bwMode="auto">
            <a:xfrm>
              <a:off x="3168" y="194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7780" name="Rectangle 740"/>
            <p:cNvSpPr>
              <a:spLocks noChangeArrowheads="1"/>
            </p:cNvSpPr>
            <p:nvPr/>
          </p:nvSpPr>
          <p:spPr bwMode="auto">
            <a:xfrm>
              <a:off x="3168" y="218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7781" name="Rectangle 741"/>
            <p:cNvSpPr>
              <a:spLocks noChangeArrowheads="1"/>
            </p:cNvSpPr>
            <p:nvPr/>
          </p:nvSpPr>
          <p:spPr bwMode="auto">
            <a:xfrm>
              <a:off x="3168" y="242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7782" name="Rectangle 742"/>
            <p:cNvSpPr>
              <a:spLocks noChangeArrowheads="1"/>
            </p:cNvSpPr>
            <p:nvPr/>
          </p:nvSpPr>
          <p:spPr bwMode="auto">
            <a:xfrm>
              <a:off x="3168" y="266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7783" name="Rectangle 743"/>
            <p:cNvSpPr>
              <a:spLocks noChangeArrowheads="1"/>
            </p:cNvSpPr>
            <p:nvPr/>
          </p:nvSpPr>
          <p:spPr bwMode="auto">
            <a:xfrm>
              <a:off x="3168" y="29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7784" name="Rectangle 744"/>
            <p:cNvSpPr>
              <a:spLocks noChangeArrowheads="1"/>
            </p:cNvSpPr>
            <p:nvPr/>
          </p:nvSpPr>
          <p:spPr bwMode="auto">
            <a:xfrm>
              <a:off x="3168" y="314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7785" name="Rectangle 745"/>
            <p:cNvSpPr>
              <a:spLocks noChangeArrowheads="1"/>
            </p:cNvSpPr>
            <p:nvPr/>
          </p:nvSpPr>
          <p:spPr bwMode="auto">
            <a:xfrm>
              <a:off x="3792" y="12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7786" name="Rectangle 746"/>
            <p:cNvSpPr>
              <a:spLocks noChangeArrowheads="1"/>
            </p:cNvSpPr>
            <p:nvPr/>
          </p:nvSpPr>
          <p:spPr bwMode="auto">
            <a:xfrm>
              <a:off x="4080" y="12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7787" name="Rectangle 747"/>
            <p:cNvSpPr>
              <a:spLocks noChangeArrowheads="1"/>
            </p:cNvSpPr>
            <p:nvPr/>
          </p:nvSpPr>
          <p:spPr bwMode="auto">
            <a:xfrm>
              <a:off x="4320" y="12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7788" name="Rectangle 748"/>
            <p:cNvSpPr>
              <a:spLocks noChangeArrowheads="1"/>
            </p:cNvSpPr>
            <p:nvPr/>
          </p:nvSpPr>
          <p:spPr bwMode="auto">
            <a:xfrm>
              <a:off x="4608" y="12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7789" name="Rectangle 749"/>
            <p:cNvSpPr>
              <a:spLocks noChangeArrowheads="1"/>
            </p:cNvSpPr>
            <p:nvPr/>
          </p:nvSpPr>
          <p:spPr bwMode="auto">
            <a:xfrm>
              <a:off x="4896" y="12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7790" name="Rectangle 750"/>
            <p:cNvSpPr>
              <a:spLocks noChangeArrowheads="1"/>
            </p:cNvSpPr>
            <p:nvPr/>
          </p:nvSpPr>
          <p:spPr bwMode="auto">
            <a:xfrm>
              <a:off x="5136" y="12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7791" name="Rectangle 751"/>
            <p:cNvSpPr>
              <a:spLocks noChangeArrowheads="1"/>
            </p:cNvSpPr>
            <p:nvPr/>
          </p:nvSpPr>
          <p:spPr bwMode="auto">
            <a:xfrm>
              <a:off x="5424" y="12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grpSp>
        <p:nvGrpSpPr>
          <p:cNvPr id="7" name="Group 752"/>
          <p:cNvGrpSpPr>
            <a:grpSpLocks/>
          </p:cNvGrpSpPr>
          <p:nvPr/>
        </p:nvGrpSpPr>
        <p:grpSpPr bwMode="auto">
          <a:xfrm>
            <a:off x="2590800" y="1600200"/>
            <a:ext cx="2895600" cy="4191000"/>
            <a:chOff x="1488" y="816"/>
            <a:chExt cx="1824" cy="2640"/>
          </a:xfrm>
        </p:grpSpPr>
        <p:grpSp>
          <p:nvGrpSpPr>
            <p:cNvPr id="8" name="Group 753"/>
            <p:cNvGrpSpPr>
              <a:grpSpLocks/>
            </p:cNvGrpSpPr>
            <p:nvPr/>
          </p:nvGrpSpPr>
          <p:grpSpPr bwMode="auto">
            <a:xfrm>
              <a:off x="1488" y="816"/>
              <a:ext cx="1824" cy="2640"/>
              <a:chOff x="1488" y="816"/>
              <a:chExt cx="1824" cy="2640"/>
            </a:xfrm>
          </p:grpSpPr>
          <p:sp>
            <p:nvSpPr>
              <p:cNvPr id="87794" name="Rectangle 754"/>
              <p:cNvSpPr>
                <a:spLocks noChangeArrowheads="1"/>
              </p:cNvSpPr>
              <p:nvPr/>
            </p:nvSpPr>
            <p:spPr bwMode="auto">
              <a:xfrm>
                <a:off x="1872" y="3120"/>
                <a:ext cx="1440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VNI-Times" pitchFamily="2" charset="0"/>
                  </a:rPr>
                  <a:t>Ñaõ thay ñoåi giaù trò neân</a:t>
                </a:r>
              </a:p>
            </p:txBody>
          </p:sp>
          <p:sp>
            <p:nvSpPr>
              <p:cNvPr id="87795" name="Line 755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96" name="Line 756"/>
              <p:cNvSpPr>
                <a:spLocks noChangeShapeType="1"/>
              </p:cNvSpPr>
              <p:nvPr/>
            </p:nvSpPr>
            <p:spPr bwMode="auto">
              <a:xfrm flipH="1">
                <a:off x="2016" y="1056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97" name="Line 757"/>
              <p:cNvSpPr>
                <a:spLocks noChangeShapeType="1"/>
              </p:cNvSpPr>
              <p:nvPr/>
            </p:nvSpPr>
            <p:spPr bwMode="auto">
              <a:xfrm flipH="1">
                <a:off x="1488" y="816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98" name="Line 758"/>
              <p:cNvSpPr>
                <a:spLocks noChangeShapeType="1"/>
              </p:cNvSpPr>
              <p:nvPr/>
            </p:nvSpPr>
            <p:spPr bwMode="auto">
              <a:xfrm flipH="1">
                <a:off x="1968" y="96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99" name="Line 759"/>
              <p:cNvSpPr>
                <a:spLocks noChangeShapeType="1"/>
              </p:cNvSpPr>
              <p:nvPr/>
            </p:nvSpPr>
            <p:spPr bwMode="auto">
              <a:xfrm>
                <a:off x="2592" y="816"/>
                <a:ext cx="0" cy="23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7800" name="Line 760"/>
            <p:cNvSpPr>
              <a:spLocks noChangeShapeType="1"/>
            </p:cNvSpPr>
            <p:nvPr/>
          </p:nvSpPr>
          <p:spPr bwMode="auto">
            <a:xfrm flipH="1">
              <a:off x="2064" y="240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7801" name="Line 761"/>
          <p:cNvSpPr>
            <a:spLocks noChangeShapeType="1"/>
          </p:cNvSpPr>
          <p:nvPr/>
        </p:nvSpPr>
        <p:spPr bwMode="auto">
          <a:xfrm>
            <a:off x="7086600" y="1219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7802" name="Line 762"/>
          <p:cNvSpPr>
            <a:spLocks noChangeShapeType="1"/>
          </p:cNvSpPr>
          <p:nvPr/>
        </p:nvSpPr>
        <p:spPr bwMode="auto">
          <a:xfrm>
            <a:off x="7086600" y="1524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7803" name="Line 763"/>
          <p:cNvSpPr>
            <a:spLocks noChangeShapeType="1"/>
          </p:cNvSpPr>
          <p:nvPr/>
        </p:nvSpPr>
        <p:spPr bwMode="auto">
          <a:xfrm>
            <a:off x="7086600" y="1676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7804" name="Line 764"/>
          <p:cNvSpPr>
            <a:spLocks noChangeShapeType="1"/>
          </p:cNvSpPr>
          <p:nvPr/>
        </p:nvSpPr>
        <p:spPr bwMode="auto">
          <a:xfrm>
            <a:off x="7086600" y="1905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7805" name="Line 765"/>
          <p:cNvSpPr>
            <a:spLocks noChangeShapeType="1"/>
          </p:cNvSpPr>
          <p:nvPr/>
        </p:nvSpPr>
        <p:spPr bwMode="auto">
          <a:xfrm>
            <a:off x="7086600" y="39624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7806" name="Rectangle 766"/>
          <p:cNvSpPr>
            <a:spLocks noChangeArrowheads="1"/>
          </p:cNvSpPr>
          <p:nvPr/>
        </p:nvSpPr>
        <p:spPr bwMode="auto">
          <a:xfrm>
            <a:off x="5715000" y="5105400"/>
            <a:ext cx="2895600" cy="7620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>
                <a:latin typeface="VNI-Times" pitchFamily="2" charset="0"/>
              </a:rPr>
              <a:t>Ñaõ coù P</a:t>
            </a:r>
            <a:r>
              <a:rPr lang="en-US" sz="2800" baseline="-25000">
                <a:latin typeface="VNI-Times" pitchFamily="2" charset="0"/>
              </a:rPr>
              <a:t>2</a:t>
            </a:r>
            <a:r>
              <a:rPr lang="en-US" sz="2800">
                <a:latin typeface="VNI-Times" pitchFamily="2" charset="0"/>
              </a:rPr>
              <a:t>. Tìm L</a:t>
            </a:r>
            <a:r>
              <a:rPr lang="en-US" sz="2800" baseline="-25000">
                <a:latin typeface="VNI-Times" pitchFamily="2" charset="0"/>
              </a:rPr>
              <a:t>3</a:t>
            </a:r>
          </a:p>
        </p:txBody>
      </p:sp>
      <p:sp>
        <p:nvSpPr>
          <p:cNvPr id="87808" name="Rectangle 768"/>
          <p:cNvSpPr>
            <a:spLocks noChangeArrowheads="1"/>
          </p:cNvSpPr>
          <p:nvPr/>
        </p:nvSpPr>
        <p:spPr bwMode="auto">
          <a:xfrm>
            <a:off x="533400" y="5105400"/>
            <a:ext cx="2438400" cy="762000"/>
          </a:xfrm>
          <a:prstGeom prst="rect">
            <a:avLst/>
          </a:prstGeom>
          <a:noFill/>
          <a:ln w="38100" cap="rnd">
            <a:solidFill>
              <a:srgbClr val="0000FF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VNI-Times" pitchFamily="2" charset="0"/>
              </a:rPr>
              <a:t>Caùc oâ khaùc vieát laïi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7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7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7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7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7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8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87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7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8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87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87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in)">
                                      <p:cBhvr>
                                        <p:cTn id="7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in)">
                                      <p:cBhvr>
                                        <p:cTn id="8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000"/>
                            </p:stCondLst>
                            <p:childTnLst>
                              <p:par>
                                <p:cTn id="8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6" dur="500"/>
                                        <p:tgtEl>
                                          <p:spTgt spid="8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876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4" dur="500"/>
                                        <p:tgtEl>
                                          <p:spTgt spid="8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875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000"/>
                            </p:stCondLst>
                            <p:childTnLst>
                              <p:par>
                                <p:cTn id="11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2" dur="500"/>
                                        <p:tgtEl>
                                          <p:spTgt spid="87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876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2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0" dur="500"/>
                                        <p:tgtEl>
                                          <p:spTgt spid="8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5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876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2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000"/>
                            </p:stCondLst>
                            <p:childTnLst>
                              <p:par>
                                <p:cTn id="12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8" dur="500"/>
                                        <p:tgtEl>
                                          <p:spTgt spid="87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500"/>
                            </p:stCondLst>
                            <p:childTnLst>
                              <p:par>
                                <p:cTn id="1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876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0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7" dur="500"/>
                                        <p:tgtEl>
                                          <p:spTgt spid="87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7" dur="500"/>
                                        <p:tgtEl>
                                          <p:spTgt spid="8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575" grpId="0"/>
      <p:bldP spid="87576" grpId="0"/>
      <p:bldP spid="87577" grpId="0"/>
      <p:bldP spid="87578" grpId="0"/>
      <p:bldP spid="87579" grpId="0"/>
      <p:bldP spid="87580" grpId="0"/>
      <p:bldP spid="87581" grpId="0"/>
      <p:bldP spid="87582" grpId="0"/>
      <p:bldP spid="87583" grpId="0"/>
      <p:bldP spid="87584" grpId="0"/>
      <p:bldP spid="87585" grpId="0"/>
      <p:bldP spid="87586" grpId="0"/>
      <p:bldP spid="87587" grpId="0"/>
      <p:bldP spid="87588" grpId="0"/>
      <p:bldP spid="87590" grpId="0"/>
      <p:bldP spid="87603" grpId="0"/>
      <p:bldP spid="87623" grpId="0"/>
      <p:bldP spid="87624" grpId="0"/>
      <p:bldP spid="87626" grpId="0"/>
      <p:bldP spid="87639" grpId="0" animBg="1"/>
      <p:bldP spid="87639" grpId="1" animBg="1"/>
      <p:bldP spid="87645" grpId="0" animBg="1" autoUpdateAnimBg="0"/>
      <p:bldP spid="87801" grpId="0" animBg="1"/>
      <p:bldP spid="87802" grpId="0" animBg="1"/>
      <p:bldP spid="87803" grpId="0" animBg="1"/>
      <p:bldP spid="87804" grpId="0" animBg="1"/>
      <p:bldP spid="87805" grpId="0" animBg="1"/>
      <p:bldP spid="87806" grpId="0" animBg="1"/>
      <p:bldP spid="8780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1524000" y="228600"/>
            <a:ext cx="1524000" cy="4572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800" b="1">
                <a:solidFill>
                  <a:srgbClr val="FF0000"/>
                </a:solidFill>
              </a:rPr>
              <a:t>ìm L</a:t>
            </a:r>
            <a:r>
              <a:rPr lang="en-US" sz="2800" b="1" baseline="-25000">
                <a:solidFill>
                  <a:srgbClr val="FF0000"/>
                </a:solidFill>
              </a:rPr>
              <a:t>3</a:t>
            </a:r>
          </a:p>
        </p:txBody>
      </p:sp>
      <p:grpSp>
        <p:nvGrpSpPr>
          <p:cNvPr id="2" name="Group 304"/>
          <p:cNvGrpSpPr>
            <a:grpSpLocks/>
          </p:cNvGrpSpPr>
          <p:nvPr/>
        </p:nvGrpSpPr>
        <p:grpSpPr bwMode="auto">
          <a:xfrm>
            <a:off x="0" y="1333500"/>
            <a:ext cx="3810000" cy="3543300"/>
            <a:chOff x="0" y="696"/>
            <a:chExt cx="2400" cy="2232"/>
          </a:xfrm>
        </p:grpSpPr>
        <p:sp>
          <p:nvSpPr>
            <p:cNvPr id="66566" name="Rectangle 6"/>
            <p:cNvSpPr>
              <a:spLocks noChangeArrowheads="1"/>
            </p:cNvSpPr>
            <p:nvPr/>
          </p:nvSpPr>
          <p:spPr bwMode="auto">
            <a:xfrm>
              <a:off x="2137" y="267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67" name="Rectangle 7"/>
            <p:cNvSpPr>
              <a:spLocks noChangeArrowheads="1"/>
            </p:cNvSpPr>
            <p:nvPr/>
          </p:nvSpPr>
          <p:spPr bwMode="auto">
            <a:xfrm>
              <a:off x="1873" y="2679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68" name="Rectangle 8"/>
            <p:cNvSpPr>
              <a:spLocks noChangeArrowheads="1"/>
            </p:cNvSpPr>
            <p:nvPr/>
          </p:nvSpPr>
          <p:spPr bwMode="auto">
            <a:xfrm>
              <a:off x="1610" y="267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69" name="Rectangle 9"/>
            <p:cNvSpPr>
              <a:spLocks noChangeArrowheads="1"/>
            </p:cNvSpPr>
            <p:nvPr/>
          </p:nvSpPr>
          <p:spPr bwMode="auto">
            <a:xfrm>
              <a:off x="1346" y="2679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70" name="Rectangle 10"/>
            <p:cNvSpPr>
              <a:spLocks noChangeArrowheads="1"/>
            </p:cNvSpPr>
            <p:nvPr/>
          </p:nvSpPr>
          <p:spPr bwMode="auto">
            <a:xfrm>
              <a:off x="1084" y="2679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71" name="Rectangle 11"/>
            <p:cNvSpPr>
              <a:spLocks noChangeArrowheads="1"/>
            </p:cNvSpPr>
            <p:nvPr/>
          </p:nvSpPr>
          <p:spPr bwMode="auto">
            <a:xfrm>
              <a:off x="819" y="2679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72" name="Rectangle 12"/>
            <p:cNvSpPr>
              <a:spLocks noChangeArrowheads="1"/>
            </p:cNvSpPr>
            <p:nvPr/>
          </p:nvSpPr>
          <p:spPr bwMode="auto">
            <a:xfrm>
              <a:off x="556" y="267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73" name="Rectangle 13"/>
            <p:cNvSpPr>
              <a:spLocks noChangeArrowheads="1"/>
            </p:cNvSpPr>
            <p:nvPr/>
          </p:nvSpPr>
          <p:spPr bwMode="auto">
            <a:xfrm>
              <a:off x="240" y="2679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574" name="Rectangle 14"/>
            <p:cNvSpPr>
              <a:spLocks noChangeArrowheads="1"/>
            </p:cNvSpPr>
            <p:nvPr/>
          </p:nvSpPr>
          <p:spPr bwMode="auto">
            <a:xfrm>
              <a:off x="2137" y="243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75" name="Rectangle 15"/>
            <p:cNvSpPr>
              <a:spLocks noChangeArrowheads="1"/>
            </p:cNvSpPr>
            <p:nvPr/>
          </p:nvSpPr>
          <p:spPr bwMode="auto">
            <a:xfrm>
              <a:off x="1873" y="2430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76" name="Rectangle 16"/>
            <p:cNvSpPr>
              <a:spLocks noChangeArrowheads="1"/>
            </p:cNvSpPr>
            <p:nvPr/>
          </p:nvSpPr>
          <p:spPr bwMode="auto">
            <a:xfrm>
              <a:off x="1610" y="243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77" name="Rectangle 17"/>
            <p:cNvSpPr>
              <a:spLocks noChangeArrowheads="1"/>
            </p:cNvSpPr>
            <p:nvPr/>
          </p:nvSpPr>
          <p:spPr bwMode="auto">
            <a:xfrm>
              <a:off x="1346" y="2430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78" name="Rectangle 18"/>
            <p:cNvSpPr>
              <a:spLocks noChangeArrowheads="1"/>
            </p:cNvSpPr>
            <p:nvPr/>
          </p:nvSpPr>
          <p:spPr bwMode="auto">
            <a:xfrm>
              <a:off x="1084" y="2430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79" name="Rectangle 19"/>
            <p:cNvSpPr>
              <a:spLocks noChangeArrowheads="1"/>
            </p:cNvSpPr>
            <p:nvPr/>
          </p:nvSpPr>
          <p:spPr bwMode="auto">
            <a:xfrm>
              <a:off x="819" y="2430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80" name="Rectangle 20"/>
            <p:cNvSpPr>
              <a:spLocks noChangeArrowheads="1"/>
            </p:cNvSpPr>
            <p:nvPr/>
          </p:nvSpPr>
          <p:spPr bwMode="auto">
            <a:xfrm>
              <a:off x="556" y="243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81" name="Rectangle 21"/>
            <p:cNvSpPr>
              <a:spLocks noChangeArrowheads="1"/>
            </p:cNvSpPr>
            <p:nvPr/>
          </p:nvSpPr>
          <p:spPr bwMode="auto">
            <a:xfrm>
              <a:off x="240" y="2430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582" name="Rectangle 22"/>
            <p:cNvSpPr>
              <a:spLocks noChangeArrowheads="1"/>
            </p:cNvSpPr>
            <p:nvPr/>
          </p:nvSpPr>
          <p:spPr bwMode="auto">
            <a:xfrm>
              <a:off x="2137" y="218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83" name="Rectangle 23"/>
            <p:cNvSpPr>
              <a:spLocks noChangeArrowheads="1"/>
            </p:cNvSpPr>
            <p:nvPr/>
          </p:nvSpPr>
          <p:spPr bwMode="auto">
            <a:xfrm>
              <a:off x="1873" y="2181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84" name="Rectangle 24"/>
            <p:cNvSpPr>
              <a:spLocks noChangeArrowheads="1"/>
            </p:cNvSpPr>
            <p:nvPr/>
          </p:nvSpPr>
          <p:spPr bwMode="auto">
            <a:xfrm>
              <a:off x="1610" y="218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85" name="Rectangle 25"/>
            <p:cNvSpPr>
              <a:spLocks noChangeArrowheads="1"/>
            </p:cNvSpPr>
            <p:nvPr/>
          </p:nvSpPr>
          <p:spPr bwMode="auto">
            <a:xfrm>
              <a:off x="1346" y="2181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86" name="Rectangle 26"/>
            <p:cNvSpPr>
              <a:spLocks noChangeArrowheads="1"/>
            </p:cNvSpPr>
            <p:nvPr/>
          </p:nvSpPr>
          <p:spPr bwMode="auto">
            <a:xfrm>
              <a:off x="1084" y="2181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87" name="Rectangle 27"/>
            <p:cNvSpPr>
              <a:spLocks noChangeArrowheads="1"/>
            </p:cNvSpPr>
            <p:nvPr/>
          </p:nvSpPr>
          <p:spPr bwMode="auto">
            <a:xfrm>
              <a:off x="819" y="2181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88" name="Rectangle 28"/>
            <p:cNvSpPr>
              <a:spLocks noChangeArrowheads="1"/>
            </p:cNvSpPr>
            <p:nvPr/>
          </p:nvSpPr>
          <p:spPr bwMode="auto">
            <a:xfrm>
              <a:off x="556" y="218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89" name="Rectangle 29"/>
            <p:cNvSpPr>
              <a:spLocks noChangeArrowheads="1"/>
            </p:cNvSpPr>
            <p:nvPr/>
          </p:nvSpPr>
          <p:spPr bwMode="auto">
            <a:xfrm>
              <a:off x="240" y="2181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590" name="Rectangle 30"/>
            <p:cNvSpPr>
              <a:spLocks noChangeArrowheads="1"/>
            </p:cNvSpPr>
            <p:nvPr/>
          </p:nvSpPr>
          <p:spPr bwMode="auto">
            <a:xfrm>
              <a:off x="2137" y="193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91" name="Rectangle 31"/>
            <p:cNvSpPr>
              <a:spLocks noChangeArrowheads="1"/>
            </p:cNvSpPr>
            <p:nvPr/>
          </p:nvSpPr>
          <p:spPr bwMode="auto">
            <a:xfrm>
              <a:off x="1873" y="1932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92" name="Rectangle 32"/>
            <p:cNvSpPr>
              <a:spLocks noChangeArrowheads="1"/>
            </p:cNvSpPr>
            <p:nvPr/>
          </p:nvSpPr>
          <p:spPr bwMode="auto">
            <a:xfrm>
              <a:off x="1610" y="193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93" name="Rectangle 33"/>
            <p:cNvSpPr>
              <a:spLocks noChangeArrowheads="1"/>
            </p:cNvSpPr>
            <p:nvPr/>
          </p:nvSpPr>
          <p:spPr bwMode="auto">
            <a:xfrm>
              <a:off x="1346" y="1932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594" name="Rectangle 34"/>
            <p:cNvSpPr>
              <a:spLocks noChangeArrowheads="1"/>
            </p:cNvSpPr>
            <p:nvPr/>
          </p:nvSpPr>
          <p:spPr bwMode="auto">
            <a:xfrm>
              <a:off x="1084" y="1932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95" name="Rectangle 35"/>
            <p:cNvSpPr>
              <a:spLocks noChangeArrowheads="1"/>
            </p:cNvSpPr>
            <p:nvPr/>
          </p:nvSpPr>
          <p:spPr bwMode="auto">
            <a:xfrm>
              <a:off x="819" y="1932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96" name="Rectangle 36"/>
            <p:cNvSpPr>
              <a:spLocks noChangeArrowheads="1"/>
            </p:cNvSpPr>
            <p:nvPr/>
          </p:nvSpPr>
          <p:spPr bwMode="auto">
            <a:xfrm>
              <a:off x="556" y="193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97" name="Rectangle 37"/>
            <p:cNvSpPr>
              <a:spLocks noChangeArrowheads="1"/>
            </p:cNvSpPr>
            <p:nvPr/>
          </p:nvSpPr>
          <p:spPr bwMode="auto">
            <a:xfrm>
              <a:off x="240" y="1932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598" name="Rectangle 38"/>
            <p:cNvSpPr>
              <a:spLocks noChangeArrowheads="1"/>
            </p:cNvSpPr>
            <p:nvPr/>
          </p:nvSpPr>
          <p:spPr bwMode="auto">
            <a:xfrm>
              <a:off x="2137" y="168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599" name="Rectangle 39"/>
            <p:cNvSpPr>
              <a:spLocks noChangeArrowheads="1"/>
            </p:cNvSpPr>
            <p:nvPr/>
          </p:nvSpPr>
          <p:spPr bwMode="auto">
            <a:xfrm>
              <a:off x="1873" y="1683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00" name="Rectangle 40"/>
            <p:cNvSpPr>
              <a:spLocks noChangeArrowheads="1"/>
            </p:cNvSpPr>
            <p:nvPr/>
          </p:nvSpPr>
          <p:spPr bwMode="auto">
            <a:xfrm>
              <a:off x="1610" y="168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01" name="Rectangle 41"/>
            <p:cNvSpPr>
              <a:spLocks noChangeArrowheads="1"/>
            </p:cNvSpPr>
            <p:nvPr/>
          </p:nvSpPr>
          <p:spPr bwMode="auto">
            <a:xfrm>
              <a:off x="1346" y="1683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02" name="Rectangle 42"/>
            <p:cNvSpPr>
              <a:spLocks noChangeArrowheads="1"/>
            </p:cNvSpPr>
            <p:nvPr/>
          </p:nvSpPr>
          <p:spPr bwMode="auto">
            <a:xfrm>
              <a:off x="1084" y="1683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03" name="Rectangle 43"/>
            <p:cNvSpPr>
              <a:spLocks noChangeArrowheads="1"/>
            </p:cNvSpPr>
            <p:nvPr/>
          </p:nvSpPr>
          <p:spPr bwMode="auto">
            <a:xfrm>
              <a:off x="819" y="1683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04" name="Rectangle 44"/>
            <p:cNvSpPr>
              <a:spLocks noChangeArrowheads="1"/>
            </p:cNvSpPr>
            <p:nvPr/>
          </p:nvSpPr>
          <p:spPr bwMode="auto">
            <a:xfrm>
              <a:off x="556" y="168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05" name="Rectangle 45"/>
            <p:cNvSpPr>
              <a:spLocks noChangeArrowheads="1"/>
            </p:cNvSpPr>
            <p:nvPr/>
          </p:nvSpPr>
          <p:spPr bwMode="auto">
            <a:xfrm>
              <a:off x="240" y="1683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06" name="Rectangle 46"/>
            <p:cNvSpPr>
              <a:spLocks noChangeArrowheads="1"/>
            </p:cNvSpPr>
            <p:nvPr/>
          </p:nvSpPr>
          <p:spPr bwMode="auto">
            <a:xfrm>
              <a:off x="2137" y="143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07" name="Rectangle 47"/>
            <p:cNvSpPr>
              <a:spLocks noChangeArrowheads="1"/>
            </p:cNvSpPr>
            <p:nvPr/>
          </p:nvSpPr>
          <p:spPr bwMode="auto">
            <a:xfrm>
              <a:off x="1873" y="1434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08" name="Rectangle 48"/>
            <p:cNvSpPr>
              <a:spLocks noChangeArrowheads="1"/>
            </p:cNvSpPr>
            <p:nvPr/>
          </p:nvSpPr>
          <p:spPr bwMode="auto">
            <a:xfrm>
              <a:off x="1610" y="143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09" name="Rectangle 49"/>
            <p:cNvSpPr>
              <a:spLocks noChangeArrowheads="1"/>
            </p:cNvSpPr>
            <p:nvPr/>
          </p:nvSpPr>
          <p:spPr bwMode="auto">
            <a:xfrm>
              <a:off x="1346" y="1434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10" name="Rectangle 50"/>
            <p:cNvSpPr>
              <a:spLocks noChangeArrowheads="1"/>
            </p:cNvSpPr>
            <p:nvPr/>
          </p:nvSpPr>
          <p:spPr bwMode="auto">
            <a:xfrm>
              <a:off x="1084" y="1434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11" name="Rectangle 51"/>
            <p:cNvSpPr>
              <a:spLocks noChangeArrowheads="1"/>
            </p:cNvSpPr>
            <p:nvPr/>
          </p:nvSpPr>
          <p:spPr bwMode="auto">
            <a:xfrm>
              <a:off x="819" y="1434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12" name="Rectangle 52"/>
            <p:cNvSpPr>
              <a:spLocks noChangeArrowheads="1"/>
            </p:cNvSpPr>
            <p:nvPr/>
          </p:nvSpPr>
          <p:spPr bwMode="auto">
            <a:xfrm>
              <a:off x="556" y="143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13" name="Rectangle 53"/>
            <p:cNvSpPr>
              <a:spLocks noChangeArrowheads="1"/>
            </p:cNvSpPr>
            <p:nvPr/>
          </p:nvSpPr>
          <p:spPr bwMode="auto">
            <a:xfrm>
              <a:off x="240" y="1434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14" name="Rectangle 54"/>
            <p:cNvSpPr>
              <a:spLocks noChangeArrowheads="1"/>
            </p:cNvSpPr>
            <p:nvPr/>
          </p:nvSpPr>
          <p:spPr bwMode="auto">
            <a:xfrm>
              <a:off x="2137" y="118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15" name="Rectangle 55"/>
            <p:cNvSpPr>
              <a:spLocks noChangeArrowheads="1"/>
            </p:cNvSpPr>
            <p:nvPr/>
          </p:nvSpPr>
          <p:spPr bwMode="auto">
            <a:xfrm>
              <a:off x="1873" y="1185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16" name="Rectangle 56"/>
            <p:cNvSpPr>
              <a:spLocks noChangeArrowheads="1"/>
            </p:cNvSpPr>
            <p:nvPr/>
          </p:nvSpPr>
          <p:spPr bwMode="auto">
            <a:xfrm>
              <a:off x="1610" y="118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17" name="Rectangle 57"/>
            <p:cNvSpPr>
              <a:spLocks noChangeArrowheads="1"/>
            </p:cNvSpPr>
            <p:nvPr/>
          </p:nvSpPr>
          <p:spPr bwMode="auto">
            <a:xfrm>
              <a:off x="1346" y="1185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18" name="Rectangle 58"/>
            <p:cNvSpPr>
              <a:spLocks noChangeArrowheads="1"/>
            </p:cNvSpPr>
            <p:nvPr/>
          </p:nvSpPr>
          <p:spPr bwMode="auto">
            <a:xfrm>
              <a:off x="1084" y="1185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 b="1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6619" name="Rectangle 59"/>
            <p:cNvSpPr>
              <a:spLocks noChangeArrowheads="1"/>
            </p:cNvSpPr>
            <p:nvPr/>
          </p:nvSpPr>
          <p:spPr bwMode="auto">
            <a:xfrm>
              <a:off x="819" y="1185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20" name="Rectangle 60"/>
            <p:cNvSpPr>
              <a:spLocks noChangeArrowheads="1"/>
            </p:cNvSpPr>
            <p:nvPr/>
          </p:nvSpPr>
          <p:spPr bwMode="auto">
            <a:xfrm>
              <a:off x="556" y="118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b="1">
                <a:latin typeface="VNI-Times" pitchFamily="2" charset="0"/>
              </a:endParaRPr>
            </a:p>
          </p:txBody>
        </p:sp>
        <p:sp>
          <p:nvSpPr>
            <p:cNvPr id="66621" name="Rectangle 61"/>
            <p:cNvSpPr>
              <a:spLocks noChangeArrowheads="1"/>
            </p:cNvSpPr>
            <p:nvPr/>
          </p:nvSpPr>
          <p:spPr bwMode="auto">
            <a:xfrm>
              <a:off x="240" y="1185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22" name="Rectangle 62"/>
            <p:cNvSpPr>
              <a:spLocks noChangeArrowheads="1"/>
            </p:cNvSpPr>
            <p:nvPr/>
          </p:nvSpPr>
          <p:spPr bwMode="auto">
            <a:xfrm>
              <a:off x="2137" y="93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23" name="Rectangle 63"/>
            <p:cNvSpPr>
              <a:spLocks noChangeArrowheads="1"/>
            </p:cNvSpPr>
            <p:nvPr/>
          </p:nvSpPr>
          <p:spPr bwMode="auto">
            <a:xfrm>
              <a:off x="1873" y="936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24" name="Rectangle 64"/>
            <p:cNvSpPr>
              <a:spLocks noChangeArrowheads="1"/>
            </p:cNvSpPr>
            <p:nvPr/>
          </p:nvSpPr>
          <p:spPr bwMode="auto">
            <a:xfrm>
              <a:off x="1610" y="93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25" name="Rectangle 65"/>
            <p:cNvSpPr>
              <a:spLocks noChangeArrowheads="1"/>
            </p:cNvSpPr>
            <p:nvPr/>
          </p:nvSpPr>
          <p:spPr bwMode="auto">
            <a:xfrm>
              <a:off x="1346" y="936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26" name="Rectangle 66"/>
            <p:cNvSpPr>
              <a:spLocks noChangeArrowheads="1"/>
            </p:cNvSpPr>
            <p:nvPr/>
          </p:nvSpPr>
          <p:spPr bwMode="auto">
            <a:xfrm>
              <a:off x="1084" y="936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27" name="Rectangle 67"/>
            <p:cNvSpPr>
              <a:spLocks noChangeArrowheads="1"/>
            </p:cNvSpPr>
            <p:nvPr/>
          </p:nvSpPr>
          <p:spPr bwMode="auto">
            <a:xfrm>
              <a:off x="819" y="936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28" name="Rectangle 68"/>
            <p:cNvSpPr>
              <a:spLocks noChangeArrowheads="1"/>
            </p:cNvSpPr>
            <p:nvPr/>
          </p:nvSpPr>
          <p:spPr bwMode="auto">
            <a:xfrm>
              <a:off x="556" y="93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66629" name="Rectangle 69"/>
            <p:cNvSpPr>
              <a:spLocks noChangeArrowheads="1"/>
            </p:cNvSpPr>
            <p:nvPr/>
          </p:nvSpPr>
          <p:spPr bwMode="auto">
            <a:xfrm>
              <a:off x="240" y="936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b="1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L</a:t>
              </a:r>
              <a:r>
                <a:rPr lang="en-US" b="1" baseline="-25000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b="1" baseline="-25000">
                <a:latin typeface="VNI-Times" pitchFamily="2" charset="0"/>
              </a:endParaRPr>
            </a:p>
          </p:txBody>
        </p:sp>
        <p:sp>
          <p:nvSpPr>
            <p:cNvPr id="66630" name="Line 70"/>
            <p:cNvSpPr>
              <a:spLocks noChangeShapeType="1"/>
            </p:cNvSpPr>
            <p:nvPr/>
          </p:nvSpPr>
          <p:spPr bwMode="auto">
            <a:xfrm>
              <a:off x="240" y="936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1" name="Line 71"/>
            <p:cNvSpPr>
              <a:spLocks noChangeShapeType="1"/>
            </p:cNvSpPr>
            <p:nvPr/>
          </p:nvSpPr>
          <p:spPr bwMode="auto">
            <a:xfrm>
              <a:off x="240" y="2928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2" name="Line 72"/>
            <p:cNvSpPr>
              <a:spLocks noChangeShapeType="1"/>
            </p:cNvSpPr>
            <p:nvPr/>
          </p:nvSpPr>
          <p:spPr bwMode="auto">
            <a:xfrm>
              <a:off x="240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3" name="Line 73"/>
            <p:cNvSpPr>
              <a:spLocks noChangeShapeType="1"/>
            </p:cNvSpPr>
            <p:nvPr/>
          </p:nvSpPr>
          <p:spPr bwMode="auto">
            <a:xfrm>
              <a:off x="2400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4" name="Line 74"/>
            <p:cNvSpPr>
              <a:spLocks noChangeShapeType="1"/>
            </p:cNvSpPr>
            <p:nvPr/>
          </p:nvSpPr>
          <p:spPr bwMode="auto">
            <a:xfrm>
              <a:off x="240" y="1185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5" name="Line 75"/>
            <p:cNvSpPr>
              <a:spLocks noChangeShapeType="1"/>
            </p:cNvSpPr>
            <p:nvPr/>
          </p:nvSpPr>
          <p:spPr bwMode="auto">
            <a:xfrm>
              <a:off x="556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6" name="Line 76"/>
            <p:cNvSpPr>
              <a:spLocks noChangeShapeType="1"/>
            </p:cNvSpPr>
            <p:nvPr/>
          </p:nvSpPr>
          <p:spPr bwMode="auto">
            <a:xfrm>
              <a:off x="819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7" name="Line 77"/>
            <p:cNvSpPr>
              <a:spLocks noChangeShapeType="1"/>
            </p:cNvSpPr>
            <p:nvPr/>
          </p:nvSpPr>
          <p:spPr bwMode="auto">
            <a:xfrm>
              <a:off x="1084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8" name="Line 78"/>
            <p:cNvSpPr>
              <a:spLocks noChangeShapeType="1"/>
            </p:cNvSpPr>
            <p:nvPr/>
          </p:nvSpPr>
          <p:spPr bwMode="auto">
            <a:xfrm>
              <a:off x="1346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39" name="Line 79"/>
            <p:cNvSpPr>
              <a:spLocks noChangeShapeType="1"/>
            </p:cNvSpPr>
            <p:nvPr/>
          </p:nvSpPr>
          <p:spPr bwMode="auto">
            <a:xfrm>
              <a:off x="1610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0" name="Line 80"/>
            <p:cNvSpPr>
              <a:spLocks noChangeShapeType="1"/>
            </p:cNvSpPr>
            <p:nvPr/>
          </p:nvSpPr>
          <p:spPr bwMode="auto">
            <a:xfrm>
              <a:off x="1873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1" name="Line 81"/>
            <p:cNvSpPr>
              <a:spLocks noChangeShapeType="1"/>
            </p:cNvSpPr>
            <p:nvPr/>
          </p:nvSpPr>
          <p:spPr bwMode="auto">
            <a:xfrm>
              <a:off x="2137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2" name="Line 82"/>
            <p:cNvSpPr>
              <a:spLocks noChangeShapeType="1"/>
            </p:cNvSpPr>
            <p:nvPr/>
          </p:nvSpPr>
          <p:spPr bwMode="auto">
            <a:xfrm>
              <a:off x="240" y="1434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3" name="Line 83"/>
            <p:cNvSpPr>
              <a:spLocks noChangeShapeType="1"/>
            </p:cNvSpPr>
            <p:nvPr/>
          </p:nvSpPr>
          <p:spPr bwMode="auto">
            <a:xfrm>
              <a:off x="240" y="1683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4" name="Line 84"/>
            <p:cNvSpPr>
              <a:spLocks noChangeShapeType="1"/>
            </p:cNvSpPr>
            <p:nvPr/>
          </p:nvSpPr>
          <p:spPr bwMode="auto">
            <a:xfrm>
              <a:off x="240" y="1932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5" name="Line 85"/>
            <p:cNvSpPr>
              <a:spLocks noChangeShapeType="1"/>
            </p:cNvSpPr>
            <p:nvPr/>
          </p:nvSpPr>
          <p:spPr bwMode="auto">
            <a:xfrm>
              <a:off x="240" y="2181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6" name="Line 86"/>
            <p:cNvSpPr>
              <a:spLocks noChangeShapeType="1"/>
            </p:cNvSpPr>
            <p:nvPr/>
          </p:nvSpPr>
          <p:spPr bwMode="auto">
            <a:xfrm>
              <a:off x="240" y="2430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7" name="Line 87"/>
            <p:cNvSpPr>
              <a:spLocks noChangeShapeType="1"/>
            </p:cNvSpPr>
            <p:nvPr/>
          </p:nvSpPr>
          <p:spPr bwMode="auto">
            <a:xfrm>
              <a:off x="240" y="2679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648" name="Rectangle 88"/>
            <p:cNvSpPr>
              <a:spLocks noChangeArrowheads="1"/>
            </p:cNvSpPr>
            <p:nvPr/>
          </p:nvSpPr>
          <p:spPr bwMode="auto">
            <a:xfrm>
              <a:off x="576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49" name="Rectangle 89"/>
            <p:cNvSpPr>
              <a:spLocks noChangeArrowheads="1"/>
            </p:cNvSpPr>
            <p:nvPr/>
          </p:nvSpPr>
          <p:spPr bwMode="auto">
            <a:xfrm>
              <a:off x="816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50" name="Rectangle 90"/>
            <p:cNvSpPr>
              <a:spLocks noChangeArrowheads="1"/>
            </p:cNvSpPr>
            <p:nvPr/>
          </p:nvSpPr>
          <p:spPr bwMode="auto">
            <a:xfrm>
              <a:off x="1104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66651" name="Rectangle 91"/>
            <p:cNvSpPr>
              <a:spLocks noChangeArrowheads="1"/>
            </p:cNvSpPr>
            <p:nvPr/>
          </p:nvSpPr>
          <p:spPr bwMode="auto">
            <a:xfrm>
              <a:off x="1104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66652" name="Rectangle 92"/>
            <p:cNvSpPr>
              <a:spLocks noChangeArrowheads="1"/>
            </p:cNvSpPr>
            <p:nvPr/>
          </p:nvSpPr>
          <p:spPr bwMode="auto">
            <a:xfrm>
              <a:off x="1104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6653" name="Rectangle 93"/>
            <p:cNvSpPr>
              <a:spLocks noChangeArrowheads="1"/>
            </p:cNvSpPr>
            <p:nvPr/>
          </p:nvSpPr>
          <p:spPr bwMode="auto">
            <a:xfrm>
              <a:off x="1104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54" name="Rectangle 94"/>
            <p:cNvSpPr>
              <a:spLocks noChangeArrowheads="1"/>
            </p:cNvSpPr>
            <p:nvPr/>
          </p:nvSpPr>
          <p:spPr bwMode="auto">
            <a:xfrm>
              <a:off x="1104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55" name="Rectangle 95"/>
            <p:cNvSpPr>
              <a:spLocks noChangeArrowheads="1"/>
            </p:cNvSpPr>
            <p:nvPr/>
          </p:nvSpPr>
          <p:spPr bwMode="auto">
            <a:xfrm>
              <a:off x="1104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56" name="Rectangle 96"/>
            <p:cNvSpPr>
              <a:spLocks noChangeArrowheads="1"/>
            </p:cNvSpPr>
            <p:nvPr/>
          </p:nvSpPr>
          <p:spPr bwMode="auto">
            <a:xfrm>
              <a:off x="1104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66657" name="Rectangle 97"/>
            <p:cNvSpPr>
              <a:spLocks noChangeArrowheads="1"/>
            </p:cNvSpPr>
            <p:nvPr/>
          </p:nvSpPr>
          <p:spPr bwMode="auto">
            <a:xfrm>
              <a:off x="1344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66658" name="Rectangle 98"/>
            <p:cNvSpPr>
              <a:spLocks noChangeArrowheads="1"/>
            </p:cNvSpPr>
            <p:nvPr/>
          </p:nvSpPr>
          <p:spPr bwMode="auto">
            <a:xfrm>
              <a:off x="1344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66659" name="Rectangle 99"/>
            <p:cNvSpPr>
              <a:spLocks noChangeArrowheads="1"/>
            </p:cNvSpPr>
            <p:nvPr/>
          </p:nvSpPr>
          <p:spPr bwMode="auto">
            <a:xfrm>
              <a:off x="1344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66660" name="Rectangle 100"/>
            <p:cNvSpPr>
              <a:spLocks noChangeArrowheads="1"/>
            </p:cNvSpPr>
            <p:nvPr/>
          </p:nvSpPr>
          <p:spPr bwMode="auto">
            <a:xfrm>
              <a:off x="1632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61" name="Rectangle 101"/>
            <p:cNvSpPr>
              <a:spLocks noChangeArrowheads="1"/>
            </p:cNvSpPr>
            <p:nvPr/>
          </p:nvSpPr>
          <p:spPr bwMode="auto">
            <a:xfrm>
              <a:off x="1872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6662" name="Rectangle 102"/>
            <p:cNvSpPr>
              <a:spLocks noChangeArrowheads="1"/>
            </p:cNvSpPr>
            <p:nvPr/>
          </p:nvSpPr>
          <p:spPr bwMode="auto">
            <a:xfrm>
              <a:off x="1872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-1</a:t>
              </a:r>
            </a:p>
          </p:txBody>
        </p:sp>
        <p:sp>
          <p:nvSpPr>
            <p:cNvPr id="66663" name="Rectangle 103"/>
            <p:cNvSpPr>
              <a:spLocks noChangeArrowheads="1"/>
            </p:cNvSpPr>
            <p:nvPr/>
          </p:nvSpPr>
          <p:spPr bwMode="auto">
            <a:xfrm>
              <a:off x="1872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66664" name="Rectangle 104"/>
            <p:cNvSpPr>
              <a:spLocks noChangeArrowheads="1"/>
            </p:cNvSpPr>
            <p:nvPr/>
          </p:nvSpPr>
          <p:spPr bwMode="auto">
            <a:xfrm>
              <a:off x="2160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66" name="Rectangle 106"/>
            <p:cNvSpPr>
              <a:spLocks noChangeArrowheads="1"/>
            </p:cNvSpPr>
            <p:nvPr/>
          </p:nvSpPr>
          <p:spPr bwMode="auto">
            <a:xfrm>
              <a:off x="576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6667" name="Rectangle 107"/>
            <p:cNvSpPr>
              <a:spLocks noChangeArrowheads="1"/>
            </p:cNvSpPr>
            <p:nvPr/>
          </p:nvSpPr>
          <p:spPr bwMode="auto">
            <a:xfrm>
              <a:off x="576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68" name="Rectangle 108"/>
            <p:cNvSpPr>
              <a:spLocks noChangeArrowheads="1"/>
            </p:cNvSpPr>
            <p:nvPr/>
          </p:nvSpPr>
          <p:spPr bwMode="auto">
            <a:xfrm>
              <a:off x="576" y="213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69" name="Rectangle 109"/>
            <p:cNvSpPr>
              <a:spLocks noChangeArrowheads="1"/>
            </p:cNvSpPr>
            <p:nvPr/>
          </p:nvSpPr>
          <p:spPr bwMode="auto">
            <a:xfrm>
              <a:off x="576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70" name="Rectangle 110"/>
            <p:cNvSpPr>
              <a:spLocks noChangeArrowheads="1"/>
            </p:cNvSpPr>
            <p:nvPr/>
          </p:nvSpPr>
          <p:spPr bwMode="auto">
            <a:xfrm>
              <a:off x="576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66671" name="Rectangle 111"/>
            <p:cNvSpPr>
              <a:spLocks noChangeArrowheads="1"/>
            </p:cNvSpPr>
            <p:nvPr/>
          </p:nvSpPr>
          <p:spPr bwMode="auto">
            <a:xfrm>
              <a:off x="576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66672" name="Rectangle 112"/>
            <p:cNvSpPr>
              <a:spLocks noChangeArrowheads="1"/>
            </p:cNvSpPr>
            <p:nvPr/>
          </p:nvSpPr>
          <p:spPr bwMode="auto">
            <a:xfrm>
              <a:off x="816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66673" name="Rectangle 113"/>
            <p:cNvSpPr>
              <a:spLocks noChangeArrowheads="1"/>
            </p:cNvSpPr>
            <p:nvPr/>
          </p:nvSpPr>
          <p:spPr bwMode="auto">
            <a:xfrm>
              <a:off x="816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6674" name="Rectangle 114"/>
            <p:cNvSpPr>
              <a:spLocks noChangeArrowheads="1"/>
            </p:cNvSpPr>
            <p:nvPr/>
          </p:nvSpPr>
          <p:spPr bwMode="auto">
            <a:xfrm>
              <a:off x="816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75" name="Rectangle 115"/>
            <p:cNvSpPr>
              <a:spLocks noChangeArrowheads="1"/>
            </p:cNvSpPr>
            <p:nvPr/>
          </p:nvSpPr>
          <p:spPr bwMode="auto">
            <a:xfrm>
              <a:off x="816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76" name="Rectangle 116"/>
            <p:cNvSpPr>
              <a:spLocks noChangeArrowheads="1"/>
            </p:cNvSpPr>
            <p:nvPr/>
          </p:nvSpPr>
          <p:spPr bwMode="auto">
            <a:xfrm>
              <a:off x="816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77" name="Rectangle 117"/>
            <p:cNvSpPr>
              <a:spLocks noChangeArrowheads="1"/>
            </p:cNvSpPr>
            <p:nvPr/>
          </p:nvSpPr>
          <p:spPr bwMode="auto">
            <a:xfrm>
              <a:off x="816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78" name="Rectangle 118"/>
            <p:cNvSpPr>
              <a:spLocks noChangeArrowheads="1"/>
            </p:cNvSpPr>
            <p:nvPr/>
          </p:nvSpPr>
          <p:spPr bwMode="auto">
            <a:xfrm>
              <a:off x="1344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6679" name="Rectangle 119"/>
            <p:cNvSpPr>
              <a:spLocks noChangeArrowheads="1"/>
            </p:cNvSpPr>
            <p:nvPr/>
          </p:nvSpPr>
          <p:spPr bwMode="auto">
            <a:xfrm>
              <a:off x="1344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80" name="Rectangle 120"/>
            <p:cNvSpPr>
              <a:spLocks noChangeArrowheads="1"/>
            </p:cNvSpPr>
            <p:nvPr/>
          </p:nvSpPr>
          <p:spPr bwMode="auto">
            <a:xfrm>
              <a:off x="1344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66681" name="Rectangle 121"/>
            <p:cNvSpPr>
              <a:spLocks noChangeArrowheads="1"/>
            </p:cNvSpPr>
            <p:nvPr/>
          </p:nvSpPr>
          <p:spPr bwMode="auto">
            <a:xfrm>
              <a:off x="1344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66682" name="Rectangle 122"/>
            <p:cNvSpPr>
              <a:spLocks noChangeArrowheads="1"/>
            </p:cNvSpPr>
            <p:nvPr/>
          </p:nvSpPr>
          <p:spPr bwMode="auto">
            <a:xfrm>
              <a:off x="1632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83" name="Rectangle 123"/>
            <p:cNvSpPr>
              <a:spLocks noChangeArrowheads="1"/>
            </p:cNvSpPr>
            <p:nvPr/>
          </p:nvSpPr>
          <p:spPr bwMode="auto">
            <a:xfrm>
              <a:off x="1632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84" name="Rectangle 124"/>
            <p:cNvSpPr>
              <a:spLocks noChangeArrowheads="1"/>
            </p:cNvSpPr>
            <p:nvPr/>
          </p:nvSpPr>
          <p:spPr bwMode="auto">
            <a:xfrm>
              <a:off x="1632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66685" name="Rectangle 125"/>
            <p:cNvSpPr>
              <a:spLocks noChangeArrowheads="1"/>
            </p:cNvSpPr>
            <p:nvPr/>
          </p:nvSpPr>
          <p:spPr bwMode="auto">
            <a:xfrm>
              <a:off x="1632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6686" name="Rectangle 126"/>
            <p:cNvSpPr>
              <a:spLocks noChangeArrowheads="1"/>
            </p:cNvSpPr>
            <p:nvPr/>
          </p:nvSpPr>
          <p:spPr bwMode="auto">
            <a:xfrm>
              <a:off x="1632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66687" name="Rectangle 127"/>
            <p:cNvSpPr>
              <a:spLocks noChangeArrowheads="1"/>
            </p:cNvSpPr>
            <p:nvPr/>
          </p:nvSpPr>
          <p:spPr bwMode="auto">
            <a:xfrm>
              <a:off x="1632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-6</a:t>
              </a:r>
            </a:p>
          </p:txBody>
        </p:sp>
        <p:sp>
          <p:nvSpPr>
            <p:cNvPr id="66688" name="Rectangle 128"/>
            <p:cNvSpPr>
              <a:spLocks noChangeArrowheads="1"/>
            </p:cNvSpPr>
            <p:nvPr/>
          </p:nvSpPr>
          <p:spPr bwMode="auto">
            <a:xfrm>
              <a:off x="1872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89" name="Rectangle 129"/>
            <p:cNvSpPr>
              <a:spLocks noChangeArrowheads="1"/>
            </p:cNvSpPr>
            <p:nvPr/>
          </p:nvSpPr>
          <p:spPr bwMode="auto">
            <a:xfrm>
              <a:off x="1872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90" name="Rectangle 130"/>
            <p:cNvSpPr>
              <a:spLocks noChangeArrowheads="1"/>
            </p:cNvSpPr>
            <p:nvPr/>
          </p:nvSpPr>
          <p:spPr bwMode="auto">
            <a:xfrm>
              <a:off x="1872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6691" name="Rectangle 131"/>
            <p:cNvSpPr>
              <a:spLocks noChangeArrowheads="1"/>
            </p:cNvSpPr>
            <p:nvPr/>
          </p:nvSpPr>
          <p:spPr bwMode="auto">
            <a:xfrm>
              <a:off x="1872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  <a:endParaRPr lang="en-US"/>
            </a:p>
          </p:txBody>
        </p:sp>
        <p:sp>
          <p:nvSpPr>
            <p:cNvPr id="66692" name="Rectangle 132"/>
            <p:cNvSpPr>
              <a:spLocks noChangeArrowheads="1"/>
            </p:cNvSpPr>
            <p:nvPr/>
          </p:nvSpPr>
          <p:spPr bwMode="auto">
            <a:xfrm>
              <a:off x="2160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66693" name="Rectangle 133"/>
            <p:cNvSpPr>
              <a:spLocks noChangeArrowheads="1"/>
            </p:cNvSpPr>
            <p:nvPr/>
          </p:nvSpPr>
          <p:spPr bwMode="auto">
            <a:xfrm>
              <a:off x="2160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94" name="Rectangle 134"/>
            <p:cNvSpPr>
              <a:spLocks noChangeArrowheads="1"/>
            </p:cNvSpPr>
            <p:nvPr/>
          </p:nvSpPr>
          <p:spPr bwMode="auto">
            <a:xfrm>
              <a:off x="2160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95" name="Rectangle 135"/>
            <p:cNvSpPr>
              <a:spLocks noChangeArrowheads="1"/>
            </p:cNvSpPr>
            <p:nvPr/>
          </p:nvSpPr>
          <p:spPr bwMode="auto">
            <a:xfrm>
              <a:off x="2160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96" name="Rectangle 136"/>
            <p:cNvSpPr>
              <a:spLocks noChangeArrowheads="1"/>
            </p:cNvSpPr>
            <p:nvPr/>
          </p:nvSpPr>
          <p:spPr bwMode="auto">
            <a:xfrm>
              <a:off x="2160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697" name="Rectangle 137"/>
            <p:cNvSpPr>
              <a:spLocks noChangeArrowheads="1"/>
            </p:cNvSpPr>
            <p:nvPr/>
          </p:nvSpPr>
          <p:spPr bwMode="auto">
            <a:xfrm>
              <a:off x="2160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6699" name="Rectangle 139"/>
            <p:cNvSpPr>
              <a:spLocks noChangeArrowheads="1"/>
            </p:cNvSpPr>
            <p:nvPr/>
          </p:nvSpPr>
          <p:spPr bwMode="auto">
            <a:xfrm>
              <a:off x="0" y="1176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i</a:t>
              </a:r>
              <a:r>
                <a:rPr lang="en-US" b="1">
                  <a:sym typeface="Wingdings" pitchFamily="2" charset="2"/>
                </a:rPr>
                <a:t></a:t>
              </a:r>
              <a:endParaRPr lang="en-US" b="1"/>
            </a:p>
          </p:txBody>
        </p:sp>
        <p:sp>
          <p:nvSpPr>
            <p:cNvPr id="66700" name="Rectangle 140"/>
            <p:cNvSpPr>
              <a:spLocks noChangeArrowheads="1"/>
            </p:cNvSpPr>
            <p:nvPr/>
          </p:nvSpPr>
          <p:spPr bwMode="auto">
            <a:xfrm>
              <a:off x="0" y="146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i</a:t>
              </a:r>
              <a:r>
                <a:rPr lang="en-US" b="1">
                  <a:sym typeface="Wingdings" pitchFamily="2" charset="2"/>
                </a:rPr>
                <a:t></a:t>
              </a:r>
              <a:endParaRPr lang="en-US" b="1"/>
            </a:p>
          </p:txBody>
        </p:sp>
        <p:sp>
          <p:nvSpPr>
            <p:cNvPr id="66701" name="Rectangle 141"/>
            <p:cNvSpPr>
              <a:spLocks noChangeArrowheads="1"/>
            </p:cNvSpPr>
            <p:nvPr/>
          </p:nvSpPr>
          <p:spPr bwMode="auto">
            <a:xfrm>
              <a:off x="0" y="17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i</a:t>
              </a:r>
              <a:r>
                <a:rPr lang="en-US" b="1">
                  <a:sym typeface="Wingdings" pitchFamily="2" charset="2"/>
                </a:rPr>
                <a:t></a:t>
              </a:r>
              <a:endParaRPr lang="en-US" b="1"/>
            </a:p>
          </p:txBody>
        </p:sp>
        <p:sp>
          <p:nvSpPr>
            <p:cNvPr id="66702" name="Rectangle 142"/>
            <p:cNvSpPr>
              <a:spLocks noChangeArrowheads="1"/>
            </p:cNvSpPr>
            <p:nvPr/>
          </p:nvSpPr>
          <p:spPr bwMode="auto">
            <a:xfrm>
              <a:off x="0" y="194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i</a:t>
              </a:r>
              <a:r>
                <a:rPr lang="en-US" b="1">
                  <a:sym typeface="Wingdings" pitchFamily="2" charset="2"/>
                </a:rPr>
                <a:t></a:t>
              </a:r>
              <a:endParaRPr lang="en-US" b="1"/>
            </a:p>
          </p:txBody>
        </p:sp>
        <p:sp>
          <p:nvSpPr>
            <p:cNvPr id="66703" name="Rectangle 143"/>
            <p:cNvSpPr>
              <a:spLocks noChangeArrowheads="1"/>
            </p:cNvSpPr>
            <p:nvPr/>
          </p:nvSpPr>
          <p:spPr bwMode="auto">
            <a:xfrm>
              <a:off x="0" y="218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i</a:t>
              </a:r>
              <a:r>
                <a:rPr lang="en-US" b="1">
                  <a:sym typeface="Wingdings" pitchFamily="2" charset="2"/>
                </a:rPr>
                <a:t></a:t>
              </a:r>
              <a:endParaRPr lang="en-US" b="1"/>
            </a:p>
          </p:txBody>
        </p:sp>
        <p:sp>
          <p:nvSpPr>
            <p:cNvPr id="66704" name="Rectangle 144"/>
            <p:cNvSpPr>
              <a:spLocks noChangeArrowheads="1"/>
            </p:cNvSpPr>
            <p:nvPr/>
          </p:nvSpPr>
          <p:spPr bwMode="auto">
            <a:xfrm>
              <a:off x="0" y="242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i</a:t>
              </a:r>
              <a:r>
                <a:rPr lang="en-US" b="1">
                  <a:sym typeface="Wingdings" pitchFamily="2" charset="2"/>
                </a:rPr>
                <a:t></a:t>
              </a:r>
              <a:endParaRPr lang="en-US" b="1"/>
            </a:p>
          </p:txBody>
        </p:sp>
        <p:sp>
          <p:nvSpPr>
            <p:cNvPr id="66705" name="Rectangle 145"/>
            <p:cNvSpPr>
              <a:spLocks noChangeArrowheads="1"/>
            </p:cNvSpPr>
            <p:nvPr/>
          </p:nvSpPr>
          <p:spPr bwMode="auto">
            <a:xfrm>
              <a:off x="0" y="266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i</a:t>
              </a:r>
              <a:r>
                <a:rPr lang="en-US" b="1">
                  <a:sym typeface="Wingdings" pitchFamily="2" charset="2"/>
                </a:rPr>
                <a:t></a:t>
              </a:r>
              <a:endParaRPr lang="en-US" b="1"/>
            </a:p>
          </p:txBody>
        </p:sp>
        <p:sp>
          <p:nvSpPr>
            <p:cNvPr id="66706" name="Rectangle 146"/>
            <p:cNvSpPr>
              <a:spLocks noChangeArrowheads="1"/>
            </p:cNvSpPr>
            <p:nvPr/>
          </p:nvSpPr>
          <p:spPr bwMode="auto">
            <a:xfrm>
              <a:off x="576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j</a:t>
              </a:r>
              <a:r>
                <a:rPr lang="en-US" b="1">
                  <a:sym typeface="Wingdings 3" pitchFamily="18" charset="2"/>
                </a:rPr>
                <a:t></a:t>
              </a:r>
            </a:p>
          </p:txBody>
        </p:sp>
        <p:sp>
          <p:nvSpPr>
            <p:cNvPr id="66707" name="Rectangle 147"/>
            <p:cNvSpPr>
              <a:spLocks noChangeArrowheads="1"/>
            </p:cNvSpPr>
            <p:nvPr/>
          </p:nvSpPr>
          <p:spPr bwMode="auto">
            <a:xfrm>
              <a:off x="864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j</a:t>
              </a:r>
              <a:r>
                <a:rPr lang="en-US" b="1">
                  <a:sym typeface="Wingdings 3" pitchFamily="18" charset="2"/>
                </a:rPr>
                <a:t></a:t>
              </a:r>
            </a:p>
          </p:txBody>
        </p:sp>
        <p:sp>
          <p:nvSpPr>
            <p:cNvPr id="66708" name="Rectangle 148"/>
            <p:cNvSpPr>
              <a:spLocks noChangeArrowheads="1"/>
            </p:cNvSpPr>
            <p:nvPr/>
          </p:nvSpPr>
          <p:spPr bwMode="auto">
            <a:xfrm>
              <a:off x="1104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j</a:t>
              </a:r>
              <a:r>
                <a:rPr lang="en-US" b="1">
                  <a:sym typeface="Wingdings 3" pitchFamily="18" charset="2"/>
                </a:rPr>
                <a:t></a:t>
              </a:r>
            </a:p>
          </p:txBody>
        </p:sp>
        <p:sp>
          <p:nvSpPr>
            <p:cNvPr id="66709" name="Rectangle 149"/>
            <p:cNvSpPr>
              <a:spLocks noChangeArrowheads="1"/>
            </p:cNvSpPr>
            <p:nvPr/>
          </p:nvSpPr>
          <p:spPr bwMode="auto">
            <a:xfrm>
              <a:off x="1392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j</a:t>
              </a:r>
              <a:r>
                <a:rPr lang="en-US" b="1">
                  <a:sym typeface="Wingdings 3" pitchFamily="18" charset="2"/>
                </a:rPr>
                <a:t></a:t>
              </a:r>
            </a:p>
          </p:txBody>
        </p:sp>
        <p:sp>
          <p:nvSpPr>
            <p:cNvPr id="66710" name="Rectangle 150"/>
            <p:cNvSpPr>
              <a:spLocks noChangeArrowheads="1"/>
            </p:cNvSpPr>
            <p:nvPr/>
          </p:nvSpPr>
          <p:spPr bwMode="auto">
            <a:xfrm>
              <a:off x="1680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j</a:t>
              </a:r>
              <a:r>
                <a:rPr lang="en-US" b="1">
                  <a:sym typeface="Wingdings 3" pitchFamily="18" charset="2"/>
                </a:rPr>
                <a:t></a:t>
              </a:r>
            </a:p>
          </p:txBody>
        </p:sp>
        <p:sp>
          <p:nvSpPr>
            <p:cNvPr id="66711" name="Rectangle 151"/>
            <p:cNvSpPr>
              <a:spLocks noChangeArrowheads="1"/>
            </p:cNvSpPr>
            <p:nvPr/>
          </p:nvSpPr>
          <p:spPr bwMode="auto">
            <a:xfrm>
              <a:off x="1920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j</a:t>
              </a:r>
              <a:r>
                <a:rPr lang="en-US" b="1">
                  <a:sym typeface="Wingdings 3" pitchFamily="18" charset="2"/>
                </a:rPr>
                <a:t></a:t>
              </a:r>
            </a:p>
          </p:txBody>
        </p:sp>
        <p:sp>
          <p:nvSpPr>
            <p:cNvPr id="66712" name="Rectangle 152"/>
            <p:cNvSpPr>
              <a:spLocks noChangeArrowheads="1"/>
            </p:cNvSpPr>
            <p:nvPr/>
          </p:nvSpPr>
          <p:spPr bwMode="auto">
            <a:xfrm>
              <a:off x="2208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j</a:t>
              </a:r>
              <a:r>
                <a:rPr lang="en-US" b="1">
                  <a:sym typeface="Wingdings 3" pitchFamily="18" charset="2"/>
                </a:rPr>
                <a:t></a:t>
              </a:r>
            </a:p>
          </p:txBody>
        </p:sp>
      </p:grpSp>
      <p:grpSp>
        <p:nvGrpSpPr>
          <p:cNvPr id="3" name="Group 305"/>
          <p:cNvGrpSpPr>
            <a:grpSpLocks/>
          </p:cNvGrpSpPr>
          <p:nvPr/>
        </p:nvGrpSpPr>
        <p:grpSpPr bwMode="auto">
          <a:xfrm>
            <a:off x="914400" y="1981200"/>
            <a:ext cx="2971800" cy="2819400"/>
            <a:chOff x="576" y="1104"/>
            <a:chExt cx="1872" cy="1776"/>
          </a:xfrm>
        </p:grpSpPr>
        <p:sp>
          <p:nvSpPr>
            <p:cNvPr id="66714" name="Line 154"/>
            <p:cNvSpPr>
              <a:spLocks noChangeShapeType="1"/>
            </p:cNvSpPr>
            <p:nvPr/>
          </p:nvSpPr>
          <p:spPr bwMode="auto">
            <a:xfrm>
              <a:off x="1536" y="1104"/>
              <a:ext cx="0" cy="17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715" name="Line 155"/>
            <p:cNvSpPr>
              <a:spLocks noChangeShapeType="1"/>
            </p:cNvSpPr>
            <p:nvPr/>
          </p:nvSpPr>
          <p:spPr bwMode="auto">
            <a:xfrm>
              <a:off x="576" y="2112"/>
              <a:ext cx="1872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6923" name="Group 363"/>
          <p:cNvGraphicFramePr>
            <a:graphicFrameLocks noGrp="1"/>
          </p:cNvGraphicFramePr>
          <p:nvPr/>
        </p:nvGraphicFramePr>
        <p:xfrm>
          <a:off x="5334000" y="17526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6804" name="Rectangle 244"/>
          <p:cNvSpPr>
            <a:spLocks noChangeArrowheads="1"/>
          </p:cNvSpPr>
          <p:nvPr/>
        </p:nvSpPr>
        <p:spPr bwMode="auto">
          <a:xfrm>
            <a:off x="6629400" y="3276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6808" name="Rectangle 248"/>
          <p:cNvSpPr>
            <a:spLocks noChangeArrowheads="1"/>
          </p:cNvSpPr>
          <p:nvPr/>
        </p:nvSpPr>
        <p:spPr bwMode="auto">
          <a:xfrm>
            <a:off x="7086600" y="2514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4</a:t>
            </a:r>
          </a:p>
        </p:txBody>
      </p:sp>
      <p:sp>
        <p:nvSpPr>
          <p:cNvPr id="66809" name="Rectangle 249"/>
          <p:cNvSpPr>
            <a:spLocks noChangeArrowheads="1"/>
          </p:cNvSpPr>
          <p:nvPr/>
        </p:nvSpPr>
        <p:spPr bwMode="auto">
          <a:xfrm>
            <a:off x="7086600" y="2133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5</a:t>
            </a:r>
          </a:p>
        </p:txBody>
      </p:sp>
      <p:sp>
        <p:nvSpPr>
          <p:cNvPr id="66810" name="Rectangle 250"/>
          <p:cNvSpPr>
            <a:spLocks noChangeArrowheads="1"/>
          </p:cNvSpPr>
          <p:nvPr/>
        </p:nvSpPr>
        <p:spPr bwMode="auto">
          <a:xfrm>
            <a:off x="7086600" y="2895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66811" name="Rectangle 251"/>
          <p:cNvSpPr>
            <a:spLocks noChangeArrowheads="1"/>
          </p:cNvSpPr>
          <p:nvPr/>
        </p:nvSpPr>
        <p:spPr bwMode="auto">
          <a:xfrm>
            <a:off x="7543800" y="2895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11</a:t>
            </a:r>
          </a:p>
        </p:txBody>
      </p:sp>
      <p:sp>
        <p:nvSpPr>
          <p:cNvPr id="66820" name="Rectangle 260"/>
          <p:cNvSpPr>
            <a:spLocks noChangeArrowheads="1"/>
          </p:cNvSpPr>
          <p:nvPr/>
        </p:nvSpPr>
        <p:spPr bwMode="auto">
          <a:xfrm>
            <a:off x="58674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6825" name="Rectangle 265"/>
          <p:cNvSpPr>
            <a:spLocks noChangeArrowheads="1"/>
          </p:cNvSpPr>
          <p:nvPr/>
        </p:nvSpPr>
        <p:spPr bwMode="auto">
          <a:xfrm>
            <a:off x="62484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6829" name="Rectangle 269"/>
          <p:cNvSpPr>
            <a:spLocks noChangeArrowheads="1"/>
          </p:cNvSpPr>
          <p:nvPr/>
        </p:nvSpPr>
        <p:spPr bwMode="auto">
          <a:xfrm>
            <a:off x="70866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66830" name="Rectangle 270"/>
          <p:cNvSpPr>
            <a:spLocks noChangeArrowheads="1"/>
          </p:cNvSpPr>
          <p:nvPr/>
        </p:nvSpPr>
        <p:spPr bwMode="auto">
          <a:xfrm>
            <a:off x="7086600" y="3695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6831" name="Rectangle 271"/>
          <p:cNvSpPr>
            <a:spLocks noChangeArrowheads="1"/>
          </p:cNvSpPr>
          <p:nvPr/>
        </p:nvSpPr>
        <p:spPr bwMode="auto">
          <a:xfrm>
            <a:off x="7086600" y="4152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66832" name="Rectangle 272"/>
          <p:cNvSpPr>
            <a:spLocks noChangeArrowheads="1"/>
          </p:cNvSpPr>
          <p:nvPr/>
        </p:nvSpPr>
        <p:spPr bwMode="auto">
          <a:xfrm>
            <a:off x="70866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66833" name="Rectangle 273"/>
          <p:cNvSpPr>
            <a:spLocks noChangeArrowheads="1"/>
          </p:cNvSpPr>
          <p:nvPr/>
        </p:nvSpPr>
        <p:spPr bwMode="auto">
          <a:xfrm>
            <a:off x="7543800" y="2171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8</a:t>
            </a:r>
          </a:p>
        </p:txBody>
      </p:sp>
      <p:sp>
        <p:nvSpPr>
          <p:cNvPr id="66834" name="Rectangle 274"/>
          <p:cNvSpPr>
            <a:spLocks noChangeArrowheads="1"/>
          </p:cNvSpPr>
          <p:nvPr/>
        </p:nvSpPr>
        <p:spPr bwMode="auto">
          <a:xfrm>
            <a:off x="7543800" y="2552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7</a:t>
            </a:r>
          </a:p>
        </p:txBody>
      </p:sp>
      <p:sp>
        <p:nvSpPr>
          <p:cNvPr id="66835" name="Rectangle 275"/>
          <p:cNvSpPr>
            <a:spLocks noChangeArrowheads="1"/>
          </p:cNvSpPr>
          <p:nvPr/>
        </p:nvSpPr>
        <p:spPr bwMode="auto">
          <a:xfrm>
            <a:off x="75438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66839" name="Rectangle 279"/>
          <p:cNvSpPr>
            <a:spLocks noChangeArrowheads="1"/>
          </p:cNvSpPr>
          <p:nvPr/>
        </p:nvSpPr>
        <p:spPr bwMode="auto">
          <a:xfrm>
            <a:off x="79248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6845" name="Rectangle 285"/>
          <p:cNvSpPr>
            <a:spLocks noChangeArrowheads="1"/>
          </p:cNvSpPr>
          <p:nvPr/>
        </p:nvSpPr>
        <p:spPr bwMode="auto">
          <a:xfrm>
            <a:off x="8382000" y="33147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66838" name="Rectangle 278"/>
          <p:cNvSpPr>
            <a:spLocks noChangeArrowheads="1"/>
          </p:cNvSpPr>
          <p:nvPr/>
        </p:nvSpPr>
        <p:spPr bwMode="auto">
          <a:xfrm>
            <a:off x="7543800" y="4533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grpSp>
        <p:nvGrpSpPr>
          <p:cNvPr id="4" name="Group 362"/>
          <p:cNvGrpSpPr>
            <a:grpSpLocks/>
          </p:cNvGrpSpPr>
          <p:nvPr/>
        </p:nvGrpSpPr>
        <p:grpSpPr bwMode="auto">
          <a:xfrm>
            <a:off x="5867400" y="2133600"/>
            <a:ext cx="2895600" cy="2705100"/>
            <a:chOff x="3696" y="1344"/>
            <a:chExt cx="1824" cy="1704"/>
          </a:xfrm>
        </p:grpSpPr>
        <p:sp>
          <p:nvSpPr>
            <p:cNvPr id="66842" name="Rectangle 282"/>
            <p:cNvSpPr>
              <a:spLocks noChangeArrowheads="1"/>
            </p:cNvSpPr>
            <p:nvPr/>
          </p:nvSpPr>
          <p:spPr bwMode="auto">
            <a:xfrm>
              <a:off x="4992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  <a:endParaRPr lang="en-US"/>
            </a:p>
          </p:txBody>
        </p:sp>
        <p:sp>
          <p:nvSpPr>
            <p:cNvPr id="66799" name="Rectangle 239"/>
            <p:cNvSpPr>
              <a:spLocks noChangeArrowheads="1"/>
            </p:cNvSpPr>
            <p:nvPr/>
          </p:nvSpPr>
          <p:spPr bwMode="auto">
            <a:xfrm>
              <a:off x="3696" y="18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00" name="Rectangle 240"/>
            <p:cNvSpPr>
              <a:spLocks noChangeArrowheads="1"/>
            </p:cNvSpPr>
            <p:nvPr/>
          </p:nvSpPr>
          <p:spPr bwMode="auto">
            <a:xfrm>
              <a:off x="3936" y="18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01" name="Rectangle 241"/>
            <p:cNvSpPr>
              <a:spLocks noChangeArrowheads="1"/>
            </p:cNvSpPr>
            <p:nvPr/>
          </p:nvSpPr>
          <p:spPr bwMode="auto">
            <a:xfrm>
              <a:off x="4224" y="13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66802" name="Rectangle 242"/>
            <p:cNvSpPr>
              <a:spLocks noChangeArrowheads="1"/>
            </p:cNvSpPr>
            <p:nvPr/>
          </p:nvSpPr>
          <p:spPr bwMode="auto">
            <a:xfrm>
              <a:off x="4224" y="15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66803" name="Rectangle 243"/>
            <p:cNvSpPr>
              <a:spLocks noChangeArrowheads="1"/>
            </p:cNvSpPr>
            <p:nvPr/>
          </p:nvSpPr>
          <p:spPr bwMode="auto">
            <a:xfrm>
              <a:off x="4224" y="18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6805" name="Rectangle 245"/>
            <p:cNvSpPr>
              <a:spLocks noChangeArrowheads="1"/>
            </p:cNvSpPr>
            <p:nvPr/>
          </p:nvSpPr>
          <p:spPr bwMode="auto">
            <a:xfrm>
              <a:off x="4224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06" name="Rectangle 246"/>
            <p:cNvSpPr>
              <a:spLocks noChangeArrowheads="1"/>
            </p:cNvSpPr>
            <p:nvPr/>
          </p:nvSpPr>
          <p:spPr bwMode="auto">
            <a:xfrm>
              <a:off x="4224" y="25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07" name="Rectangle 247"/>
            <p:cNvSpPr>
              <a:spLocks noChangeArrowheads="1"/>
            </p:cNvSpPr>
            <p:nvPr/>
          </p:nvSpPr>
          <p:spPr bwMode="auto">
            <a:xfrm>
              <a:off x="4224" y="28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66812" name="Rectangle 252"/>
            <p:cNvSpPr>
              <a:spLocks noChangeArrowheads="1"/>
            </p:cNvSpPr>
            <p:nvPr/>
          </p:nvSpPr>
          <p:spPr bwMode="auto">
            <a:xfrm>
              <a:off x="4992" y="13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6813" name="Rectangle 253"/>
            <p:cNvSpPr>
              <a:spLocks noChangeArrowheads="1"/>
            </p:cNvSpPr>
            <p:nvPr/>
          </p:nvSpPr>
          <p:spPr bwMode="auto">
            <a:xfrm>
              <a:off x="4992" y="15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-1</a:t>
              </a:r>
            </a:p>
          </p:txBody>
        </p:sp>
        <p:sp>
          <p:nvSpPr>
            <p:cNvPr id="66814" name="Rectangle 254"/>
            <p:cNvSpPr>
              <a:spLocks noChangeArrowheads="1"/>
            </p:cNvSpPr>
            <p:nvPr/>
          </p:nvSpPr>
          <p:spPr bwMode="auto">
            <a:xfrm>
              <a:off x="4992" y="18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66815" name="Rectangle 255"/>
            <p:cNvSpPr>
              <a:spLocks noChangeArrowheads="1"/>
            </p:cNvSpPr>
            <p:nvPr/>
          </p:nvSpPr>
          <p:spPr bwMode="auto">
            <a:xfrm>
              <a:off x="5280" y="184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17" name="Rectangle 257"/>
            <p:cNvSpPr>
              <a:spLocks noChangeArrowheads="1"/>
            </p:cNvSpPr>
            <p:nvPr/>
          </p:nvSpPr>
          <p:spPr bwMode="auto">
            <a:xfrm>
              <a:off x="3696" y="13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6818" name="Rectangle 258"/>
            <p:cNvSpPr>
              <a:spLocks noChangeArrowheads="1"/>
            </p:cNvSpPr>
            <p:nvPr/>
          </p:nvSpPr>
          <p:spPr bwMode="auto">
            <a:xfrm>
              <a:off x="3696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19" name="Rectangle 259"/>
            <p:cNvSpPr>
              <a:spLocks noChangeArrowheads="1"/>
            </p:cNvSpPr>
            <p:nvPr/>
          </p:nvSpPr>
          <p:spPr bwMode="auto">
            <a:xfrm>
              <a:off x="3696" y="228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21" name="Rectangle 261"/>
            <p:cNvSpPr>
              <a:spLocks noChangeArrowheads="1"/>
            </p:cNvSpPr>
            <p:nvPr/>
          </p:nvSpPr>
          <p:spPr bwMode="auto">
            <a:xfrm>
              <a:off x="3696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66822" name="Rectangle 262"/>
            <p:cNvSpPr>
              <a:spLocks noChangeArrowheads="1"/>
            </p:cNvSpPr>
            <p:nvPr/>
          </p:nvSpPr>
          <p:spPr bwMode="auto">
            <a:xfrm>
              <a:off x="3696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66823" name="Rectangle 263"/>
            <p:cNvSpPr>
              <a:spLocks noChangeArrowheads="1"/>
            </p:cNvSpPr>
            <p:nvPr/>
          </p:nvSpPr>
          <p:spPr bwMode="auto">
            <a:xfrm>
              <a:off x="3936" y="13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66824" name="Rectangle 264"/>
            <p:cNvSpPr>
              <a:spLocks noChangeArrowheads="1"/>
            </p:cNvSpPr>
            <p:nvPr/>
          </p:nvSpPr>
          <p:spPr bwMode="auto">
            <a:xfrm>
              <a:off x="3936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66826" name="Rectangle 266"/>
            <p:cNvSpPr>
              <a:spLocks noChangeArrowheads="1"/>
            </p:cNvSpPr>
            <p:nvPr/>
          </p:nvSpPr>
          <p:spPr bwMode="auto">
            <a:xfrm>
              <a:off x="3936" y="23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27" name="Rectangle 267"/>
            <p:cNvSpPr>
              <a:spLocks noChangeArrowheads="1"/>
            </p:cNvSpPr>
            <p:nvPr/>
          </p:nvSpPr>
          <p:spPr bwMode="auto">
            <a:xfrm>
              <a:off x="3936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28" name="Rectangle 268"/>
            <p:cNvSpPr>
              <a:spLocks noChangeArrowheads="1"/>
            </p:cNvSpPr>
            <p:nvPr/>
          </p:nvSpPr>
          <p:spPr bwMode="auto">
            <a:xfrm>
              <a:off x="3936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36" name="Rectangle 276"/>
            <p:cNvSpPr>
              <a:spLocks noChangeArrowheads="1"/>
            </p:cNvSpPr>
            <p:nvPr/>
          </p:nvSpPr>
          <p:spPr bwMode="auto">
            <a:xfrm>
              <a:off x="4752" y="23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6837" name="Rectangle 277"/>
            <p:cNvSpPr>
              <a:spLocks noChangeArrowheads="1"/>
            </p:cNvSpPr>
            <p:nvPr/>
          </p:nvSpPr>
          <p:spPr bwMode="auto">
            <a:xfrm>
              <a:off x="4752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66840" name="Rectangle 280"/>
            <p:cNvSpPr>
              <a:spLocks noChangeArrowheads="1"/>
            </p:cNvSpPr>
            <p:nvPr/>
          </p:nvSpPr>
          <p:spPr bwMode="auto">
            <a:xfrm>
              <a:off x="4992" y="23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41" name="Rectangle 281"/>
            <p:cNvSpPr>
              <a:spLocks noChangeArrowheads="1"/>
            </p:cNvSpPr>
            <p:nvPr/>
          </p:nvSpPr>
          <p:spPr bwMode="auto">
            <a:xfrm>
              <a:off x="4992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66843" name="Rectangle 283"/>
            <p:cNvSpPr>
              <a:spLocks noChangeArrowheads="1"/>
            </p:cNvSpPr>
            <p:nvPr/>
          </p:nvSpPr>
          <p:spPr bwMode="auto">
            <a:xfrm>
              <a:off x="5280" y="13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66844" name="Rectangle 284"/>
            <p:cNvSpPr>
              <a:spLocks noChangeArrowheads="1"/>
            </p:cNvSpPr>
            <p:nvPr/>
          </p:nvSpPr>
          <p:spPr bwMode="auto">
            <a:xfrm>
              <a:off x="5280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46" name="Rectangle 286"/>
            <p:cNvSpPr>
              <a:spLocks noChangeArrowheads="1"/>
            </p:cNvSpPr>
            <p:nvPr/>
          </p:nvSpPr>
          <p:spPr bwMode="auto">
            <a:xfrm>
              <a:off x="5280" y="23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47" name="Rectangle 287"/>
            <p:cNvSpPr>
              <a:spLocks noChangeArrowheads="1"/>
            </p:cNvSpPr>
            <p:nvPr/>
          </p:nvSpPr>
          <p:spPr bwMode="auto">
            <a:xfrm>
              <a:off x="5280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48" name="Rectangle 288"/>
            <p:cNvSpPr>
              <a:spLocks noChangeArrowheads="1"/>
            </p:cNvSpPr>
            <p:nvPr/>
          </p:nvSpPr>
          <p:spPr bwMode="auto">
            <a:xfrm>
              <a:off x="5280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5" name="Group 289"/>
          <p:cNvGrpSpPr>
            <a:grpSpLocks/>
          </p:cNvGrpSpPr>
          <p:nvPr/>
        </p:nvGrpSpPr>
        <p:grpSpPr bwMode="auto">
          <a:xfrm>
            <a:off x="4953000" y="1295400"/>
            <a:ext cx="3733800" cy="3505200"/>
            <a:chOff x="3216" y="624"/>
            <a:chExt cx="2352" cy="2208"/>
          </a:xfrm>
        </p:grpSpPr>
        <p:sp>
          <p:nvSpPr>
            <p:cNvPr id="66850" name="Rectangle 290"/>
            <p:cNvSpPr>
              <a:spLocks noChangeArrowheads="1"/>
            </p:cNvSpPr>
            <p:nvPr/>
          </p:nvSpPr>
          <p:spPr bwMode="auto">
            <a:xfrm>
              <a:off x="3216" y="11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6851" name="Rectangle 291"/>
            <p:cNvSpPr>
              <a:spLocks noChangeArrowheads="1"/>
            </p:cNvSpPr>
            <p:nvPr/>
          </p:nvSpPr>
          <p:spPr bwMode="auto">
            <a:xfrm>
              <a:off x="3216" y="13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6852" name="Rectangle 292"/>
            <p:cNvSpPr>
              <a:spLocks noChangeArrowheads="1"/>
            </p:cNvSpPr>
            <p:nvPr/>
          </p:nvSpPr>
          <p:spPr bwMode="auto">
            <a:xfrm>
              <a:off x="3216" y="163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6853" name="Rectangle 293"/>
            <p:cNvSpPr>
              <a:spLocks noChangeArrowheads="1"/>
            </p:cNvSpPr>
            <p:nvPr/>
          </p:nvSpPr>
          <p:spPr bwMode="auto">
            <a:xfrm>
              <a:off x="3216" y="187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6854" name="Rectangle 294"/>
            <p:cNvSpPr>
              <a:spLocks noChangeArrowheads="1"/>
            </p:cNvSpPr>
            <p:nvPr/>
          </p:nvSpPr>
          <p:spPr bwMode="auto">
            <a:xfrm>
              <a:off x="3216" y="211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6855" name="Rectangle 295"/>
            <p:cNvSpPr>
              <a:spLocks noChangeArrowheads="1"/>
            </p:cNvSpPr>
            <p:nvPr/>
          </p:nvSpPr>
          <p:spPr bwMode="auto">
            <a:xfrm>
              <a:off x="3216" y="235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6856" name="Rectangle 296"/>
            <p:cNvSpPr>
              <a:spLocks noChangeArrowheads="1"/>
            </p:cNvSpPr>
            <p:nvPr/>
          </p:nvSpPr>
          <p:spPr bwMode="auto">
            <a:xfrm>
              <a:off x="3216" y="25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66857" name="Rectangle 297"/>
            <p:cNvSpPr>
              <a:spLocks noChangeArrowheads="1"/>
            </p:cNvSpPr>
            <p:nvPr/>
          </p:nvSpPr>
          <p:spPr bwMode="auto">
            <a:xfrm>
              <a:off x="3792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6858" name="Rectangle 298"/>
            <p:cNvSpPr>
              <a:spLocks noChangeArrowheads="1"/>
            </p:cNvSpPr>
            <p:nvPr/>
          </p:nvSpPr>
          <p:spPr bwMode="auto">
            <a:xfrm>
              <a:off x="408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6859" name="Rectangle 299"/>
            <p:cNvSpPr>
              <a:spLocks noChangeArrowheads="1"/>
            </p:cNvSpPr>
            <p:nvPr/>
          </p:nvSpPr>
          <p:spPr bwMode="auto">
            <a:xfrm>
              <a:off x="432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6860" name="Rectangle 300"/>
            <p:cNvSpPr>
              <a:spLocks noChangeArrowheads="1"/>
            </p:cNvSpPr>
            <p:nvPr/>
          </p:nvSpPr>
          <p:spPr bwMode="auto">
            <a:xfrm>
              <a:off x="4608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6861" name="Rectangle 301"/>
            <p:cNvSpPr>
              <a:spLocks noChangeArrowheads="1"/>
            </p:cNvSpPr>
            <p:nvPr/>
          </p:nvSpPr>
          <p:spPr bwMode="auto">
            <a:xfrm>
              <a:off x="489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6862" name="Rectangle 302"/>
            <p:cNvSpPr>
              <a:spLocks noChangeArrowheads="1"/>
            </p:cNvSpPr>
            <p:nvPr/>
          </p:nvSpPr>
          <p:spPr bwMode="auto">
            <a:xfrm>
              <a:off x="513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66863" name="Rectangle 303"/>
            <p:cNvSpPr>
              <a:spLocks noChangeArrowheads="1"/>
            </p:cNvSpPr>
            <p:nvPr/>
          </p:nvSpPr>
          <p:spPr bwMode="auto">
            <a:xfrm>
              <a:off x="5424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grpSp>
        <p:nvGrpSpPr>
          <p:cNvPr id="6" name="Group 320"/>
          <p:cNvGrpSpPr>
            <a:grpSpLocks/>
          </p:cNvGrpSpPr>
          <p:nvPr/>
        </p:nvGrpSpPr>
        <p:grpSpPr bwMode="auto">
          <a:xfrm>
            <a:off x="2895600" y="685800"/>
            <a:ext cx="5867400" cy="2743200"/>
            <a:chOff x="1824" y="432"/>
            <a:chExt cx="3696" cy="1728"/>
          </a:xfrm>
        </p:grpSpPr>
        <p:sp>
          <p:nvSpPr>
            <p:cNvPr id="66871" name="Rectangle 311"/>
            <p:cNvSpPr>
              <a:spLocks noChangeArrowheads="1"/>
            </p:cNvSpPr>
            <p:nvPr/>
          </p:nvSpPr>
          <p:spPr bwMode="auto">
            <a:xfrm>
              <a:off x="4800" y="432"/>
              <a:ext cx="7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8+3&lt; </a:t>
              </a:r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72" name="Line 312"/>
            <p:cNvSpPr>
              <a:spLocks noChangeShapeType="1"/>
            </p:cNvSpPr>
            <p:nvPr/>
          </p:nvSpPr>
          <p:spPr bwMode="auto">
            <a:xfrm>
              <a:off x="4656" y="816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73" name="Line 313"/>
            <p:cNvSpPr>
              <a:spLocks noChangeShapeType="1"/>
            </p:cNvSpPr>
            <p:nvPr/>
          </p:nvSpPr>
          <p:spPr bwMode="auto">
            <a:xfrm>
              <a:off x="4944" y="816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75" name="Line 315"/>
            <p:cNvSpPr>
              <a:spLocks noChangeShapeType="1"/>
            </p:cNvSpPr>
            <p:nvPr/>
          </p:nvSpPr>
          <p:spPr bwMode="auto">
            <a:xfrm>
              <a:off x="4800" y="816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76" name="Line 316"/>
            <p:cNvSpPr>
              <a:spLocks noChangeShapeType="1"/>
            </p:cNvSpPr>
            <p:nvPr/>
          </p:nvSpPr>
          <p:spPr bwMode="auto">
            <a:xfrm>
              <a:off x="1824" y="816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77" name="Line 317"/>
            <p:cNvSpPr>
              <a:spLocks noChangeShapeType="1"/>
            </p:cNvSpPr>
            <p:nvPr/>
          </p:nvSpPr>
          <p:spPr bwMode="auto">
            <a:xfrm>
              <a:off x="1824" y="81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78" name="Line 318"/>
            <p:cNvSpPr>
              <a:spLocks noChangeShapeType="1"/>
            </p:cNvSpPr>
            <p:nvPr/>
          </p:nvSpPr>
          <p:spPr bwMode="auto">
            <a:xfrm flipV="1">
              <a:off x="494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28"/>
          <p:cNvGrpSpPr>
            <a:grpSpLocks/>
          </p:cNvGrpSpPr>
          <p:nvPr/>
        </p:nvGrpSpPr>
        <p:grpSpPr bwMode="auto">
          <a:xfrm>
            <a:off x="2667000" y="762000"/>
            <a:ext cx="5029200" cy="2743200"/>
            <a:chOff x="1680" y="432"/>
            <a:chExt cx="3168" cy="1728"/>
          </a:xfrm>
        </p:grpSpPr>
        <p:sp>
          <p:nvSpPr>
            <p:cNvPr id="66870" name="Rectangle 310"/>
            <p:cNvSpPr>
              <a:spLocks noChangeArrowheads="1"/>
            </p:cNvSpPr>
            <p:nvPr/>
          </p:nvSpPr>
          <p:spPr bwMode="auto">
            <a:xfrm>
              <a:off x="3792" y="432"/>
              <a:ext cx="720" cy="192"/>
            </a:xfrm>
            <a:prstGeom prst="rect">
              <a:avLst/>
            </a:prstGeom>
            <a:noFill/>
            <a:ln w="9525">
              <a:solidFill>
                <a:srgbClr val="FF66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4+3&lt; </a:t>
              </a:r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81" name="Line 321"/>
            <p:cNvSpPr>
              <a:spLocks noChangeShapeType="1"/>
            </p:cNvSpPr>
            <p:nvPr/>
          </p:nvSpPr>
          <p:spPr bwMode="auto">
            <a:xfrm>
              <a:off x="4752" y="720"/>
              <a:ext cx="0" cy="144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82" name="Line 322"/>
            <p:cNvSpPr>
              <a:spLocks noChangeShapeType="1"/>
            </p:cNvSpPr>
            <p:nvPr/>
          </p:nvSpPr>
          <p:spPr bwMode="auto">
            <a:xfrm>
              <a:off x="4560" y="720"/>
              <a:ext cx="0" cy="91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83" name="Line 323"/>
            <p:cNvSpPr>
              <a:spLocks noChangeShapeType="1"/>
            </p:cNvSpPr>
            <p:nvPr/>
          </p:nvSpPr>
          <p:spPr bwMode="auto">
            <a:xfrm>
              <a:off x="1680" y="720"/>
              <a:ext cx="0" cy="96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84" name="Line 324"/>
            <p:cNvSpPr>
              <a:spLocks noChangeShapeType="1"/>
            </p:cNvSpPr>
            <p:nvPr/>
          </p:nvSpPr>
          <p:spPr bwMode="auto">
            <a:xfrm>
              <a:off x="1680" y="720"/>
              <a:ext cx="3168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86" name="Line 326"/>
            <p:cNvSpPr>
              <a:spLocks noChangeShapeType="1"/>
            </p:cNvSpPr>
            <p:nvPr/>
          </p:nvSpPr>
          <p:spPr bwMode="auto">
            <a:xfrm flipV="1">
              <a:off x="4080" y="624"/>
              <a:ext cx="0" cy="9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87" name="Line 327"/>
            <p:cNvSpPr>
              <a:spLocks noChangeShapeType="1"/>
            </p:cNvSpPr>
            <p:nvPr/>
          </p:nvSpPr>
          <p:spPr bwMode="auto">
            <a:xfrm>
              <a:off x="4848" y="720"/>
              <a:ext cx="0" cy="91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347"/>
          <p:cNvGrpSpPr>
            <a:grpSpLocks/>
          </p:cNvGrpSpPr>
          <p:nvPr/>
        </p:nvGrpSpPr>
        <p:grpSpPr bwMode="auto">
          <a:xfrm>
            <a:off x="1524000" y="3352800"/>
            <a:ext cx="6934200" cy="2514600"/>
            <a:chOff x="960" y="2112"/>
            <a:chExt cx="4368" cy="1584"/>
          </a:xfrm>
        </p:grpSpPr>
        <p:sp>
          <p:nvSpPr>
            <p:cNvPr id="66897" name="Rectangle 337"/>
            <p:cNvSpPr>
              <a:spLocks noChangeArrowheads="1"/>
            </p:cNvSpPr>
            <p:nvPr/>
          </p:nvSpPr>
          <p:spPr bwMode="auto">
            <a:xfrm>
              <a:off x="960" y="3408"/>
              <a:ext cx="14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>
                  <a:latin typeface="VNI-Times" pitchFamily="2" charset="0"/>
                </a:rPr>
                <a:t>Do </a:t>
              </a:r>
              <a:r>
                <a:rPr lang="en-US" sz="2000" b="1">
                  <a:sym typeface="Symbol" pitchFamily="18" charset="2"/>
                </a:rPr>
                <a:t></a:t>
              </a:r>
              <a:r>
                <a:rPr lang="en-US" sz="2000"/>
                <a:t>  </a:t>
              </a:r>
              <a:r>
                <a:rPr lang="en-US" sz="2000">
                  <a:latin typeface="VNI-Times" pitchFamily="2" charset="0"/>
                </a:rPr>
                <a:t>heát neân vieát laïi</a:t>
              </a:r>
            </a:p>
          </p:txBody>
        </p:sp>
        <p:sp>
          <p:nvSpPr>
            <p:cNvPr id="66898" name="Line 338"/>
            <p:cNvSpPr>
              <a:spLocks noChangeShapeType="1"/>
            </p:cNvSpPr>
            <p:nvPr/>
          </p:nvSpPr>
          <p:spPr bwMode="auto">
            <a:xfrm>
              <a:off x="2976" y="211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99" name="Line 339"/>
            <p:cNvSpPr>
              <a:spLocks noChangeShapeType="1"/>
            </p:cNvSpPr>
            <p:nvPr/>
          </p:nvSpPr>
          <p:spPr bwMode="auto">
            <a:xfrm>
              <a:off x="2976" y="2256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00" name="Line 340"/>
            <p:cNvSpPr>
              <a:spLocks noChangeShapeType="1"/>
            </p:cNvSpPr>
            <p:nvPr/>
          </p:nvSpPr>
          <p:spPr bwMode="auto">
            <a:xfrm flipV="1">
              <a:off x="4272" y="2208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01" name="Line 341"/>
            <p:cNvSpPr>
              <a:spLocks noChangeShapeType="1"/>
            </p:cNvSpPr>
            <p:nvPr/>
          </p:nvSpPr>
          <p:spPr bwMode="auto">
            <a:xfrm flipV="1">
              <a:off x="5328" y="2208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02" name="Line 342"/>
            <p:cNvSpPr>
              <a:spLocks noChangeShapeType="1"/>
            </p:cNvSpPr>
            <p:nvPr/>
          </p:nvSpPr>
          <p:spPr bwMode="auto">
            <a:xfrm flipV="1">
              <a:off x="5088" y="2208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03" name="Line 343"/>
            <p:cNvSpPr>
              <a:spLocks noChangeShapeType="1"/>
            </p:cNvSpPr>
            <p:nvPr/>
          </p:nvSpPr>
          <p:spPr bwMode="auto">
            <a:xfrm flipH="1">
              <a:off x="2448" y="3552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04" name="Line 344"/>
            <p:cNvSpPr>
              <a:spLocks noChangeShapeType="1"/>
            </p:cNvSpPr>
            <p:nvPr/>
          </p:nvSpPr>
          <p:spPr bwMode="auto">
            <a:xfrm>
              <a:off x="2976" y="2112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351"/>
          <p:cNvGrpSpPr>
            <a:grpSpLocks/>
          </p:cNvGrpSpPr>
          <p:nvPr/>
        </p:nvGrpSpPr>
        <p:grpSpPr bwMode="auto">
          <a:xfrm>
            <a:off x="2819400" y="381000"/>
            <a:ext cx="4953000" cy="3048000"/>
            <a:chOff x="1776" y="240"/>
            <a:chExt cx="3120" cy="1920"/>
          </a:xfrm>
        </p:grpSpPr>
        <p:sp>
          <p:nvSpPr>
            <p:cNvPr id="66869" name="Rectangle 309"/>
            <p:cNvSpPr>
              <a:spLocks noChangeArrowheads="1"/>
            </p:cNvSpPr>
            <p:nvPr/>
          </p:nvSpPr>
          <p:spPr bwMode="auto">
            <a:xfrm>
              <a:off x="2784" y="432"/>
              <a:ext cx="720" cy="192"/>
            </a:xfrm>
            <a:prstGeom prst="rect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5+3&lt; </a:t>
              </a:r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66889" name="Line 329"/>
            <p:cNvSpPr>
              <a:spLocks noChangeShapeType="1"/>
            </p:cNvSpPr>
            <p:nvPr/>
          </p:nvSpPr>
          <p:spPr bwMode="auto">
            <a:xfrm>
              <a:off x="1776" y="528"/>
              <a:ext cx="0" cy="912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90" name="Line 330"/>
            <p:cNvSpPr>
              <a:spLocks noChangeShapeType="1"/>
            </p:cNvSpPr>
            <p:nvPr/>
          </p:nvSpPr>
          <p:spPr bwMode="auto">
            <a:xfrm>
              <a:off x="1776" y="528"/>
              <a:ext cx="1008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92" name="Line 332"/>
            <p:cNvSpPr>
              <a:spLocks noChangeShapeType="1"/>
            </p:cNvSpPr>
            <p:nvPr/>
          </p:nvSpPr>
          <p:spPr bwMode="auto">
            <a:xfrm>
              <a:off x="4896" y="240"/>
              <a:ext cx="0" cy="120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93" name="Line 333"/>
            <p:cNvSpPr>
              <a:spLocks noChangeShapeType="1"/>
            </p:cNvSpPr>
            <p:nvPr/>
          </p:nvSpPr>
          <p:spPr bwMode="auto">
            <a:xfrm>
              <a:off x="4848" y="240"/>
              <a:ext cx="0" cy="192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94" name="Line 334"/>
            <p:cNvSpPr>
              <a:spLocks noChangeShapeType="1"/>
            </p:cNvSpPr>
            <p:nvPr/>
          </p:nvSpPr>
          <p:spPr bwMode="auto">
            <a:xfrm flipH="1">
              <a:off x="3072" y="240"/>
              <a:ext cx="1824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95" name="Line 335"/>
            <p:cNvSpPr>
              <a:spLocks noChangeShapeType="1"/>
            </p:cNvSpPr>
            <p:nvPr/>
          </p:nvSpPr>
          <p:spPr bwMode="auto">
            <a:xfrm>
              <a:off x="3072" y="240"/>
              <a:ext cx="0" cy="192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08" name="Line 348"/>
            <p:cNvSpPr>
              <a:spLocks noChangeShapeType="1"/>
            </p:cNvSpPr>
            <p:nvPr/>
          </p:nvSpPr>
          <p:spPr bwMode="auto">
            <a:xfrm>
              <a:off x="4512" y="240"/>
              <a:ext cx="0" cy="120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910" name="Rectangle 350"/>
          <p:cNvSpPr>
            <a:spLocks noChangeArrowheads="1"/>
          </p:cNvSpPr>
          <p:nvPr/>
        </p:nvSpPr>
        <p:spPr bwMode="auto">
          <a:xfrm>
            <a:off x="5638800" y="5334000"/>
            <a:ext cx="2819400" cy="6858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>
                <a:latin typeface="VNI-Times" pitchFamily="2" charset="0"/>
              </a:rPr>
              <a:t>Coù L</a:t>
            </a:r>
            <a:r>
              <a:rPr lang="en-US" sz="2800" baseline="-25000">
                <a:latin typeface="VNI-Times" pitchFamily="2" charset="0"/>
              </a:rPr>
              <a:t>3</a:t>
            </a:r>
            <a:r>
              <a:rPr lang="en-US" sz="2800">
                <a:latin typeface="VNI-Times" pitchFamily="2" charset="0"/>
              </a:rPr>
              <a:t>. Tìm P</a:t>
            </a:r>
            <a:r>
              <a:rPr lang="en-US" sz="2800" baseline="-25000">
                <a:latin typeface="VNI-Times" pitchFamily="2" charset="0"/>
              </a:rPr>
              <a:t>3</a:t>
            </a:r>
          </a:p>
        </p:txBody>
      </p:sp>
      <p:grpSp>
        <p:nvGrpSpPr>
          <p:cNvPr id="10" name="Group 361"/>
          <p:cNvGrpSpPr>
            <a:grpSpLocks/>
          </p:cNvGrpSpPr>
          <p:nvPr/>
        </p:nvGrpSpPr>
        <p:grpSpPr bwMode="auto">
          <a:xfrm>
            <a:off x="2667000" y="3505200"/>
            <a:ext cx="5181600" cy="2590800"/>
            <a:chOff x="1680" y="2208"/>
            <a:chExt cx="3264" cy="1632"/>
          </a:xfrm>
        </p:grpSpPr>
        <p:sp>
          <p:nvSpPr>
            <p:cNvPr id="66912" name="Rectangle 352"/>
            <p:cNvSpPr>
              <a:spLocks noChangeArrowheads="1"/>
            </p:cNvSpPr>
            <p:nvPr/>
          </p:nvSpPr>
          <p:spPr bwMode="auto">
            <a:xfrm>
              <a:off x="2880" y="3504"/>
              <a:ext cx="67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7+3&gt;-6</a:t>
              </a:r>
            </a:p>
          </p:txBody>
        </p:sp>
        <p:sp>
          <p:nvSpPr>
            <p:cNvPr id="66913" name="Line 353"/>
            <p:cNvSpPr>
              <a:spLocks noChangeShapeType="1"/>
            </p:cNvSpPr>
            <p:nvPr/>
          </p:nvSpPr>
          <p:spPr bwMode="auto">
            <a:xfrm flipV="1">
              <a:off x="1680" y="297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14" name="Line 354"/>
            <p:cNvSpPr>
              <a:spLocks noChangeShapeType="1"/>
            </p:cNvSpPr>
            <p:nvPr/>
          </p:nvSpPr>
          <p:spPr bwMode="auto">
            <a:xfrm>
              <a:off x="1680" y="374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15" name="Line 355"/>
            <p:cNvSpPr>
              <a:spLocks noChangeShapeType="1"/>
            </p:cNvSpPr>
            <p:nvPr/>
          </p:nvSpPr>
          <p:spPr bwMode="auto">
            <a:xfrm flipV="1">
              <a:off x="4800" y="2976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16" name="Line 356"/>
            <p:cNvSpPr>
              <a:spLocks noChangeShapeType="1"/>
            </p:cNvSpPr>
            <p:nvPr/>
          </p:nvSpPr>
          <p:spPr bwMode="auto">
            <a:xfrm flipV="1">
              <a:off x="4944" y="2208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17" name="Line 357"/>
            <p:cNvSpPr>
              <a:spLocks noChangeShapeType="1"/>
            </p:cNvSpPr>
            <p:nvPr/>
          </p:nvSpPr>
          <p:spPr bwMode="auto">
            <a:xfrm flipV="1">
              <a:off x="4512" y="2928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918" name="Line 358"/>
            <p:cNvSpPr>
              <a:spLocks noChangeShapeType="1"/>
            </p:cNvSpPr>
            <p:nvPr/>
          </p:nvSpPr>
          <p:spPr bwMode="auto">
            <a:xfrm flipH="1">
              <a:off x="3552" y="3648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668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0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668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0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668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668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2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668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3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668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3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668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668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2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668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2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668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0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668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668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3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668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668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8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668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3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668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8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66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6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1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"/>
                            </p:stCondLst>
                            <p:childTnLst>
                              <p:par>
                                <p:cTn id="1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1" dur="500"/>
                                        <p:tgtEl>
                                          <p:spTgt spid="66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4" grpId="0" animBg="1"/>
      <p:bldP spid="66804" grpId="0"/>
      <p:bldP spid="66808" grpId="0"/>
      <p:bldP spid="66809" grpId="0"/>
      <p:bldP spid="66810" grpId="0"/>
      <p:bldP spid="66811" grpId="0"/>
      <p:bldP spid="66820" grpId="0"/>
      <p:bldP spid="66825" grpId="0"/>
      <p:bldP spid="66829" grpId="0"/>
      <p:bldP spid="66830" grpId="0"/>
      <p:bldP spid="66831" grpId="0"/>
      <p:bldP spid="66832" grpId="0"/>
      <p:bldP spid="66833" grpId="0"/>
      <p:bldP spid="66834" grpId="0"/>
      <p:bldP spid="66835" grpId="0"/>
      <p:bldP spid="66839" grpId="0"/>
      <p:bldP spid="66845" grpId="0"/>
      <p:bldP spid="66838" grpId="0"/>
      <p:bldP spid="6691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3886200" y="152400"/>
            <a:ext cx="1143000" cy="3810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400" b="1">
                <a:solidFill>
                  <a:srgbClr val="FF0000"/>
                </a:solidFill>
              </a:rPr>
              <a:t>ìm P</a:t>
            </a:r>
            <a:r>
              <a:rPr lang="en-US" sz="2400" b="1" baseline="-25000">
                <a:solidFill>
                  <a:srgbClr val="FF0000"/>
                </a:solidFill>
              </a:rPr>
              <a:t>3</a:t>
            </a:r>
          </a:p>
        </p:txBody>
      </p:sp>
      <p:grpSp>
        <p:nvGrpSpPr>
          <p:cNvPr id="2" name="Group 158"/>
          <p:cNvGrpSpPr>
            <a:grpSpLocks/>
          </p:cNvGrpSpPr>
          <p:nvPr/>
        </p:nvGrpSpPr>
        <p:grpSpPr bwMode="auto">
          <a:xfrm>
            <a:off x="228600" y="838200"/>
            <a:ext cx="3733800" cy="3657600"/>
            <a:chOff x="1200" y="1008"/>
            <a:chExt cx="2352" cy="2304"/>
          </a:xfrm>
        </p:grpSpPr>
        <p:sp>
          <p:nvSpPr>
            <p:cNvPr id="89094" name="Rectangle 6"/>
            <p:cNvSpPr>
              <a:spLocks noChangeArrowheads="1"/>
            </p:cNvSpPr>
            <p:nvPr/>
          </p:nvSpPr>
          <p:spPr bwMode="auto">
            <a:xfrm>
              <a:off x="3295" y="3045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095" name="Rectangle 7"/>
            <p:cNvSpPr>
              <a:spLocks noChangeArrowheads="1"/>
            </p:cNvSpPr>
            <p:nvPr/>
          </p:nvSpPr>
          <p:spPr bwMode="auto">
            <a:xfrm>
              <a:off x="3037" y="3045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096" name="Rectangle 8"/>
            <p:cNvSpPr>
              <a:spLocks noChangeArrowheads="1"/>
            </p:cNvSpPr>
            <p:nvPr/>
          </p:nvSpPr>
          <p:spPr bwMode="auto">
            <a:xfrm>
              <a:off x="2780" y="3045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097" name="Rectangle 9"/>
            <p:cNvSpPr>
              <a:spLocks noChangeArrowheads="1"/>
            </p:cNvSpPr>
            <p:nvPr/>
          </p:nvSpPr>
          <p:spPr bwMode="auto">
            <a:xfrm>
              <a:off x="2521" y="3045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098" name="Rectangle 10"/>
            <p:cNvSpPr>
              <a:spLocks noChangeArrowheads="1"/>
            </p:cNvSpPr>
            <p:nvPr/>
          </p:nvSpPr>
          <p:spPr bwMode="auto">
            <a:xfrm>
              <a:off x="2266" y="3045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099" name="Rectangle 11"/>
            <p:cNvSpPr>
              <a:spLocks noChangeArrowheads="1"/>
            </p:cNvSpPr>
            <p:nvPr/>
          </p:nvSpPr>
          <p:spPr bwMode="auto">
            <a:xfrm>
              <a:off x="2006" y="3045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00" name="Rectangle 12"/>
            <p:cNvSpPr>
              <a:spLocks noChangeArrowheads="1"/>
            </p:cNvSpPr>
            <p:nvPr/>
          </p:nvSpPr>
          <p:spPr bwMode="auto">
            <a:xfrm>
              <a:off x="1749" y="3045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01" name="Rectangle 13"/>
            <p:cNvSpPr>
              <a:spLocks noChangeArrowheads="1"/>
            </p:cNvSpPr>
            <p:nvPr/>
          </p:nvSpPr>
          <p:spPr bwMode="auto">
            <a:xfrm>
              <a:off x="1440" y="3045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102" name="Rectangle 14"/>
            <p:cNvSpPr>
              <a:spLocks noChangeArrowheads="1"/>
            </p:cNvSpPr>
            <p:nvPr/>
          </p:nvSpPr>
          <p:spPr bwMode="auto">
            <a:xfrm>
              <a:off x="3295" y="2787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03" name="Rectangle 15"/>
            <p:cNvSpPr>
              <a:spLocks noChangeArrowheads="1"/>
            </p:cNvSpPr>
            <p:nvPr/>
          </p:nvSpPr>
          <p:spPr bwMode="auto">
            <a:xfrm>
              <a:off x="3037" y="2787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104" name="Rectangle 16"/>
            <p:cNvSpPr>
              <a:spLocks noChangeArrowheads="1"/>
            </p:cNvSpPr>
            <p:nvPr/>
          </p:nvSpPr>
          <p:spPr bwMode="auto">
            <a:xfrm>
              <a:off x="2780" y="2787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105" name="Rectangle 17"/>
            <p:cNvSpPr>
              <a:spLocks noChangeArrowheads="1"/>
            </p:cNvSpPr>
            <p:nvPr/>
          </p:nvSpPr>
          <p:spPr bwMode="auto">
            <a:xfrm>
              <a:off x="2521" y="2787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106" name="Rectangle 18"/>
            <p:cNvSpPr>
              <a:spLocks noChangeArrowheads="1"/>
            </p:cNvSpPr>
            <p:nvPr/>
          </p:nvSpPr>
          <p:spPr bwMode="auto">
            <a:xfrm>
              <a:off x="2266" y="2787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07" name="Rectangle 19"/>
            <p:cNvSpPr>
              <a:spLocks noChangeArrowheads="1"/>
            </p:cNvSpPr>
            <p:nvPr/>
          </p:nvSpPr>
          <p:spPr bwMode="auto">
            <a:xfrm>
              <a:off x="2006" y="2787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08" name="Rectangle 20"/>
            <p:cNvSpPr>
              <a:spLocks noChangeArrowheads="1"/>
            </p:cNvSpPr>
            <p:nvPr/>
          </p:nvSpPr>
          <p:spPr bwMode="auto">
            <a:xfrm>
              <a:off x="1749" y="2787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09" name="Rectangle 21"/>
            <p:cNvSpPr>
              <a:spLocks noChangeArrowheads="1"/>
            </p:cNvSpPr>
            <p:nvPr/>
          </p:nvSpPr>
          <p:spPr bwMode="auto">
            <a:xfrm>
              <a:off x="1440" y="2787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110" name="Rectangle 22"/>
            <p:cNvSpPr>
              <a:spLocks noChangeArrowheads="1"/>
            </p:cNvSpPr>
            <p:nvPr/>
          </p:nvSpPr>
          <p:spPr bwMode="auto">
            <a:xfrm>
              <a:off x="3295" y="2529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11" name="Rectangle 23"/>
            <p:cNvSpPr>
              <a:spLocks noChangeArrowheads="1"/>
            </p:cNvSpPr>
            <p:nvPr/>
          </p:nvSpPr>
          <p:spPr bwMode="auto">
            <a:xfrm>
              <a:off x="3037" y="2529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12" name="Rectangle 24"/>
            <p:cNvSpPr>
              <a:spLocks noChangeArrowheads="1"/>
            </p:cNvSpPr>
            <p:nvPr/>
          </p:nvSpPr>
          <p:spPr bwMode="auto">
            <a:xfrm>
              <a:off x="2780" y="2529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113" name="Rectangle 25"/>
            <p:cNvSpPr>
              <a:spLocks noChangeArrowheads="1"/>
            </p:cNvSpPr>
            <p:nvPr/>
          </p:nvSpPr>
          <p:spPr bwMode="auto">
            <a:xfrm>
              <a:off x="2521" y="2529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14" name="Rectangle 26"/>
            <p:cNvSpPr>
              <a:spLocks noChangeArrowheads="1"/>
            </p:cNvSpPr>
            <p:nvPr/>
          </p:nvSpPr>
          <p:spPr bwMode="auto">
            <a:xfrm>
              <a:off x="2266" y="2529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15" name="Rectangle 27"/>
            <p:cNvSpPr>
              <a:spLocks noChangeArrowheads="1"/>
            </p:cNvSpPr>
            <p:nvPr/>
          </p:nvSpPr>
          <p:spPr bwMode="auto">
            <a:xfrm>
              <a:off x="2006" y="2529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16" name="Rectangle 28"/>
            <p:cNvSpPr>
              <a:spLocks noChangeArrowheads="1"/>
            </p:cNvSpPr>
            <p:nvPr/>
          </p:nvSpPr>
          <p:spPr bwMode="auto">
            <a:xfrm>
              <a:off x="1749" y="2529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17" name="Rectangle 29"/>
            <p:cNvSpPr>
              <a:spLocks noChangeArrowheads="1"/>
            </p:cNvSpPr>
            <p:nvPr/>
          </p:nvSpPr>
          <p:spPr bwMode="auto">
            <a:xfrm>
              <a:off x="1440" y="2529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118" name="Rectangle 30"/>
            <p:cNvSpPr>
              <a:spLocks noChangeArrowheads="1"/>
            </p:cNvSpPr>
            <p:nvPr/>
          </p:nvSpPr>
          <p:spPr bwMode="auto">
            <a:xfrm>
              <a:off x="3295" y="2271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19" name="Rectangle 31"/>
            <p:cNvSpPr>
              <a:spLocks noChangeArrowheads="1"/>
            </p:cNvSpPr>
            <p:nvPr/>
          </p:nvSpPr>
          <p:spPr bwMode="auto">
            <a:xfrm>
              <a:off x="3037" y="2271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20" name="Rectangle 32"/>
            <p:cNvSpPr>
              <a:spLocks noChangeArrowheads="1"/>
            </p:cNvSpPr>
            <p:nvPr/>
          </p:nvSpPr>
          <p:spPr bwMode="auto">
            <a:xfrm>
              <a:off x="2780" y="2271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121" name="Rectangle 33"/>
            <p:cNvSpPr>
              <a:spLocks noChangeArrowheads="1"/>
            </p:cNvSpPr>
            <p:nvPr/>
          </p:nvSpPr>
          <p:spPr bwMode="auto">
            <a:xfrm>
              <a:off x="2521" y="2271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122" name="Rectangle 34"/>
            <p:cNvSpPr>
              <a:spLocks noChangeArrowheads="1"/>
            </p:cNvSpPr>
            <p:nvPr/>
          </p:nvSpPr>
          <p:spPr bwMode="auto">
            <a:xfrm>
              <a:off x="2266" y="2271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23" name="Rectangle 35"/>
            <p:cNvSpPr>
              <a:spLocks noChangeArrowheads="1"/>
            </p:cNvSpPr>
            <p:nvPr/>
          </p:nvSpPr>
          <p:spPr bwMode="auto">
            <a:xfrm>
              <a:off x="2006" y="2271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24" name="Rectangle 36"/>
            <p:cNvSpPr>
              <a:spLocks noChangeArrowheads="1"/>
            </p:cNvSpPr>
            <p:nvPr/>
          </p:nvSpPr>
          <p:spPr bwMode="auto">
            <a:xfrm>
              <a:off x="1749" y="2271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25" name="Rectangle 37"/>
            <p:cNvSpPr>
              <a:spLocks noChangeArrowheads="1"/>
            </p:cNvSpPr>
            <p:nvPr/>
          </p:nvSpPr>
          <p:spPr bwMode="auto">
            <a:xfrm>
              <a:off x="1440" y="2271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126" name="Rectangle 38"/>
            <p:cNvSpPr>
              <a:spLocks noChangeArrowheads="1"/>
            </p:cNvSpPr>
            <p:nvPr/>
          </p:nvSpPr>
          <p:spPr bwMode="auto">
            <a:xfrm>
              <a:off x="3295" y="2022"/>
              <a:ext cx="257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27" name="Rectangle 39"/>
            <p:cNvSpPr>
              <a:spLocks noChangeArrowheads="1"/>
            </p:cNvSpPr>
            <p:nvPr/>
          </p:nvSpPr>
          <p:spPr bwMode="auto">
            <a:xfrm>
              <a:off x="3037" y="2022"/>
              <a:ext cx="258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128" name="Rectangle 40"/>
            <p:cNvSpPr>
              <a:spLocks noChangeArrowheads="1"/>
            </p:cNvSpPr>
            <p:nvPr/>
          </p:nvSpPr>
          <p:spPr bwMode="auto">
            <a:xfrm>
              <a:off x="2780" y="2022"/>
              <a:ext cx="257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29" name="Rectangle 41"/>
            <p:cNvSpPr>
              <a:spLocks noChangeArrowheads="1"/>
            </p:cNvSpPr>
            <p:nvPr/>
          </p:nvSpPr>
          <p:spPr bwMode="auto">
            <a:xfrm>
              <a:off x="2521" y="2022"/>
              <a:ext cx="259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130" name="Rectangle 42"/>
            <p:cNvSpPr>
              <a:spLocks noChangeArrowheads="1"/>
            </p:cNvSpPr>
            <p:nvPr/>
          </p:nvSpPr>
          <p:spPr bwMode="auto">
            <a:xfrm>
              <a:off x="2266" y="2022"/>
              <a:ext cx="25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131" name="Rectangle 43"/>
            <p:cNvSpPr>
              <a:spLocks noChangeArrowheads="1"/>
            </p:cNvSpPr>
            <p:nvPr/>
          </p:nvSpPr>
          <p:spPr bwMode="auto">
            <a:xfrm>
              <a:off x="2006" y="2022"/>
              <a:ext cx="260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32" name="Rectangle 44"/>
            <p:cNvSpPr>
              <a:spLocks noChangeArrowheads="1"/>
            </p:cNvSpPr>
            <p:nvPr/>
          </p:nvSpPr>
          <p:spPr bwMode="auto">
            <a:xfrm>
              <a:off x="1749" y="2022"/>
              <a:ext cx="257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33" name="Rectangle 45"/>
            <p:cNvSpPr>
              <a:spLocks noChangeArrowheads="1"/>
            </p:cNvSpPr>
            <p:nvPr/>
          </p:nvSpPr>
          <p:spPr bwMode="auto">
            <a:xfrm>
              <a:off x="1440" y="2022"/>
              <a:ext cx="309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134" name="Rectangle 46"/>
            <p:cNvSpPr>
              <a:spLocks noChangeArrowheads="1"/>
            </p:cNvSpPr>
            <p:nvPr/>
          </p:nvSpPr>
          <p:spPr bwMode="auto">
            <a:xfrm>
              <a:off x="3295" y="1764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35" name="Rectangle 47"/>
            <p:cNvSpPr>
              <a:spLocks noChangeArrowheads="1"/>
            </p:cNvSpPr>
            <p:nvPr/>
          </p:nvSpPr>
          <p:spPr bwMode="auto">
            <a:xfrm>
              <a:off x="3037" y="1764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36" name="Rectangle 48"/>
            <p:cNvSpPr>
              <a:spLocks noChangeArrowheads="1"/>
            </p:cNvSpPr>
            <p:nvPr/>
          </p:nvSpPr>
          <p:spPr bwMode="auto">
            <a:xfrm>
              <a:off x="2780" y="1764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37" name="Rectangle 49"/>
            <p:cNvSpPr>
              <a:spLocks noChangeArrowheads="1"/>
            </p:cNvSpPr>
            <p:nvPr/>
          </p:nvSpPr>
          <p:spPr bwMode="auto">
            <a:xfrm>
              <a:off x="2521" y="1764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38" name="Rectangle 50"/>
            <p:cNvSpPr>
              <a:spLocks noChangeArrowheads="1"/>
            </p:cNvSpPr>
            <p:nvPr/>
          </p:nvSpPr>
          <p:spPr bwMode="auto">
            <a:xfrm>
              <a:off x="2266" y="1764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139" name="Rectangle 51"/>
            <p:cNvSpPr>
              <a:spLocks noChangeArrowheads="1"/>
            </p:cNvSpPr>
            <p:nvPr/>
          </p:nvSpPr>
          <p:spPr bwMode="auto">
            <a:xfrm>
              <a:off x="2006" y="1764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140" name="Rectangle 52"/>
            <p:cNvSpPr>
              <a:spLocks noChangeArrowheads="1"/>
            </p:cNvSpPr>
            <p:nvPr/>
          </p:nvSpPr>
          <p:spPr bwMode="auto">
            <a:xfrm>
              <a:off x="1749" y="1764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41" name="Rectangle 53"/>
            <p:cNvSpPr>
              <a:spLocks noChangeArrowheads="1"/>
            </p:cNvSpPr>
            <p:nvPr/>
          </p:nvSpPr>
          <p:spPr bwMode="auto">
            <a:xfrm>
              <a:off x="1440" y="1764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142" name="Rectangle 54"/>
            <p:cNvSpPr>
              <a:spLocks noChangeArrowheads="1"/>
            </p:cNvSpPr>
            <p:nvPr/>
          </p:nvSpPr>
          <p:spPr bwMode="auto">
            <a:xfrm>
              <a:off x="3295" y="1506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143" name="Rectangle 55"/>
            <p:cNvSpPr>
              <a:spLocks noChangeArrowheads="1"/>
            </p:cNvSpPr>
            <p:nvPr/>
          </p:nvSpPr>
          <p:spPr bwMode="auto">
            <a:xfrm>
              <a:off x="3037" y="1506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144" name="Rectangle 56"/>
            <p:cNvSpPr>
              <a:spLocks noChangeArrowheads="1"/>
            </p:cNvSpPr>
            <p:nvPr/>
          </p:nvSpPr>
          <p:spPr bwMode="auto">
            <a:xfrm>
              <a:off x="2780" y="1506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45" name="Rectangle 57"/>
            <p:cNvSpPr>
              <a:spLocks noChangeArrowheads="1"/>
            </p:cNvSpPr>
            <p:nvPr/>
          </p:nvSpPr>
          <p:spPr bwMode="auto">
            <a:xfrm>
              <a:off x="2521" y="1506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46" name="Rectangle 58"/>
            <p:cNvSpPr>
              <a:spLocks noChangeArrowheads="1"/>
            </p:cNvSpPr>
            <p:nvPr/>
          </p:nvSpPr>
          <p:spPr bwMode="auto">
            <a:xfrm>
              <a:off x="2266" y="1506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147" name="Rectangle 59"/>
            <p:cNvSpPr>
              <a:spLocks noChangeArrowheads="1"/>
            </p:cNvSpPr>
            <p:nvPr/>
          </p:nvSpPr>
          <p:spPr bwMode="auto">
            <a:xfrm>
              <a:off x="2006" y="1506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148" name="Rectangle 60"/>
            <p:cNvSpPr>
              <a:spLocks noChangeArrowheads="1"/>
            </p:cNvSpPr>
            <p:nvPr/>
          </p:nvSpPr>
          <p:spPr bwMode="auto">
            <a:xfrm>
              <a:off x="1749" y="1506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149" name="Rectangle 61"/>
            <p:cNvSpPr>
              <a:spLocks noChangeArrowheads="1"/>
            </p:cNvSpPr>
            <p:nvPr/>
          </p:nvSpPr>
          <p:spPr bwMode="auto">
            <a:xfrm>
              <a:off x="1440" y="1506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150" name="Rectangle 62"/>
            <p:cNvSpPr>
              <a:spLocks noChangeArrowheads="1"/>
            </p:cNvSpPr>
            <p:nvPr/>
          </p:nvSpPr>
          <p:spPr bwMode="auto">
            <a:xfrm>
              <a:off x="3295" y="1248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151" name="Rectangle 63"/>
            <p:cNvSpPr>
              <a:spLocks noChangeArrowheads="1"/>
            </p:cNvSpPr>
            <p:nvPr/>
          </p:nvSpPr>
          <p:spPr bwMode="auto">
            <a:xfrm>
              <a:off x="3037" y="1248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152" name="Rectangle 64"/>
            <p:cNvSpPr>
              <a:spLocks noChangeArrowheads="1"/>
            </p:cNvSpPr>
            <p:nvPr/>
          </p:nvSpPr>
          <p:spPr bwMode="auto">
            <a:xfrm>
              <a:off x="2780" y="1248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153" name="Rectangle 65"/>
            <p:cNvSpPr>
              <a:spLocks noChangeArrowheads="1"/>
            </p:cNvSpPr>
            <p:nvPr/>
          </p:nvSpPr>
          <p:spPr bwMode="auto">
            <a:xfrm>
              <a:off x="2521" y="1248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154" name="Rectangle 66"/>
            <p:cNvSpPr>
              <a:spLocks noChangeArrowheads="1"/>
            </p:cNvSpPr>
            <p:nvPr/>
          </p:nvSpPr>
          <p:spPr bwMode="auto">
            <a:xfrm>
              <a:off x="2266" y="1248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155" name="Rectangle 67"/>
            <p:cNvSpPr>
              <a:spLocks noChangeArrowheads="1"/>
            </p:cNvSpPr>
            <p:nvPr/>
          </p:nvSpPr>
          <p:spPr bwMode="auto">
            <a:xfrm>
              <a:off x="2006" y="1248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156" name="Rectangle 68"/>
            <p:cNvSpPr>
              <a:spLocks noChangeArrowheads="1"/>
            </p:cNvSpPr>
            <p:nvPr/>
          </p:nvSpPr>
          <p:spPr bwMode="auto">
            <a:xfrm>
              <a:off x="1749" y="1248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157" name="Rectangle 69"/>
            <p:cNvSpPr>
              <a:spLocks noChangeArrowheads="1"/>
            </p:cNvSpPr>
            <p:nvPr/>
          </p:nvSpPr>
          <p:spPr bwMode="auto">
            <a:xfrm>
              <a:off x="1440" y="1248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b="1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P</a:t>
              </a:r>
              <a:r>
                <a:rPr lang="en-US" b="1" baseline="-25000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b="1" baseline="-25000">
                <a:latin typeface="VNI-Times" pitchFamily="2" charset="0"/>
              </a:endParaRPr>
            </a:p>
          </p:txBody>
        </p:sp>
        <p:sp>
          <p:nvSpPr>
            <p:cNvPr id="89158" name="Line 70"/>
            <p:cNvSpPr>
              <a:spLocks noChangeShapeType="1"/>
            </p:cNvSpPr>
            <p:nvPr/>
          </p:nvSpPr>
          <p:spPr bwMode="auto">
            <a:xfrm>
              <a:off x="1440" y="1248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59" name="Line 71"/>
            <p:cNvSpPr>
              <a:spLocks noChangeShapeType="1"/>
            </p:cNvSpPr>
            <p:nvPr/>
          </p:nvSpPr>
          <p:spPr bwMode="auto">
            <a:xfrm>
              <a:off x="1440" y="3303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60" name="Line 72"/>
            <p:cNvSpPr>
              <a:spLocks noChangeShapeType="1"/>
            </p:cNvSpPr>
            <p:nvPr/>
          </p:nvSpPr>
          <p:spPr bwMode="auto">
            <a:xfrm>
              <a:off x="1440" y="1248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61" name="Line 73"/>
            <p:cNvSpPr>
              <a:spLocks noChangeShapeType="1"/>
            </p:cNvSpPr>
            <p:nvPr/>
          </p:nvSpPr>
          <p:spPr bwMode="auto">
            <a:xfrm>
              <a:off x="3552" y="1248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62" name="Line 74"/>
            <p:cNvSpPr>
              <a:spLocks noChangeShapeType="1"/>
            </p:cNvSpPr>
            <p:nvPr/>
          </p:nvSpPr>
          <p:spPr bwMode="auto">
            <a:xfrm>
              <a:off x="1440" y="1506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63" name="Line 75"/>
            <p:cNvSpPr>
              <a:spLocks noChangeShapeType="1"/>
            </p:cNvSpPr>
            <p:nvPr/>
          </p:nvSpPr>
          <p:spPr bwMode="auto">
            <a:xfrm>
              <a:off x="1749" y="1248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64" name="Line 76"/>
            <p:cNvSpPr>
              <a:spLocks noChangeShapeType="1"/>
            </p:cNvSpPr>
            <p:nvPr/>
          </p:nvSpPr>
          <p:spPr bwMode="auto">
            <a:xfrm>
              <a:off x="2006" y="1248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65" name="Line 77"/>
            <p:cNvSpPr>
              <a:spLocks noChangeShapeType="1"/>
            </p:cNvSpPr>
            <p:nvPr/>
          </p:nvSpPr>
          <p:spPr bwMode="auto">
            <a:xfrm>
              <a:off x="2266" y="1248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66" name="Line 78"/>
            <p:cNvSpPr>
              <a:spLocks noChangeShapeType="1"/>
            </p:cNvSpPr>
            <p:nvPr/>
          </p:nvSpPr>
          <p:spPr bwMode="auto">
            <a:xfrm>
              <a:off x="2521" y="1248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67" name="Line 79"/>
            <p:cNvSpPr>
              <a:spLocks noChangeShapeType="1"/>
            </p:cNvSpPr>
            <p:nvPr/>
          </p:nvSpPr>
          <p:spPr bwMode="auto">
            <a:xfrm>
              <a:off x="2780" y="1248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68" name="Line 80"/>
            <p:cNvSpPr>
              <a:spLocks noChangeShapeType="1"/>
            </p:cNvSpPr>
            <p:nvPr/>
          </p:nvSpPr>
          <p:spPr bwMode="auto">
            <a:xfrm>
              <a:off x="3037" y="1248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69" name="Line 81"/>
            <p:cNvSpPr>
              <a:spLocks noChangeShapeType="1"/>
            </p:cNvSpPr>
            <p:nvPr/>
          </p:nvSpPr>
          <p:spPr bwMode="auto">
            <a:xfrm>
              <a:off x="3295" y="1248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70" name="Line 82"/>
            <p:cNvSpPr>
              <a:spLocks noChangeShapeType="1"/>
            </p:cNvSpPr>
            <p:nvPr/>
          </p:nvSpPr>
          <p:spPr bwMode="auto">
            <a:xfrm>
              <a:off x="1440" y="1764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71" name="Line 83"/>
            <p:cNvSpPr>
              <a:spLocks noChangeShapeType="1"/>
            </p:cNvSpPr>
            <p:nvPr/>
          </p:nvSpPr>
          <p:spPr bwMode="auto">
            <a:xfrm>
              <a:off x="1440" y="2022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72" name="Line 84"/>
            <p:cNvSpPr>
              <a:spLocks noChangeShapeType="1"/>
            </p:cNvSpPr>
            <p:nvPr/>
          </p:nvSpPr>
          <p:spPr bwMode="auto">
            <a:xfrm>
              <a:off x="1440" y="2271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73" name="Line 85"/>
            <p:cNvSpPr>
              <a:spLocks noChangeShapeType="1"/>
            </p:cNvSpPr>
            <p:nvPr/>
          </p:nvSpPr>
          <p:spPr bwMode="auto">
            <a:xfrm>
              <a:off x="1440" y="2529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74" name="Line 86"/>
            <p:cNvSpPr>
              <a:spLocks noChangeShapeType="1"/>
            </p:cNvSpPr>
            <p:nvPr/>
          </p:nvSpPr>
          <p:spPr bwMode="auto">
            <a:xfrm>
              <a:off x="1440" y="2787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75" name="Line 87"/>
            <p:cNvSpPr>
              <a:spLocks noChangeShapeType="1"/>
            </p:cNvSpPr>
            <p:nvPr/>
          </p:nvSpPr>
          <p:spPr bwMode="auto">
            <a:xfrm>
              <a:off x="1440" y="3045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176" name="Rectangle 88"/>
            <p:cNvSpPr>
              <a:spLocks noChangeArrowheads="1"/>
            </p:cNvSpPr>
            <p:nvPr/>
          </p:nvSpPr>
          <p:spPr bwMode="auto">
            <a:xfrm>
              <a:off x="1200" y="1488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9177" name="Rectangle 89"/>
            <p:cNvSpPr>
              <a:spLocks noChangeArrowheads="1"/>
            </p:cNvSpPr>
            <p:nvPr/>
          </p:nvSpPr>
          <p:spPr bwMode="auto">
            <a:xfrm>
              <a:off x="1200" y="1728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9178" name="Rectangle 90"/>
            <p:cNvSpPr>
              <a:spLocks noChangeArrowheads="1"/>
            </p:cNvSpPr>
            <p:nvPr/>
          </p:nvSpPr>
          <p:spPr bwMode="auto">
            <a:xfrm>
              <a:off x="1200" y="2016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9179" name="Rectangle 91"/>
            <p:cNvSpPr>
              <a:spLocks noChangeArrowheads="1"/>
            </p:cNvSpPr>
            <p:nvPr/>
          </p:nvSpPr>
          <p:spPr bwMode="auto">
            <a:xfrm>
              <a:off x="1200" y="2256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9180" name="Rectangle 92"/>
            <p:cNvSpPr>
              <a:spLocks noChangeArrowheads="1"/>
            </p:cNvSpPr>
            <p:nvPr/>
          </p:nvSpPr>
          <p:spPr bwMode="auto">
            <a:xfrm>
              <a:off x="1200" y="254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9181" name="Rectangle 93"/>
            <p:cNvSpPr>
              <a:spLocks noChangeArrowheads="1"/>
            </p:cNvSpPr>
            <p:nvPr/>
          </p:nvSpPr>
          <p:spPr bwMode="auto">
            <a:xfrm>
              <a:off x="1200" y="278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9182" name="Rectangle 94"/>
            <p:cNvSpPr>
              <a:spLocks noChangeArrowheads="1"/>
            </p:cNvSpPr>
            <p:nvPr/>
          </p:nvSpPr>
          <p:spPr bwMode="auto">
            <a:xfrm>
              <a:off x="1200" y="307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9183" name="Rectangle 95"/>
            <p:cNvSpPr>
              <a:spLocks noChangeArrowheads="1"/>
            </p:cNvSpPr>
            <p:nvPr/>
          </p:nvSpPr>
          <p:spPr bwMode="auto">
            <a:xfrm>
              <a:off x="1776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9184" name="Rectangle 96"/>
            <p:cNvSpPr>
              <a:spLocks noChangeArrowheads="1"/>
            </p:cNvSpPr>
            <p:nvPr/>
          </p:nvSpPr>
          <p:spPr bwMode="auto">
            <a:xfrm>
              <a:off x="2016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9185" name="Rectangle 97"/>
            <p:cNvSpPr>
              <a:spLocks noChangeArrowheads="1"/>
            </p:cNvSpPr>
            <p:nvPr/>
          </p:nvSpPr>
          <p:spPr bwMode="auto">
            <a:xfrm>
              <a:off x="2304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9186" name="Rectangle 98"/>
            <p:cNvSpPr>
              <a:spLocks noChangeArrowheads="1"/>
            </p:cNvSpPr>
            <p:nvPr/>
          </p:nvSpPr>
          <p:spPr bwMode="auto">
            <a:xfrm>
              <a:off x="2544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9187" name="Rectangle 99"/>
            <p:cNvSpPr>
              <a:spLocks noChangeArrowheads="1"/>
            </p:cNvSpPr>
            <p:nvPr/>
          </p:nvSpPr>
          <p:spPr bwMode="auto">
            <a:xfrm>
              <a:off x="2832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9188" name="Rectangle 100"/>
            <p:cNvSpPr>
              <a:spLocks noChangeArrowheads="1"/>
            </p:cNvSpPr>
            <p:nvPr/>
          </p:nvSpPr>
          <p:spPr bwMode="auto">
            <a:xfrm>
              <a:off x="3120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9189" name="Rectangle 101"/>
            <p:cNvSpPr>
              <a:spLocks noChangeArrowheads="1"/>
            </p:cNvSpPr>
            <p:nvPr/>
          </p:nvSpPr>
          <p:spPr bwMode="auto">
            <a:xfrm>
              <a:off x="3312" y="100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9190" name="Rectangle 102"/>
            <p:cNvSpPr>
              <a:spLocks noChangeArrowheads="1"/>
            </p:cNvSpPr>
            <p:nvPr/>
          </p:nvSpPr>
          <p:spPr bwMode="auto">
            <a:xfrm>
              <a:off x="3024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89191" name="Rectangle 103"/>
            <p:cNvSpPr>
              <a:spLocks noChangeArrowheads="1"/>
            </p:cNvSpPr>
            <p:nvPr/>
          </p:nvSpPr>
          <p:spPr bwMode="auto">
            <a:xfrm>
              <a:off x="3024" y="30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89192" name="Rectangle 104"/>
            <p:cNvSpPr>
              <a:spLocks noChangeArrowheads="1"/>
            </p:cNvSpPr>
            <p:nvPr/>
          </p:nvSpPr>
          <p:spPr bwMode="auto">
            <a:xfrm>
              <a:off x="2544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89193" name="Rectangle 105"/>
            <p:cNvSpPr>
              <a:spLocks noChangeArrowheads="1"/>
            </p:cNvSpPr>
            <p:nvPr/>
          </p:nvSpPr>
          <p:spPr bwMode="auto">
            <a:xfrm>
              <a:off x="2544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89194" name="Rectangle 106"/>
            <p:cNvSpPr>
              <a:spLocks noChangeArrowheads="1"/>
            </p:cNvSpPr>
            <p:nvPr/>
          </p:nvSpPr>
          <p:spPr bwMode="auto">
            <a:xfrm>
              <a:off x="3024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grpSp>
          <p:nvGrpSpPr>
            <p:cNvPr id="3" name="Group 107"/>
            <p:cNvGrpSpPr>
              <a:grpSpLocks/>
            </p:cNvGrpSpPr>
            <p:nvPr/>
          </p:nvGrpSpPr>
          <p:grpSpPr bwMode="auto">
            <a:xfrm>
              <a:off x="1776" y="1536"/>
              <a:ext cx="1776" cy="1728"/>
              <a:chOff x="3840" y="864"/>
              <a:chExt cx="1776" cy="1728"/>
            </a:xfrm>
          </p:grpSpPr>
          <p:sp>
            <p:nvSpPr>
              <p:cNvPr id="89196" name="Rectangle 108"/>
              <p:cNvSpPr>
                <a:spLocks noChangeArrowheads="1"/>
              </p:cNvSpPr>
              <p:nvPr/>
            </p:nvSpPr>
            <p:spPr bwMode="auto">
              <a:xfrm>
                <a:off x="4320" y="1104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ym typeface="Symbol" pitchFamily="18" charset="2"/>
                  </a:rPr>
                  <a:t>2</a:t>
                </a:r>
              </a:p>
            </p:txBody>
          </p:sp>
          <p:sp>
            <p:nvSpPr>
              <p:cNvPr id="89197" name="Rectangle 109"/>
              <p:cNvSpPr>
                <a:spLocks noChangeArrowheads="1"/>
              </p:cNvSpPr>
              <p:nvPr/>
            </p:nvSpPr>
            <p:spPr bwMode="auto">
              <a:xfrm>
                <a:off x="5088" y="1392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ym typeface="Symbol" pitchFamily="18" charset="2"/>
                  </a:rPr>
                  <a:t>5</a:t>
                </a:r>
              </a:p>
            </p:txBody>
          </p:sp>
          <p:sp>
            <p:nvSpPr>
              <p:cNvPr id="89198" name="Rectangle 110"/>
              <p:cNvSpPr>
                <a:spLocks noChangeArrowheads="1"/>
              </p:cNvSpPr>
              <p:nvPr/>
            </p:nvSpPr>
            <p:spPr bwMode="auto">
              <a:xfrm>
                <a:off x="4320" y="2400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ym typeface="Symbol" pitchFamily="18" charset="2"/>
                  </a:rPr>
                  <a:t>2</a:t>
                </a:r>
              </a:p>
            </p:txBody>
          </p:sp>
          <p:sp>
            <p:nvSpPr>
              <p:cNvPr id="89199" name="Rectangle 111"/>
              <p:cNvSpPr>
                <a:spLocks noChangeArrowheads="1"/>
              </p:cNvSpPr>
              <p:nvPr/>
            </p:nvSpPr>
            <p:spPr bwMode="auto">
              <a:xfrm>
                <a:off x="4320" y="2160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00" name="Rectangle 112"/>
              <p:cNvSpPr>
                <a:spLocks noChangeArrowheads="1"/>
              </p:cNvSpPr>
              <p:nvPr/>
            </p:nvSpPr>
            <p:spPr bwMode="auto">
              <a:xfrm>
                <a:off x="4608" y="1392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ym typeface="Symbol" pitchFamily="18" charset="2"/>
                  </a:rPr>
                  <a:t>3</a:t>
                </a:r>
              </a:p>
            </p:txBody>
          </p:sp>
          <p:sp>
            <p:nvSpPr>
              <p:cNvPr id="89201" name="Rectangle 113"/>
              <p:cNvSpPr>
                <a:spLocks noChangeArrowheads="1"/>
              </p:cNvSpPr>
              <p:nvPr/>
            </p:nvSpPr>
            <p:spPr bwMode="auto">
              <a:xfrm>
                <a:off x="3840" y="1392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02" name="Rectangle 114"/>
              <p:cNvSpPr>
                <a:spLocks noChangeArrowheads="1"/>
              </p:cNvSpPr>
              <p:nvPr/>
            </p:nvSpPr>
            <p:spPr bwMode="auto">
              <a:xfrm>
                <a:off x="4080" y="1392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03" name="Rectangle 115"/>
              <p:cNvSpPr>
                <a:spLocks noChangeArrowheads="1"/>
              </p:cNvSpPr>
              <p:nvPr/>
            </p:nvSpPr>
            <p:spPr bwMode="auto">
              <a:xfrm>
                <a:off x="4320" y="864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1</a:t>
                </a:r>
              </a:p>
            </p:txBody>
          </p:sp>
          <p:sp>
            <p:nvSpPr>
              <p:cNvPr id="89204" name="Rectangle 116"/>
              <p:cNvSpPr>
                <a:spLocks noChangeArrowheads="1"/>
              </p:cNvSpPr>
              <p:nvPr/>
            </p:nvSpPr>
            <p:spPr bwMode="auto">
              <a:xfrm>
                <a:off x="4320" y="1392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05" name="Rectangle 117"/>
              <p:cNvSpPr>
                <a:spLocks noChangeArrowheads="1"/>
              </p:cNvSpPr>
              <p:nvPr/>
            </p:nvSpPr>
            <p:spPr bwMode="auto">
              <a:xfrm>
                <a:off x="4320" y="1632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06" name="Rectangle 118"/>
              <p:cNvSpPr>
                <a:spLocks noChangeArrowheads="1"/>
              </p:cNvSpPr>
              <p:nvPr/>
            </p:nvSpPr>
            <p:spPr bwMode="auto">
              <a:xfrm>
                <a:off x="4320" y="1872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07" name="Rectangle 119"/>
              <p:cNvSpPr>
                <a:spLocks noChangeArrowheads="1"/>
              </p:cNvSpPr>
              <p:nvPr/>
            </p:nvSpPr>
            <p:spPr bwMode="auto">
              <a:xfrm>
                <a:off x="5376" y="1392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08" name="Rectangle 120"/>
              <p:cNvSpPr>
                <a:spLocks noChangeArrowheads="1"/>
              </p:cNvSpPr>
              <p:nvPr/>
            </p:nvSpPr>
            <p:spPr bwMode="auto">
              <a:xfrm>
                <a:off x="4848" y="1392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</p:grpSp>
        <p:grpSp>
          <p:nvGrpSpPr>
            <p:cNvPr id="4" name="Group 121"/>
            <p:cNvGrpSpPr>
              <a:grpSpLocks/>
            </p:cNvGrpSpPr>
            <p:nvPr/>
          </p:nvGrpSpPr>
          <p:grpSpPr bwMode="auto">
            <a:xfrm>
              <a:off x="1776" y="1536"/>
              <a:ext cx="1776" cy="1728"/>
              <a:chOff x="3840" y="768"/>
              <a:chExt cx="1776" cy="1728"/>
            </a:xfrm>
          </p:grpSpPr>
          <p:sp>
            <p:nvSpPr>
              <p:cNvPr id="89210" name="Rectangle 122"/>
              <p:cNvSpPr>
                <a:spLocks noChangeArrowheads="1"/>
              </p:cNvSpPr>
              <p:nvPr/>
            </p:nvSpPr>
            <p:spPr bwMode="auto">
              <a:xfrm>
                <a:off x="5088" y="2064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11" name="Rectangle 123"/>
              <p:cNvSpPr>
                <a:spLocks noChangeArrowheads="1"/>
              </p:cNvSpPr>
              <p:nvPr/>
            </p:nvSpPr>
            <p:spPr bwMode="auto">
              <a:xfrm>
                <a:off x="5088" y="1536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12" name="Rectangle 124"/>
              <p:cNvSpPr>
                <a:spLocks noChangeArrowheads="1"/>
              </p:cNvSpPr>
              <p:nvPr/>
            </p:nvSpPr>
            <p:spPr bwMode="auto">
              <a:xfrm>
                <a:off x="5088" y="1776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13" name="Rectangle 125"/>
              <p:cNvSpPr>
                <a:spLocks noChangeArrowheads="1"/>
              </p:cNvSpPr>
              <p:nvPr/>
            </p:nvSpPr>
            <p:spPr bwMode="auto">
              <a:xfrm>
                <a:off x="4080" y="768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ym typeface="Symbol" pitchFamily="18" charset="2"/>
                  </a:rPr>
                  <a:t>1</a:t>
                </a:r>
              </a:p>
            </p:txBody>
          </p:sp>
          <p:sp>
            <p:nvSpPr>
              <p:cNvPr id="89214" name="Rectangle 126"/>
              <p:cNvSpPr>
                <a:spLocks noChangeArrowheads="1"/>
              </p:cNvSpPr>
              <p:nvPr/>
            </p:nvSpPr>
            <p:spPr bwMode="auto">
              <a:xfrm>
                <a:off x="5376" y="768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ym typeface="Symbol" pitchFamily="18" charset="2"/>
                  </a:rPr>
                  <a:t>6</a:t>
                </a:r>
              </a:p>
            </p:txBody>
          </p:sp>
          <p:sp>
            <p:nvSpPr>
              <p:cNvPr id="89215" name="Rectangle 127"/>
              <p:cNvSpPr>
                <a:spLocks noChangeArrowheads="1"/>
              </p:cNvSpPr>
              <p:nvPr/>
            </p:nvSpPr>
            <p:spPr bwMode="auto">
              <a:xfrm>
                <a:off x="4848" y="1536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ym typeface="Symbol" pitchFamily="18" charset="2"/>
                  </a:rPr>
                  <a:t>4</a:t>
                </a:r>
              </a:p>
            </p:txBody>
          </p:sp>
          <p:sp>
            <p:nvSpPr>
              <p:cNvPr id="89216" name="Rectangle 128"/>
              <p:cNvSpPr>
                <a:spLocks noChangeArrowheads="1"/>
              </p:cNvSpPr>
              <p:nvPr/>
            </p:nvSpPr>
            <p:spPr bwMode="auto">
              <a:xfrm>
                <a:off x="4848" y="2064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ym typeface="Symbol" pitchFamily="18" charset="2"/>
                  </a:rPr>
                  <a:t>4</a:t>
                </a:r>
              </a:p>
            </p:txBody>
          </p:sp>
          <p:sp>
            <p:nvSpPr>
              <p:cNvPr id="89217" name="Rectangle 129"/>
              <p:cNvSpPr>
                <a:spLocks noChangeArrowheads="1"/>
              </p:cNvSpPr>
              <p:nvPr/>
            </p:nvSpPr>
            <p:spPr bwMode="auto">
              <a:xfrm>
                <a:off x="4848" y="2304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ym typeface="Symbol" pitchFamily="18" charset="2"/>
                  </a:rPr>
                  <a:t>4</a:t>
                </a:r>
              </a:p>
            </p:txBody>
          </p:sp>
          <p:sp>
            <p:nvSpPr>
              <p:cNvPr id="89218" name="Rectangle 130"/>
              <p:cNvSpPr>
                <a:spLocks noChangeArrowheads="1"/>
              </p:cNvSpPr>
              <p:nvPr/>
            </p:nvSpPr>
            <p:spPr bwMode="auto">
              <a:xfrm>
                <a:off x="4608" y="2064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ym typeface="Symbol" pitchFamily="18" charset="2"/>
                  </a:rPr>
                  <a:t>3</a:t>
                </a:r>
              </a:p>
            </p:txBody>
          </p:sp>
          <p:sp>
            <p:nvSpPr>
              <p:cNvPr id="89219" name="Rectangle 131"/>
              <p:cNvSpPr>
                <a:spLocks noChangeArrowheads="1"/>
              </p:cNvSpPr>
              <p:nvPr/>
            </p:nvSpPr>
            <p:spPr bwMode="auto">
              <a:xfrm>
                <a:off x="4608" y="2304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ym typeface="Symbol" pitchFamily="18" charset="2"/>
                  </a:rPr>
                  <a:t>3</a:t>
                </a:r>
              </a:p>
            </p:txBody>
          </p:sp>
          <p:sp>
            <p:nvSpPr>
              <p:cNvPr id="89220" name="Rectangle 132"/>
              <p:cNvSpPr>
                <a:spLocks noChangeArrowheads="1"/>
              </p:cNvSpPr>
              <p:nvPr/>
            </p:nvSpPr>
            <p:spPr bwMode="auto">
              <a:xfrm>
                <a:off x="5376" y="2064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21" name="Rectangle 133"/>
              <p:cNvSpPr>
                <a:spLocks noChangeArrowheads="1"/>
              </p:cNvSpPr>
              <p:nvPr/>
            </p:nvSpPr>
            <p:spPr bwMode="auto">
              <a:xfrm>
                <a:off x="5376" y="2304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22" name="Rectangle 134"/>
              <p:cNvSpPr>
                <a:spLocks noChangeArrowheads="1"/>
              </p:cNvSpPr>
              <p:nvPr/>
            </p:nvSpPr>
            <p:spPr bwMode="auto">
              <a:xfrm>
                <a:off x="3840" y="1008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23" name="Rectangle 135"/>
              <p:cNvSpPr>
                <a:spLocks noChangeArrowheads="1"/>
              </p:cNvSpPr>
              <p:nvPr/>
            </p:nvSpPr>
            <p:spPr bwMode="auto">
              <a:xfrm>
                <a:off x="3840" y="1536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24" name="Rectangle 136"/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25" name="Rectangle 137"/>
              <p:cNvSpPr>
                <a:spLocks noChangeArrowheads="1"/>
              </p:cNvSpPr>
              <p:nvPr/>
            </p:nvSpPr>
            <p:spPr bwMode="auto">
              <a:xfrm>
                <a:off x="3840" y="2064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26" name="Rectangle 138"/>
              <p:cNvSpPr>
                <a:spLocks noChangeArrowheads="1"/>
              </p:cNvSpPr>
              <p:nvPr/>
            </p:nvSpPr>
            <p:spPr bwMode="auto">
              <a:xfrm>
                <a:off x="3840" y="2304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27" name="Rectangle 139"/>
              <p:cNvSpPr>
                <a:spLocks noChangeArrowheads="1"/>
              </p:cNvSpPr>
              <p:nvPr/>
            </p:nvSpPr>
            <p:spPr bwMode="auto">
              <a:xfrm>
                <a:off x="4080" y="1008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28" name="Rectangle 140"/>
              <p:cNvSpPr>
                <a:spLocks noChangeArrowheads="1"/>
              </p:cNvSpPr>
              <p:nvPr/>
            </p:nvSpPr>
            <p:spPr bwMode="auto">
              <a:xfrm>
                <a:off x="4080" y="1536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29" name="Rectangle 141"/>
              <p:cNvSpPr>
                <a:spLocks noChangeArrowheads="1"/>
              </p:cNvSpPr>
              <p:nvPr/>
            </p:nvSpPr>
            <p:spPr bwMode="auto">
              <a:xfrm>
                <a:off x="4080" y="1776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30" name="Rectangle 142"/>
              <p:cNvSpPr>
                <a:spLocks noChangeArrowheads="1"/>
              </p:cNvSpPr>
              <p:nvPr/>
            </p:nvSpPr>
            <p:spPr bwMode="auto">
              <a:xfrm>
                <a:off x="4080" y="2064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31" name="Rectangle 143"/>
              <p:cNvSpPr>
                <a:spLocks noChangeArrowheads="1"/>
              </p:cNvSpPr>
              <p:nvPr/>
            </p:nvSpPr>
            <p:spPr bwMode="auto">
              <a:xfrm>
                <a:off x="4608" y="1776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32" name="Rectangle 144"/>
              <p:cNvSpPr>
                <a:spLocks noChangeArrowheads="1"/>
              </p:cNvSpPr>
              <p:nvPr/>
            </p:nvSpPr>
            <p:spPr bwMode="auto">
              <a:xfrm>
                <a:off x="4608" y="1536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33" name="Rectangle 145"/>
              <p:cNvSpPr>
                <a:spLocks noChangeArrowheads="1"/>
              </p:cNvSpPr>
              <p:nvPr/>
            </p:nvSpPr>
            <p:spPr bwMode="auto">
              <a:xfrm>
                <a:off x="4848" y="1008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34" name="Rectangle 146"/>
              <p:cNvSpPr>
                <a:spLocks noChangeArrowheads="1"/>
              </p:cNvSpPr>
              <p:nvPr/>
            </p:nvSpPr>
            <p:spPr bwMode="auto">
              <a:xfrm>
                <a:off x="5376" y="1008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35" name="Rectangle 147"/>
              <p:cNvSpPr>
                <a:spLocks noChangeArrowheads="1"/>
              </p:cNvSpPr>
              <p:nvPr/>
            </p:nvSpPr>
            <p:spPr bwMode="auto">
              <a:xfrm>
                <a:off x="4848" y="1776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36" name="Rectangle 148"/>
              <p:cNvSpPr>
                <a:spLocks noChangeArrowheads="1"/>
              </p:cNvSpPr>
              <p:nvPr/>
            </p:nvSpPr>
            <p:spPr bwMode="auto">
              <a:xfrm>
                <a:off x="5376" y="1536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37" name="Rectangle 149"/>
              <p:cNvSpPr>
                <a:spLocks noChangeArrowheads="1"/>
              </p:cNvSpPr>
              <p:nvPr/>
            </p:nvSpPr>
            <p:spPr bwMode="auto">
              <a:xfrm>
                <a:off x="5376" y="1776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38" name="Rectangle 150"/>
              <p:cNvSpPr>
                <a:spLocks noChangeArrowheads="1"/>
              </p:cNvSpPr>
              <p:nvPr/>
            </p:nvSpPr>
            <p:spPr bwMode="auto">
              <a:xfrm>
                <a:off x="4848" y="768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89239" name="Rectangle 151"/>
              <p:cNvSpPr>
                <a:spLocks noChangeArrowheads="1"/>
              </p:cNvSpPr>
              <p:nvPr/>
            </p:nvSpPr>
            <p:spPr bwMode="auto">
              <a:xfrm>
                <a:off x="4080" y="2304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ym typeface="Symbol" pitchFamily="18" charset="2"/>
                  </a:rPr>
                  <a:t>0</a:t>
                </a:r>
              </a:p>
            </p:txBody>
          </p:sp>
          <p:sp>
            <p:nvSpPr>
              <p:cNvPr id="89240" name="Rectangle 152"/>
              <p:cNvSpPr>
                <a:spLocks noChangeArrowheads="1"/>
              </p:cNvSpPr>
              <p:nvPr/>
            </p:nvSpPr>
            <p:spPr bwMode="auto">
              <a:xfrm>
                <a:off x="3840" y="768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</p:grpSp>
      </p:grpSp>
      <p:grpSp>
        <p:nvGrpSpPr>
          <p:cNvPr id="5" name="Group 159"/>
          <p:cNvGrpSpPr>
            <a:grpSpLocks/>
          </p:cNvGrpSpPr>
          <p:nvPr/>
        </p:nvGrpSpPr>
        <p:grpSpPr bwMode="auto">
          <a:xfrm>
            <a:off x="1066800" y="1600200"/>
            <a:ext cx="2971800" cy="2819400"/>
            <a:chOff x="576" y="1104"/>
            <a:chExt cx="1872" cy="1776"/>
          </a:xfrm>
        </p:grpSpPr>
        <p:sp>
          <p:nvSpPr>
            <p:cNvPr id="89248" name="Line 160"/>
            <p:cNvSpPr>
              <a:spLocks noChangeShapeType="1"/>
            </p:cNvSpPr>
            <p:nvPr/>
          </p:nvSpPr>
          <p:spPr bwMode="auto">
            <a:xfrm>
              <a:off x="1536" y="1104"/>
              <a:ext cx="0" cy="17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249" name="Line 161"/>
            <p:cNvSpPr>
              <a:spLocks noChangeShapeType="1"/>
            </p:cNvSpPr>
            <p:nvPr/>
          </p:nvSpPr>
          <p:spPr bwMode="auto">
            <a:xfrm>
              <a:off x="576" y="2112"/>
              <a:ext cx="1872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89402" name="Group 314"/>
          <p:cNvGraphicFramePr>
            <a:graphicFrameLocks noGrp="1"/>
          </p:cNvGraphicFramePr>
          <p:nvPr/>
        </p:nvGraphicFramePr>
        <p:xfrm>
          <a:off x="5334000" y="1157288"/>
          <a:ext cx="3352800" cy="3263265"/>
        </p:xfrm>
        <a:graphic>
          <a:graphicData uri="http://schemas.openxmlformats.org/drawingml/2006/table">
            <a:tbl>
              <a:tblPr/>
              <a:tblGrid>
                <a:gridCol w="490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9485" name="Rectangle 397"/>
          <p:cNvSpPr>
            <a:spLocks noChangeArrowheads="1"/>
          </p:cNvSpPr>
          <p:nvPr/>
        </p:nvSpPr>
        <p:spPr bwMode="auto">
          <a:xfrm>
            <a:off x="4953000" y="1538288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9486" name="Rectangle 398"/>
          <p:cNvSpPr>
            <a:spLocks noChangeArrowheads="1"/>
          </p:cNvSpPr>
          <p:nvPr/>
        </p:nvSpPr>
        <p:spPr bwMode="auto">
          <a:xfrm>
            <a:off x="4953000" y="1919288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9487" name="Rectangle 399"/>
          <p:cNvSpPr>
            <a:spLocks noChangeArrowheads="1"/>
          </p:cNvSpPr>
          <p:nvPr/>
        </p:nvSpPr>
        <p:spPr bwMode="auto">
          <a:xfrm>
            <a:off x="4953000" y="2376488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9488" name="Rectangle 400"/>
          <p:cNvSpPr>
            <a:spLocks noChangeArrowheads="1"/>
          </p:cNvSpPr>
          <p:nvPr/>
        </p:nvSpPr>
        <p:spPr bwMode="auto">
          <a:xfrm>
            <a:off x="4953000" y="2757488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9489" name="Rectangle 401"/>
          <p:cNvSpPr>
            <a:spLocks noChangeArrowheads="1"/>
          </p:cNvSpPr>
          <p:nvPr/>
        </p:nvSpPr>
        <p:spPr bwMode="auto">
          <a:xfrm>
            <a:off x="4953000" y="3214688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9490" name="Rectangle 402"/>
          <p:cNvSpPr>
            <a:spLocks noChangeArrowheads="1"/>
          </p:cNvSpPr>
          <p:nvPr/>
        </p:nvSpPr>
        <p:spPr bwMode="auto">
          <a:xfrm>
            <a:off x="4953000" y="3595688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9491" name="Rectangle 403"/>
          <p:cNvSpPr>
            <a:spLocks noChangeArrowheads="1"/>
          </p:cNvSpPr>
          <p:nvPr/>
        </p:nvSpPr>
        <p:spPr bwMode="auto">
          <a:xfrm>
            <a:off x="5867400" y="776288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9492" name="Rectangle 404"/>
          <p:cNvSpPr>
            <a:spLocks noChangeArrowheads="1"/>
          </p:cNvSpPr>
          <p:nvPr/>
        </p:nvSpPr>
        <p:spPr bwMode="auto">
          <a:xfrm>
            <a:off x="6248400" y="776288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9493" name="Rectangle 405"/>
          <p:cNvSpPr>
            <a:spLocks noChangeArrowheads="1"/>
          </p:cNvSpPr>
          <p:nvPr/>
        </p:nvSpPr>
        <p:spPr bwMode="auto">
          <a:xfrm>
            <a:off x="6705600" y="776288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9494" name="Rectangle 406"/>
          <p:cNvSpPr>
            <a:spLocks noChangeArrowheads="1"/>
          </p:cNvSpPr>
          <p:nvPr/>
        </p:nvSpPr>
        <p:spPr bwMode="auto">
          <a:xfrm>
            <a:off x="7086600" y="776288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9495" name="Rectangle 407"/>
          <p:cNvSpPr>
            <a:spLocks noChangeArrowheads="1"/>
          </p:cNvSpPr>
          <p:nvPr/>
        </p:nvSpPr>
        <p:spPr bwMode="auto">
          <a:xfrm>
            <a:off x="7543800" y="776288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9496" name="Rectangle 408"/>
          <p:cNvSpPr>
            <a:spLocks noChangeArrowheads="1"/>
          </p:cNvSpPr>
          <p:nvPr/>
        </p:nvSpPr>
        <p:spPr bwMode="auto">
          <a:xfrm>
            <a:off x="8001000" y="776288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9497" name="Rectangle 409"/>
          <p:cNvSpPr>
            <a:spLocks noChangeArrowheads="1"/>
          </p:cNvSpPr>
          <p:nvPr/>
        </p:nvSpPr>
        <p:spPr bwMode="auto">
          <a:xfrm>
            <a:off x="8305800" y="776288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9509" name="Rectangle 421"/>
          <p:cNvSpPr>
            <a:spLocks noChangeArrowheads="1"/>
          </p:cNvSpPr>
          <p:nvPr/>
        </p:nvSpPr>
        <p:spPr bwMode="auto">
          <a:xfrm>
            <a:off x="7467600" y="1995488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grpSp>
        <p:nvGrpSpPr>
          <p:cNvPr id="6" name="Group 464"/>
          <p:cNvGrpSpPr>
            <a:grpSpLocks/>
          </p:cNvGrpSpPr>
          <p:nvPr/>
        </p:nvGrpSpPr>
        <p:grpSpPr bwMode="auto">
          <a:xfrm>
            <a:off x="5867400" y="1614488"/>
            <a:ext cx="2819400" cy="2743200"/>
            <a:chOff x="3696" y="1017"/>
            <a:chExt cx="1776" cy="1728"/>
          </a:xfrm>
        </p:grpSpPr>
        <p:sp>
          <p:nvSpPr>
            <p:cNvPr id="89498" name="Rectangle 410"/>
            <p:cNvSpPr>
              <a:spLocks noChangeArrowheads="1"/>
            </p:cNvSpPr>
            <p:nvPr/>
          </p:nvSpPr>
          <p:spPr bwMode="auto">
            <a:xfrm>
              <a:off x="4704" y="178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89499" name="Rectangle 411"/>
            <p:cNvSpPr>
              <a:spLocks noChangeArrowheads="1"/>
            </p:cNvSpPr>
            <p:nvPr/>
          </p:nvSpPr>
          <p:spPr bwMode="auto">
            <a:xfrm>
              <a:off x="4464" y="2313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9500" name="Rectangle 412"/>
            <p:cNvSpPr>
              <a:spLocks noChangeArrowheads="1"/>
            </p:cNvSpPr>
            <p:nvPr/>
          </p:nvSpPr>
          <p:spPr bwMode="auto">
            <a:xfrm>
              <a:off x="4464" y="2553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9501" name="Rectangle 413"/>
            <p:cNvSpPr>
              <a:spLocks noChangeArrowheads="1"/>
            </p:cNvSpPr>
            <p:nvPr/>
          </p:nvSpPr>
          <p:spPr bwMode="auto">
            <a:xfrm>
              <a:off x="4464" y="154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9502" name="Rectangle 414"/>
            <p:cNvSpPr>
              <a:spLocks noChangeArrowheads="1"/>
            </p:cNvSpPr>
            <p:nvPr/>
          </p:nvSpPr>
          <p:spPr bwMode="auto">
            <a:xfrm>
              <a:off x="3696" y="178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03" name="Rectangle 415"/>
            <p:cNvSpPr>
              <a:spLocks noChangeArrowheads="1"/>
            </p:cNvSpPr>
            <p:nvPr/>
          </p:nvSpPr>
          <p:spPr bwMode="auto">
            <a:xfrm>
              <a:off x="3936" y="178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04" name="Rectangle 416"/>
            <p:cNvSpPr>
              <a:spLocks noChangeArrowheads="1"/>
            </p:cNvSpPr>
            <p:nvPr/>
          </p:nvSpPr>
          <p:spPr bwMode="auto">
            <a:xfrm>
              <a:off x="4176" y="178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05" name="Rectangle 417"/>
            <p:cNvSpPr>
              <a:spLocks noChangeArrowheads="1"/>
            </p:cNvSpPr>
            <p:nvPr/>
          </p:nvSpPr>
          <p:spPr bwMode="auto">
            <a:xfrm>
              <a:off x="4464" y="202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06" name="Rectangle 418"/>
            <p:cNvSpPr>
              <a:spLocks noChangeArrowheads="1"/>
            </p:cNvSpPr>
            <p:nvPr/>
          </p:nvSpPr>
          <p:spPr bwMode="auto">
            <a:xfrm>
              <a:off x="4464" y="178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07" name="Rectangle 419"/>
            <p:cNvSpPr>
              <a:spLocks noChangeArrowheads="1"/>
            </p:cNvSpPr>
            <p:nvPr/>
          </p:nvSpPr>
          <p:spPr bwMode="auto">
            <a:xfrm>
              <a:off x="4464" y="1257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89508" name="Rectangle 420"/>
            <p:cNvSpPr>
              <a:spLocks noChangeArrowheads="1"/>
            </p:cNvSpPr>
            <p:nvPr/>
          </p:nvSpPr>
          <p:spPr bwMode="auto">
            <a:xfrm>
              <a:off x="4464" y="1017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89510" name="Rectangle 422"/>
            <p:cNvSpPr>
              <a:spLocks noChangeArrowheads="1"/>
            </p:cNvSpPr>
            <p:nvPr/>
          </p:nvSpPr>
          <p:spPr bwMode="auto">
            <a:xfrm>
              <a:off x="4944" y="178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11" name="Rectangle 423"/>
            <p:cNvSpPr>
              <a:spLocks noChangeArrowheads="1"/>
            </p:cNvSpPr>
            <p:nvPr/>
          </p:nvSpPr>
          <p:spPr bwMode="auto">
            <a:xfrm>
              <a:off x="5232" y="178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sp>
        <p:nvSpPr>
          <p:cNvPr id="89512" name="Rectangle 424"/>
          <p:cNvSpPr>
            <a:spLocks noChangeArrowheads="1"/>
          </p:cNvSpPr>
          <p:nvPr/>
        </p:nvSpPr>
        <p:spPr bwMode="auto">
          <a:xfrm>
            <a:off x="7467600" y="1614488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89513" name="Rectangle 425"/>
          <p:cNvSpPr>
            <a:spLocks noChangeArrowheads="1"/>
          </p:cNvSpPr>
          <p:nvPr/>
        </p:nvSpPr>
        <p:spPr bwMode="auto">
          <a:xfrm>
            <a:off x="7467600" y="2452688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rgbClr val="CC00FF"/>
                </a:solidFill>
              </a:rPr>
              <a:t>3</a:t>
            </a:r>
          </a:p>
        </p:txBody>
      </p:sp>
      <p:grpSp>
        <p:nvGrpSpPr>
          <p:cNvPr id="7" name="Group 609"/>
          <p:cNvGrpSpPr>
            <a:grpSpLocks/>
          </p:cNvGrpSpPr>
          <p:nvPr/>
        </p:nvGrpSpPr>
        <p:grpSpPr bwMode="auto">
          <a:xfrm>
            <a:off x="5867400" y="1614488"/>
            <a:ext cx="2819400" cy="2743200"/>
            <a:chOff x="3696" y="1017"/>
            <a:chExt cx="1776" cy="1728"/>
          </a:xfrm>
        </p:grpSpPr>
        <p:sp>
          <p:nvSpPr>
            <p:cNvPr id="89515" name="Rectangle 427"/>
            <p:cNvSpPr>
              <a:spLocks noChangeArrowheads="1"/>
            </p:cNvSpPr>
            <p:nvPr/>
          </p:nvSpPr>
          <p:spPr bwMode="auto">
            <a:xfrm>
              <a:off x="3936" y="1017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89516" name="Rectangle 428"/>
            <p:cNvSpPr>
              <a:spLocks noChangeArrowheads="1"/>
            </p:cNvSpPr>
            <p:nvPr/>
          </p:nvSpPr>
          <p:spPr bwMode="auto">
            <a:xfrm>
              <a:off x="4944" y="1017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89517" name="Rectangle 429"/>
            <p:cNvSpPr>
              <a:spLocks noChangeArrowheads="1"/>
            </p:cNvSpPr>
            <p:nvPr/>
          </p:nvSpPr>
          <p:spPr bwMode="auto">
            <a:xfrm>
              <a:off x="5232" y="1017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6</a:t>
              </a:r>
            </a:p>
          </p:txBody>
        </p:sp>
        <p:sp>
          <p:nvSpPr>
            <p:cNvPr id="89518" name="Rectangle 430"/>
            <p:cNvSpPr>
              <a:spLocks noChangeArrowheads="1"/>
            </p:cNvSpPr>
            <p:nvPr/>
          </p:nvSpPr>
          <p:spPr bwMode="auto">
            <a:xfrm>
              <a:off x="4176" y="1257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9519" name="Rectangle 431"/>
            <p:cNvSpPr>
              <a:spLocks noChangeArrowheads="1"/>
            </p:cNvSpPr>
            <p:nvPr/>
          </p:nvSpPr>
          <p:spPr bwMode="auto">
            <a:xfrm>
              <a:off x="4944" y="154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89520" name="Rectangle 432"/>
            <p:cNvSpPr>
              <a:spLocks noChangeArrowheads="1"/>
            </p:cNvSpPr>
            <p:nvPr/>
          </p:nvSpPr>
          <p:spPr bwMode="auto">
            <a:xfrm>
              <a:off x="4704" y="2313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89521" name="Rectangle 433"/>
            <p:cNvSpPr>
              <a:spLocks noChangeArrowheads="1"/>
            </p:cNvSpPr>
            <p:nvPr/>
          </p:nvSpPr>
          <p:spPr bwMode="auto">
            <a:xfrm>
              <a:off x="4704" y="2553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89522" name="Rectangle 434"/>
            <p:cNvSpPr>
              <a:spLocks noChangeArrowheads="1"/>
            </p:cNvSpPr>
            <p:nvPr/>
          </p:nvSpPr>
          <p:spPr bwMode="auto">
            <a:xfrm>
              <a:off x="4176" y="2553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9523" name="Rectangle 435"/>
            <p:cNvSpPr>
              <a:spLocks noChangeArrowheads="1"/>
            </p:cNvSpPr>
            <p:nvPr/>
          </p:nvSpPr>
          <p:spPr bwMode="auto">
            <a:xfrm>
              <a:off x="4176" y="2313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24" name="Rectangle 436"/>
            <p:cNvSpPr>
              <a:spLocks noChangeArrowheads="1"/>
            </p:cNvSpPr>
            <p:nvPr/>
          </p:nvSpPr>
          <p:spPr bwMode="auto">
            <a:xfrm>
              <a:off x="5232" y="2313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25" name="Rectangle 437"/>
            <p:cNvSpPr>
              <a:spLocks noChangeArrowheads="1"/>
            </p:cNvSpPr>
            <p:nvPr/>
          </p:nvSpPr>
          <p:spPr bwMode="auto">
            <a:xfrm>
              <a:off x="4944" y="2313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26" name="Rectangle 438"/>
            <p:cNvSpPr>
              <a:spLocks noChangeArrowheads="1"/>
            </p:cNvSpPr>
            <p:nvPr/>
          </p:nvSpPr>
          <p:spPr bwMode="auto">
            <a:xfrm>
              <a:off x="4944" y="2553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89527" name="Rectangle 439"/>
            <p:cNvSpPr>
              <a:spLocks noChangeArrowheads="1"/>
            </p:cNvSpPr>
            <p:nvPr/>
          </p:nvSpPr>
          <p:spPr bwMode="auto">
            <a:xfrm>
              <a:off x="5232" y="2553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28" name="Rectangle 440"/>
            <p:cNvSpPr>
              <a:spLocks noChangeArrowheads="1"/>
            </p:cNvSpPr>
            <p:nvPr/>
          </p:nvSpPr>
          <p:spPr bwMode="auto">
            <a:xfrm>
              <a:off x="3696" y="1257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29" name="Rectangle 441"/>
            <p:cNvSpPr>
              <a:spLocks noChangeArrowheads="1"/>
            </p:cNvSpPr>
            <p:nvPr/>
          </p:nvSpPr>
          <p:spPr bwMode="auto">
            <a:xfrm>
              <a:off x="3696" y="154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30" name="Rectangle 442"/>
            <p:cNvSpPr>
              <a:spLocks noChangeArrowheads="1"/>
            </p:cNvSpPr>
            <p:nvPr/>
          </p:nvSpPr>
          <p:spPr bwMode="auto">
            <a:xfrm>
              <a:off x="3696" y="202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31" name="Rectangle 443"/>
            <p:cNvSpPr>
              <a:spLocks noChangeArrowheads="1"/>
            </p:cNvSpPr>
            <p:nvPr/>
          </p:nvSpPr>
          <p:spPr bwMode="auto">
            <a:xfrm>
              <a:off x="3696" y="2313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32" name="Rectangle 444"/>
            <p:cNvSpPr>
              <a:spLocks noChangeArrowheads="1"/>
            </p:cNvSpPr>
            <p:nvPr/>
          </p:nvSpPr>
          <p:spPr bwMode="auto">
            <a:xfrm>
              <a:off x="3696" y="2553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33" name="Rectangle 445"/>
            <p:cNvSpPr>
              <a:spLocks noChangeArrowheads="1"/>
            </p:cNvSpPr>
            <p:nvPr/>
          </p:nvSpPr>
          <p:spPr bwMode="auto">
            <a:xfrm>
              <a:off x="3936" y="1257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34" name="Rectangle 446"/>
            <p:cNvSpPr>
              <a:spLocks noChangeArrowheads="1"/>
            </p:cNvSpPr>
            <p:nvPr/>
          </p:nvSpPr>
          <p:spPr bwMode="auto">
            <a:xfrm>
              <a:off x="3936" y="154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35" name="Rectangle 447"/>
            <p:cNvSpPr>
              <a:spLocks noChangeArrowheads="1"/>
            </p:cNvSpPr>
            <p:nvPr/>
          </p:nvSpPr>
          <p:spPr bwMode="auto">
            <a:xfrm>
              <a:off x="3936" y="202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36" name="Rectangle 448"/>
            <p:cNvSpPr>
              <a:spLocks noChangeArrowheads="1"/>
            </p:cNvSpPr>
            <p:nvPr/>
          </p:nvSpPr>
          <p:spPr bwMode="auto">
            <a:xfrm>
              <a:off x="3936" y="2313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37" name="Rectangle 449"/>
            <p:cNvSpPr>
              <a:spLocks noChangeArrowheads="1"/>
            </p:cNvSpPr>
            <p:nvPr/>
          </p:nvSpPr>
          <p:spPr bwMode="auto">
            <a:xfrm>
              <a:off x="4176" y="1017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89538" name="Rectangle 450"/>
            <p:cNvSpPr>
              <a:spLocks noChangeArrowheads="1"/>
            </p:cNvSpPr>
            <p:nvPr/>
          </p:nvSpPr>
          <p:spPr bwMode="auto">
            <a:xfrm>
              <a:off x="4176" y="154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39" name="Rectangle 451"/>
            <p:cNvSpPr>
              <a:spLocks noChangeArrowheads="1"/>
            </p:cNvSpPr>
            <p:nvPr/>
          </p:nvSpPr>
          <p:spPr bwMode="auto">
            <a:xfrm>
              <a:off x="4176" y="202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40" name="Rectangle 452"/>
            <p:cNvSpPr>
              <a:spLocks noChangeArrowheads="1"/>
            </p:cNvSpPr>
            <p:nvPr/>
          </p:nvSpPr>
          <p:spPr bwMode="auto">
            <a:xfrm>
              <a:off x="4944" y="1257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89541" name="Rectangle 453"/>
            <p:cNvSpPr>
              <a:spLocks noChangeArrowheads="1"/>
            </p:cNvSpPr>
            <p:nvPr/>
          </p:nvSpPr>
          <p:spPr bwMode="auto">
            <a:xfrm>
              <a:off x="5232" y="1257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42" name="Rectangle 454"/>
            <p:cNvSpPr>
              <a:spLocks noChangeArrowheads="1"/>
            </p:cNvSpPr>
            <p:nvPr/>
          </p:nvSpPr>
          <p:spPr bwMode="auto">
            <a:xfrm>
              <a:off x="4704" y="202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43" name="Rectangle 455"/>
            <p:cNvSpPr>
              <a:spLocks noChangeArrowheads="1"/>
            </p:cNvSpPr>
            <p:nvPr/>
          </p:nvSpPr>
          <p:spPr bwMode="auto">
            <a:xfrm>
              <a:off x="5232" y="154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44" name="Rectangle 456"/>
            <p:cNvSpPr>
              <a:spLocks noChangeArrowheads="1"/>
            </p:cNvSpPr>
            <p:nvPr/>
          </p:nvSpPr>
          <p:spPr bwMode="auto">
            <a:xfrm>
              <a:off x="5232" y="202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45" name="Rectangle 457"/>
            <p:cNvSpPr>
              <a:spLocks noChangeArrowheads="1"/>
            </p:cNvSpPr>
            <p:nvPr/>
          </p:nvSpPr>
          <p:spPr bwMode="auto">
            <a:xfrm>
              <a:off x="4944" y="2025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46" name="Rectangle 458"/>
            <p:cNvSpPr>
              <a:spLocks noChangeArrowheads="1"/>
            </p:cNvSpPr>
            <p:nvPr/>
          </p:nvSpPr>
          <p:spPr bwMode="auto">
            <a:xfrm>
              <a:off x="3696" y="1017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547" name="Rectangle 459"/>
            <p:cNvSpPr>
              <a:spLocks noChangeArrowheads="1"/>
            </p:cNvSpPr>
            <p:nvPr/>
          </p:nvSpPr>
          <p:spPr bwMode="auto">
            <a:xfrm>
              <a:off x="3936" y="2553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</p:grpSp>
      <p:sp>
        <p:nvSpPr>
          <p:cNvPr id="89548" name="Rectangle 460"/>
          <p:cNvSpPr>
            <a:spLocks noChangeArrowheads="1"/>
          </p:cNvSpPr>
          <p:nvPr/>
        </p:nvSpPr>
        <p:spPr bwMode="auto">
          <a:xfrm>
            <a:off x="4953000" y="3976688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grpSp>
        <p:nvGrpSpPr>
          <p:cNvPr id="8" name="Group 465"/>
          <p:cNvGrpSpPr>
            <a:grpSpLocks/>
          </p:cNvGrpSpPr>
          <p:nvPr/>
        </p:nvGrpSpPr>
        <p:grpSpPr bwMode="auto">
          <a:xfrm>
            <a:off x="609600" y="1143000"/>
            <a:ext cx="3429000" cy="3162300"/>
            <a:chOff x="2064" y="768"/>
            <a:chExt cx="2160" cy="1992"/>
          </a:xfrm>
        </p:grpSpPr>
        <p:sp>
          <p:nvSpPr>
            <p:cNvPr id="89554" name="Rectangle 466"/>
            <p:cNvSpPr>
              <a:spLocks noChangeArrowheads="1"/>
            </p:cNvSpPr>
            <p:nvPr/>
          </p:nvSpPr>
          <p:spPr bwMode="auto">
            <a:xfrm>
              <a:off x="3961" y="251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555" name="Rectangle 467"/>
            <p:cNvSpPr>
              <a:spLocks noChangeArrowheads="1"/>
            </p:cNvSpPr>
            <p:nvPr/>
          </p:nvSpPr>
          <p:spPr bwMode="auto">
            <a:xfrm>
              <a:off x="3697" y="2511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56" name="Rectangle 468"/>
            <p:cNvSpPr>
              <a:spLocks noChangeArrowheads="1"/>
            </p:cNvSpPr>
            <p:nvPr/>
          </p:nvSpPr>
          <p:spPr bwMode="auto">
            <a:xfrm>
              <a:off x="3434" y="251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557" name="Rectangle 469"/>
            <p:cNvSpPr>
              <a:spLocks noChangeArrowheads="1"/>
            </p:cNvSpPr>
            <p:nvPr/>
          </p:nvSpPr>
          <p:spPr bwMode="auto">
            <a:xfrm>
              <a:off x="3170" y="2511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558" name="Rectangle 470"/>
            <p:cNvSpPr>
              <a:spLocks noChangeArrowheads="1"/>
            </p:cNvSpPr>
            <p:nvPr/>
          </p:nvSpPr>
          <p:spPr bwMode="auto">
            <a:xfrm>
              <a:off x="2908" y="2511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559" name="Rectangle 471"/>
            <p:cNvSpPr>
              <a:spLocks noChangeArrowheads="1"/>
            </p:cNvSpPr>
            <p:nvPr/>
          </p:nvSpPr>
          <p:spPr bwMode="auto">
            <a:xfrm>
              <a:off x="2643" y="2511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60" name="Rectangle 472"/>
            <p:cNvSpPr>
              <a:spLocks noChangeArrowheads="1"/>
            </p:cNvSpPr>
            <p:nvPr/>
          </p:nvSpPr>
          <p:spPr bwMode="auto">
            <a:xfrm>
              <a:off x="2380" y="251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61" name="Rectangle 473"/>
            <p:cNvSpPr>
              <a:spLocks noChangeArrowheads="1"/>
            </p:cNvSpPr>
            <p:nvPr/>
          </p:nvSpPr>
          <p:spPr bwMode="auto">
            <a:xfrm>
              <a:off x="2064" y="2511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562" name="Rectangle 474"/>
            <p:cNvSpPr>
              <a:spLocks noChangeArrowheads="1"/>
            </p:cNvSpPr>
            <p:nvPr/>
          </p:nvSpPr>
          <p:spPr bwMode="auto">
            <a:xfrm>
              <a:off x="3961" y="226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63" name="Rectangle 475"/>
            <p:cNvSpPr>
              <a:spLocks noChangeArrowheads="1"/>
            </p:cNvSpPr>
            <p:nvPr/>
          </p:nvSpPr>
          <p:spPr bwMode="auto">
            <a:xfrm>
              <a:off x="3697" y="2262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564" name="Rectangle 476"/>
            <p:cNvSpPr>
              <a:spLocks noChangeArrowheads="1"/>
            </p:cNvSpPr>
            <p:nvPr/>
          </p:nvSpPr>
          <p:spPr bwMode="auto">
            <a:xfrm>
              <a:off x="3434" y="226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565" name="Rectangle 477"/>
            <p:cNvSpPr>
              <a:spLocks noChangeArrowheads="1"/>
            </p:cNvSpPr>
            <p:nvPr/>
          </p:nvSpPr>
          <p:spPr bwMode="auto">
            <a:xfrm>
              <a:off x="3170" y="2262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566" name="Rectangle 478"/>
            <p:cNvSpPr>
              <a:spLocks noChangeArrowheads="1"/>
            </p:cNvSpPr>
            <p:nvPr/>
          </p:nvSpPr>
          <p:spPr bwMode="auto">
            <a:xfrm>
              <a:off x="2908" y="2262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67" name="Rectangle 479"/>
            <p:cNvSpPr>
              <a:spLocks noChangeArrowheads="1"/>
            </p:cNvSpPr>
            <p:nvPr/>
          </p:nvSpPr>
          <p:spPr bwMode="auto">
            <a:xfrm>
              <a:off x="2643" y="2262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68" name="Rectangle 480"/>
            <p:cNvSpPr>
              <a:spLocks noChangeArrowheads="1"/>
            </p:cNvSpPr>
            <p:nvPr/>
          </p:nvSpPr>
          <p:spPr bwMode="auto">
            <a:xfrm>
              <a:off x="2380" y="226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69" name="Rectangle 481"/>
            <p:cNvSpPr>
              <a:spLocks noChangeArrowheads="1"/>
            </p:cNvSpPr>
            <p:nvPr/>
          </p:nvSpPr>
          <p:spPr bwMode="auto">
            <a:xfrm>
              <a:off x="2064" y="2262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570" name="Rectangle 482"/>
            <p:cNvSpPr>
              <a:spLocks noChangeArrowheads="1"/>
            </p:cNvSpPr>
            <p:nvPr/>
          </p:nvSpPr>
          <p:spPr bwMode="auto">
            <a:xfrm>
              <a:off x="3961" y="201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71" name="Rectangle 483"/>
            <p:cNvSpPr>
              <a:spLocks noChangeArrowheads="1"/>
            </p:cNvSpPr>
            <p:nvPr/>
          </p:nvSpPr>
          <p:spPr bwMode="auto">
            <a:xfrm>
              <a:off x="3697" y="2013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72" name="Rectangle 484"/>
            <p:cNvSpPr>
              <a:spLocks noChangeArrowheads="1"/>
            </p:cNvSpPr>
            <p:nvPr/>
          </p:nvSpPr>
          <p:spPr bwMode="auto">
            <a:xfrm>
              <a:off x="3434" y="201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573" name="Rectangle 485"/>
            <p:cNvSpPr>
              <a:spLocks noChangeArrowheads="1"/>
            </p:cNvSpPr>
            <p:nvPr/>
          </p:nvSpPr>
          <p:spPr bwMode="auto">
            <a:xfrm>
              <a:off x="3170" y="2013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74" name="Rectangle 486"/>
            <p:cNvSpPr>
              <a:spLocks noChangeArrowheads="1"/>
            </p:cNvSpPr>
            <p:nvPr/>
          </p:nvSpPr>
          <p:spPr bwMode="auto">
            <a:xfrm>
              <a:off x="2908" y="2013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75" name="Rectangle 487"/>
            <p:cNvSpPr>
              <a:spLocks noChangeArrowheads="1"/>
            </p:cNvSpPr>
            <p:nvPr/>
          </p:nvSpPr>
          <p:spPr bwMode="auto">
            <a:xfrm>
              <a:off x="2643" y="2013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76" name="Rectangle 488"/>
            <p:cNvSpPr>
              <a:spLocks noChangeArrowheads="1"/>
            </p:cNvSpPr>
            <p:nvPr/>
          </p:nvSpPr>
          <p:spPr bwMode="auto">
            <a:xfrm>
              <a:off x="2380" y="201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77" name="Rectangle 489"/>
            <p:cNvSpPr>
              <a:spLocks noChangeArrowheads="1"/>
            </p:cNvSpPr>
            <p:nvPr/>
          </p:nvSpPr>
          <p:spPr bwMode="auto">
            <a:xfrm>
              <a:off x="2064" y="2013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578" name="Rectangle 490"/>
            <p:cNvSpPr>
              <a:spLocks noChangeArrowheads="1"/>
            </p:cNvSpPr>
            <p:nvPr/>
          </p:nvSpPr>
          <p:spPr bwMode="auto">
            <a:xfrm>
              <a:off x="3961" y="176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79" name="Rectangle 491"/>
            <p:cNvSpPr>
              <a:spLocks noChangeArrowheads="1"/>
            </p:cNvSpPr>
            <p:nvPr/>
          </p:nvSpPr>
          <p:spPr bwMode="auto">
            <a:xfrm>
              <a:off x="3697" y="1764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80" name="Rectangle 492"/>
            <p:cNvSpPr>
              <a:spLocks noChangeArrowheads="1"/>
            </p:cNvSpPr>
            <p:nvPr/>
          </p:nvSpPr>
          <p:spPr bwMode="auto">
            <a:xfrm>
              <a:off x="3434" y="176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581" name="Rectangle 493"/>
            <p:cNvSpPr>
              <a:spLocks noChangeArrowheads="1"/>
            </p:cNvSpPr>
            <p:nvPr/>
          </p:nvSpPr>
          <p:spPr bwMode="auto">
            <a:xfrm>
              <a:off x="3170" y="1764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582" name="Rectangle 494"/>
            <p:cNvSpPr>
              <a:spLocks noChangeArrowheads="1"/>
            </p:cNvSpPr>
            <p:nvPr/>
          </p:nvSpPr>
          <p:spPr bwMode="auto">
            <a:xfrm>
              <a:off x="2908" y="1764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83" name="Rectangle 495"/>
            <p:cNvSpPr>
              <a:spLocks noChangeArrowheads="1"/>
            </p:cNvSpPr>
            <p:nvPr/>
          </p:nvSpPr>
          <p:spPr bwMode="auto">
            <a:xfrm>
              <a:off x="2643" y="1764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84" name="Rectangle 496"/>
            <p:cNvSpPr>
              <a:spLocks noChangeArrowheads="1"/>
            </p:cNvSpPr>
            <p:nvPr/>
          </p:nvSpPr>
          <p:spPr bwMode="auto">
            <a:xfrm>
              <a:off x="2380" y="176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85" name="Rectangle 497"/>
            <p:cNvSpPr>
              <a:spLocks noChangeArrowheads="1"/>
            </p:cNvSpPr>
            <p:nvPr/>
          </p:nvSpPr>
          <p:spPr bwMode="auto">
            <a:xfrm>
              <a:off x="2064" y="1764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586" name="Rectangle 498"/>
            <p:cNvSpPr>
              <a:spLocks noChangeArrowheads="1"/>
            </p:cNvSpPr>
            <p:nvPr/>
          </p:nvSpPr>
          <p:spPr bwMode="auto">
            <a:xfrm>
              <a:off x="3961" y="151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87" name="Rectangle 499"/>
            <p:cNvSpPr>
              <a:spLocks noChangeArrowheads="1"/>
            </p:cNvSpPr>
            <p:nvPr/>
          </p:nvSpPr>
          <p:spPr bwMode="auto">
            <a:xfrm>
              <a:off x="3697" y="1515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588" name="Rectangle 500"/>
            <p:cNvSpPr>
              <a:spLocks noChangeArrowheads="1"/>
            </p:cNvSpPr>
            <p:nvPr/>
          </p:nvSpPr>
          <p:spPr bwMode="auto">
            <a:xfrm>
              <a:off x="3434" y="151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89" name="Rectangle 501"/>
            <p:cNvSpPr>
              <a:spLocks noChangeArrowheads="1"/>
            </p:cNvSpPr>
            <p:nvPr/>
          </p:nvSpPr>
          <p:spPr bwMode="auto">
            <a:xfrm>
              <a:off x="3170" y="1515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590" name="Rectangle 502"/>
            <p:cNvSpPr>
              <a:spLocks noChangeArrowheads="1"/>
            </p:cNvSpPr>
            <p:nvPr/>
          </p:nvSpPr>
          <p:spPr bwMode="auto">
            <a:xfrm>
              <a:off x="2908" y="1515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591" name="Rectangle 503"/>
            <p:cNvSpPr>
              <a:spLocks noChangeArrowheads="1"/>
            </p:cNvSpPr>
            <p:nvPr/>
          </p:nvSpPr>
          <p:spPr bwMode="auto">
            <a:xfrm>
              <a:off x="2643" y="1515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92" name="Rectangle 504"/>
            <p:cNvSpPr>
              <a:spLocks noChangeArrowheads="1"/>
            </p:cNvSpPr>
            <p:nvPr/>
          </p:nvSpPr>
          <p:spPr bwMode="auto">
            <a:xfrm>
              <a:off x="2380" y="151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93" name="Rectangle 505"/>
            <p:cNvSpPr>
              <a:spLocks noChangeArrowheads="1"/>
            </p:cNvSpPr>
            <p:nvPr/>
          </p:nvSpPr>
          <p:spPr bwMode="auto">
            <a:xfrm>
              <a:off x="2064" y="1515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594" name="Rectangle 506"/>
            <p:cNvSpPr>
              <a:spLocks noChangeArrowheads="1"/>
            </p:cNvSpPr>
            <p:nvPr/>
          </p:nvSpPr>
          <p:spPr bwMode="auto">
            <a:xfrm>
              <a:off x="3961" y="126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95" name="Rectangle 507"/>
            <p:cNvSpPr>
              <a:spLocks noChangeArrowheads="1"/>
            </p:cNvSpPr>
            <p:nvPr/>
          </p:nvSpPr>
          <p:spPr bwMode="auto">
            <a:xfrm>
              <a:off x="3697" y="1266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96" name="Rectangle 508"/>
            <p:cNvSpPr>
              <a:spLocks noChangeArrowheads="1"/>
            </p:cNvSpPr>
            <p:nvPr/>
          </p:nvSpPr>
          <p:spPr bwMode="auto">
            <a:xfrm>
              <a:off x="3434" y="126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97" name="Rectangle 509"/>
            <p:cNvSpPr>
              <a:spLocks noChangeArrowheads="1"/>
            </p:cNvSpPr>
            <p:nvPr/>
          </p:nvSpPr>
          <p:spPr bwMode="auto">
            <a:xfrm>
              <a:off x="3170" y="1266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598" name="Rectangle 510"/>
            <p:cNvSpPr>
              <a:spLocks noChangeArrowheads="1"/>
            </p:cNvSpPr>
            <p:nvPr/>
          </p:nvSpPr>
          <p:spPr bwMode="auto">
            <a:xfrm>
              <a:off x="2908" y="1266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599" name="Rectangle 511"/>
            <p:cNvSpPr>
              <a:spLocks noChangeArrowheads="1"/>
            </p:cNvSpPr>
            <p:nvPr/>
          </p:nvSpPr>
          <p:spPr bwMode="auto">
            <a:xfrm>
              <a:off x="2643" y="1266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600" name="Rectangle 512"/>
            <p:cNvSpPr>
              <a:spLocks noChangeArrowheads="1"/>
            </p:cNvSpPr>
            <p:nvPr/>
          </p:nvSpPr>
          <p:spPr bwMode="auto">
            <a:xfrm>
              <a:off x="2380" y="126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601" name="Rectangle 513"/>
            <p:cNvSpPr>
              <a:spLocks noChangeArrowheads="1"/>
            </p:cNvSpPr>
            <p:nvPr/>
          </p:nvSpPr>
          <p:spPr bwMode="auto">
            <a:xfrm>
              <a:off x="2064" y="1266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602" name="Rectangle 514"/>
            <p:cNvSpPr>
              <a:spLocks noChangeArrowheads="1"/>
            </p:cNvSpPr>
            <p:nvPr/>
          </p:nvSpPr>
          <p:spPr bwMode="auto">
            <a:xfrm>
              <a:off x="3961" y="1017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603" name="Rectangle 515"/>
            <p:cNvSpPr>
              <a:spLocks noChangeArrowheads="1"/>
            </p:cNvSpPr>
            <p:nvPr/>
          </p:nvSpPr>
          <p:spPr bwMode="auto">
            <a:xfrm>
              <a:off x="3697" y="1017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604" name="Rectangle 516"/>
            <p:cNvSpPr>
              <a:spLocks noChangeArrowheads="1"/>
            </p:cNvSpPr>
            <p:nvPr/>
          </p:nvSpPr>
          <p:spPr bwMode="auto">
            <a:xfrm>
              <a:off x="3434" y="1017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605" name="Rectangle 517"/>
            <p:cNvSpPr>
              <a:spLocks noChangeArrowheads="1"/>
            </p:cNvSpPr>
            <p:nvPr/>
          </p:nvSpPr>
          <p:spPr bwMode="auto">
            <a:xfrm>
              <a:off x="3170" y="1017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606" name="Rectangle 518"/>
            <p:cNvSpPr>
              <a:spLocks noChangeArrowheads="1"/>
            </p:cNvSpPr>
            <p:nvPr/>
          </p:nvSpPr>
          <p:spPr bwMode="auto">
            <a:xfrm>
              <a:off x="2908" y="1017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9607" name="Rectangle 519"/>
            <p:cNvSpPr>
              <a:spLocks noChangeArrowheads="1"/>
            </p:cNvSpPr>
            <p:nvPr/>
          </p:nvSpPr>
          <p:spPr bwMode="auto">
            <a:xfrm>
              <a:off x="2643" y="1017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608" name="Rectangle 520"/>
            <p:cNvSpPr>
              <a:spLocks noChangeArrowheads="1"/>
            </p:cNvSpPr>
            <p:nvPr/>
          </p:nvSpPr>
          <p:spPr bwMode="auto">
            <a:xfrm>
              <a:off x="2380" y="1017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9609" name="Rectangle 521"/>
            <p:cNvSpPr>
              <a:spLocks noChangeArrowheads="1"/>
            </p:cNvSpPr>
            <p:nvPr/>
          </p:nvSpPr>
          <p:spPr bwMode="auto">
            <a:xfrm>
              <a:off x="2064" y="1017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610" name="Rectangle 522"/>
            <p:cNvSpPr>
              <a:spLocks noChangeArrowheads="1"/>
            </p:cNvSpPr>
            <p:nvPr/>
          </p:nvSpPr>
          <p:spPr bwMode="auto">
            <a:xfrm>
              <a:off x="3961" y="768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611" name="Rectangle 523"/>
            <p:cNvSpPr>
              <a:spLocks noChangeArrowheads="1"/>
            </p:cNvSpPr>
            <p:nvPr/>
          </p:nvSpPr>
          <p:spPr bwMode="auto">
            <a:xfrm>
              <a:off x="3697" y="768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612" name="Rectangle 524"/>
            <p:cNvSpPr>
              <a:spLocks noChangeArrowheads="1"/>
            </p:cNvSpPr>
            <p:nvPr/>
          </p:nvSpPr>
          <p:spPr bwMode="auto">
            <a:xfrm>
              <a:off x="3434" y="768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613" name="Rectangle 525"/>
            <p:cNvSpPr>
              <a:spLocks noChangeArrowheads="1"/>
            </p:cNvSpPr>
            <p:nvPr/>
          </p:nvSpPr>
          <p:spPr bwMode="auto">
            <a:xfrm>
              <a:off x="3170" y="768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614" name="Rectangle 526"/>
            <p:cNvSpPr>
              <a:spLocks noChangeArrowheads="1"/>
            </p:cNvSpPr>
            <p:nvPr/>
          </p:nvSpPr>
          <p:spPr bwMode="auto">
            <a:xfrm>
              <a:off x="2908" y="768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615" name="Rectangle 527"/>
            <p:cNvSpPr>
              <a:spLocks noChangeArrowheads="1"/>
            </p:cNvSpPr>
            <p:nvPr/>
          </p:nvSpPr>
          <p:spPr bwMode="auto">
            <a:xfrm>
              <a:off x="2643" y="768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616" name="Rectangle 528"/>
            <p:cNvSpPr>
              <a:spLocks noChangeArrowheads="1"/>
            </p:cNvSpPr>
            <p:nvPr/>
          </p:nvSpPr>
          <p:spPr bwMode="auto">
            <a:xfrm>
              <a:off x="2380" y="768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9617" name="Rectangle 529"/>
            <p:cNvSpPr>
              <a:spLocks noChangeArrowheads="1"/>
            </p:cNvSpPr>
            <p:nvPr/>
          </p:nvSpPr>
          <p:spPr bwMode="auto">
            <a:xfrm>
              <a:off x="2064" y="768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b="1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L</a:t>
              </a:r>
              <a:r>
                <a:rPr lang="en-US" b="1" baseline="-25000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b="1" baseline="-25000">
                <a:latin typeface="VNI-Times" pitchFamily="2" charset="0"/>
              </a:endParaRPr>
            </a:p>
          </p:txBody>
        </p:sp>
        <p:sp>
          <p:nvSpPr>
            <p:cNvPr id="89618" name="Line 530"/>
            <p:cNvSpPr>
              <a:spLocks noChangeShapeType="1"/>
            </p:cNvSpPr>
            <p:nvPr/>
          </p:nvSpPr>
          <p:spPr bwMode="auto">
            <a:xfrm>
              <a:off x="2064" y="768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19" name="Line 531"/>
            <p:cNvSpPr>
              <a:spLocks noChangeShapeType="1"/>
            </p:cNvSpPr>
            <p:nvPr/>
          </p:nvSpPr>
          <p:spPr bwMode="auto">
            <a:xfrm>
              <a:off x="2064" y="2760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20" name="Line 532"/>
            <p:cNvSpPr>
              <a:spLocks noChangeShapeType="1"/>
            </p:cNvSpPr>
            <p:nvPr/>
          </p:nvSpPr>
          <p:spPr bwMode="auto">
            <a:xfrm>
              <a:off x="2064" y="768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21" name="Line 533"/>
            <p:cNvSpPr>
              <a:spLocks noChangeShapeType="1"/>
            </p:cNvSpPr>
            <p:nvPr/>
          </p:nvSpPr>
          <p:spPr bwMode="auto">
            <a:xfrm>
              <a:off x="4224" y="768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22" name="Line 534"/>
            <p:cNvSpPr>
              <a:spLocks noChangeShapeType="1"/>
            </p:cNvSpPr>
            <p:nvPr/>
          </p:nvSpPr>
          <p:spPr bwMode="auto">
            <a:xfrm>
              <a:off x="2064" y="1017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23" name="Line 535"/>
            <p:cNvSpPr>
              <a:spLocks noChangeShapeType="1"/>
            </p:cNvSpPr>
            <p:nvPr/>
          </p:nvSpPr>
          <p:spPr bwMode="auto">
            <a:xfrm>
              <a:off x="2380" y="768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24" name="Line 536"/>
            <p:cNvSpPr>
              <a:spLocks noChangeShapeType="1"/>
            </p:cNvSpPr>
            <p:nvPr/>
          </p:nvSpPr>
          <p:spPr bwMode="auto">
            <a:xfrm>
              <a:off x="2643" y="768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25" name="Line 537"/>
            <p:cNvSpPr>
              <a:spLocks noChangeShapeType="1"/>
            </p:cNvSpPr>
            <p:nvPr/>
          </p:nvSpPr>
          <p:spPr bwMode="auto">
            <a:xfrm>
              <a:off x="2908" y="768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26" name="Line 538"/>
            <p:cNvSpPr>
              <a:spLocks noChangeShapeType="1"/>
            </p:cNvSpPr>
            <p:nvPr/>
          </p:nvSpPr>
          <p:spPr bwMode="auto">
            <a:xfrm>
              <a:off x="3170" y="768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27" name="Line 539"/>
            <p:cNvSpPr>
              <a:spLocks noChangeShapeType="1"/>
            </p:cNvSpPr>
            <p:nvPr/>
          </p:nvSpPr>
          <p:spPr bwMode="auto">
            <a:xfrm>
              <a:off x="3434" y="768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28" name="Line 540"/>
            <p:cNvSpPr>
              <a:spLocks noChangeShapeType="1"/>
            </p:cNvSpPr>
            <p:nvPr/>
          </p:nvSpPr>
          <p:spPr bwMode="auto">
            <a:xfrm>
              <a:off x="3697" y="768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29" name="Line 541"/>
            <p:cNvSpPr>
              <a:spLocks noChangeShapeType="1"/>
            </p:cNvSpPr>
            <p:nvPr/>
          </p:nvSpPr>
          <p:spPr bwMode="auto">
            <a:xfrm>
              <a:off x="3961" y="768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30" name="Line 542"/>
            <p:cNvSpPr>
              <a:spLocks noChangeShapeType="1"/>
            </p:cNvSpPr>
            <p:nvPr/>
          </p:nvSpPr>
          <p:spPr bwMode="auto">
            <a:xfrm>
              <a:off x="2064" y="1266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31" name="Line 543"/>
            <p:cNvSpPr>
              <a:spLocks noChangeShapeType="1"/>
            </p:cNvSpPr>
            <p:nvPr/>
          </p:nvSpPr>
          <p:spPr bwMode="auto">
            <a:xfrm>
              <a:off x="2064" y="1515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32" name="Line 544"/>
            <p:cNvSpPr>
              <a:spLocks noChangeShapeType="1"/>
            </p:cNvSpPr>
            <p:nvPr/>
          </p:nvSpPr>
          <p:spPr bwMode="auto">
            <a:xfrm>
              <a:off x="2064" y="1764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33" name="Line 545"/>
            <p:cNvSpPr>
              <a:spLocks noChangeShapeType="1"/>
            </p:cNvSpPr>
            <p:nvPr/>
          </p:nvSpPr>
          <p:spPr bwMode="auto">
            <a:xfrm>
              <a:off x="2064" y="2013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34" name="Line 546"/>
            <p:cNvSpPr>
              <a:spLocks noChangeShapeType="1"/>
            </p:cNvSpPr>
            <p:nvPr/>
          </p:nvSpPr>
          <p:spPr bwMode="auto">
            <a:xfrm>
              <a:off x="2064" y="2262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35" name="Line 547"/>
            <p:cNvSpPr>
              <a:spLocks noChangeShapeType="1"/>
            </p:cNvSpPr>
            <p:nvPr/>
          </p:nvSpPr>
          <p:spPr bwMode="auto">
            <a:xfrm>
              <a:off x="2064" y="2511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36" name="Rectangle 548"/>
            <p:cNvSpPr>
              <a:spLocks noChangeArrowheads="1"/>
            </p:cNvSpPr>
            <p:nvPr/>
          </p:nvSpPr>
          <p:spPr bwMode="auto">
            <a:xfrm>
              <a:off x="2880" y="1752"/>
              <a:ext cx="288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37" name="Rectangle 549"/>
            <p:cNvSpPr>
              <a:spLocks noChangeArrowheads="1"/>
            </p:cNvSpPr>
            <p:nvPr/>
          </p:nvSpPr>
          <p:spPr bwMode="auto">
            <a:xfrm>
              <a:off x="3168" y="12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89638" name="Rectangle 550"/>
            <p:cNvSpPr>
              <a:spLocks noChangeArrowheads="1"/>
            </p:cNvSpPr>
            <p:nvPr/>
          </p:nvSpPr>
          <p:spPr bwMode="auto">
            <a:xfrm>
              <a:off x="3168" y="10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89639" name="Rectangle 551"/>
            <p:cNvSpPr>
              <a:spLocks noChangeArrowheads="1"/>
            </p:cNvSpPr>
            <p:nvPr/>
          </p:nvSpPr>
          <p:spPr bwMode="auto">
            <a:xfrm>
              <a:off x="3168" y="15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89640" name="Rectangle 552"/>
            <p:cNvSpPr>
              <a:spLocks noChangeArrowheads="1"/>
            </p:cNvSpPr>
            <p:nvPr/>
          </p:nvSpPr>
          <p:spPr bwMode="auto">
            <a:xfrm>
              <a:off x="3456" y="15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CC00FF"/>
                  </a:solidFill>
                  <a:sym typeface="Symbol" pitchFamily="18" charset="2"/>
                </a:rPr>
                <a:t>11</a:t>
              </a:r>
            </a:p>
          </p:txBody>
        </p:sp>
        <p:sp>
          <p:nvSpPr>
            <p:cNvPr id="89641" name="Rectangle 553"/>
            <p:cNvSpPr>
              <a:spLocks noChangeArrowheads="1"/>
            </p:cNvSpPr>
            <p:nvPr/>
          </p:nvSpPr>
          <p:spPr bwMode="auto">
            <a:xfrm>
              <a:off x="2400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42" name="Rectangle 554"/>
            <p:cNvSpPr>
              <a:spLocks noChangeArrowheads="1"/>
            </p:cNvSpPr>
            <p:nvPr/>
          </p:nvSpPr>
          <p:spPr bwMode="auto">
            <a:xfrm>
              <a:off x="2640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43" name="Rectangle 555"/>
            <p:cNvSpPr>
              <a:spLocks noChangeArrowheads="1"/>
            </p:cNvSpPr>
            <p:nvPr/>
          </p:nvSpPr>
          <p:spPr bwMode="auto">
            <a:xfrm>
              <a:off x="3168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9644" name="Rectangle 556"/>
            <p:cNvSpPr>
              <a:spLocks noChangeArrowheads="1"/>
            </p:cNvSpPr>
            <p:nvPr/>
          </p:nvSpPr>
          <p:spPr bwMode="auto">
            <a:xfrm>
              <a:off x="3168" y="20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45" name="Rectangle 557"/>
            <p:cNvSpPr>
              <a:spLocks noChangeArrowheads="1"/>
            </p:cNvSpPr>
            <p:nvPr/>
          </p:nvSpPr>
          <p:spPr bwMode="auto">
            <a:xfrm>
              <a:off x="3168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89646" name="Rectangle 558"/>
            <p:cNvSpPr>
              <a:spLocks noChangeArrowheads="1"/>
            </p:cNvSpPr>
            <p:nvPr/>
          </p:nvSpPr>
          <p:spPr bwMode="auto">
            <a:xfrm>
              <a:off x="3168" y="25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89647" name="Rectangle 559"/>
            <p:cNvSpPr>
              <a:spLocks noChangeArrowheads="1"/>
            </p:cNvSpPr>
            <p:nvPr/>
          </p:nvSpPr>
          <p:spPr bwMode="auto">
            <a:xfrm>
              <a:off x="3456" y="10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CC00FF"/>
                  </a:solidFill>
                  <a:sym typeface="Symbol" pitchFamily="18" charset="2"/>
                </a:rPr>
                <a:t>8</a:t>
              </a:r>
            </a:p>
          </p:txBody>
        </p:sp>
        <p:sp>
          <p:nvSpPr>
            <p:cNvPr id="89648" name="Rectangle 560"/>
            <p:cNvSpPr>
              <a:spLocks noChangeArrowheads="1"/>
            </p:cNvSpPr>
            <p:nvPr/>
          </p:nvSpPr>
          <p:spPr bwMode="auto">
            <a:xfrm>
              <a:off x="3456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CC00FF"/>
                  </a:solidFill>
                  <a:sym typeface="Symbol" pitchFamily="18" charset="2"/>
                </a:rPr>
                <a:t>7</a:t>
              </a:r>
            </a:p>
          </p:txBody>
        </p:sp>
        <p:sp>
          <p:nvSpPr>
            <p:cNvPr id="89649" name="Rectangle 561"/>
            <p:cNvSpPr>
              <a:spLocks noChangeArrowheads="1"/>
            </p:cNvSpPr>
            <p:nvPr/>
          </p:nvSpPr>
          <p:spPr bwMode="auto">
            <a:xfrm>
              <a:off x="3456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9650" name="Rectangle 562"/>
            <p:cNvSpPr>
              <a:spLocks noChangeArrowheads="1"/>
            </p:cNvSpPr>
            <p:nvPr/>
          </p:nvSpPr>
          <p:spPr bwMode="auto">
            <a:xfrm>
              <a:off x="3696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51" name="Rectangle 563"/>
            <p:cNvSpPr>
              <a:spLocks noChangeArrowheads="1"/>
            </p:cNvSpPr>
            <p:nvPr/>
          </p:nvSpPr>
          <p:spPr bwMode="auto">
            <a:xfrm>
              <a:off x="3984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52" name="Rectangle 564"/>
            <p:cNvSpPr>
              <a:spLocks noChangeArrowheads="1"/>
            </p:cNvSpPr>
            <p:nvPr/>
          </p:nvSpPr>
          <p:spPr bwMode="auto">
            <a:xfrm>
              <a:off x="3456" y="25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-6</a:t>
              </a:r>
            </a:p>
          </p:txBody>
        </p:sp>
        <p:sp>
          <p:nvSpPr>
            <p:cNvPr id="89653" name="Rectangle 565"/>
            <p:cNvSpPr>
              <a:spLocks noChangeArrowheads="1"/>
            </p:cNvSpPr>
            <p:nvPr/>
          </p:nvSpPr>
          <p:spPr bwMode="auto">
            <a:xfrm>
              <a:off x="3696" y="25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  <a:endParaRPr lang="en-US"/>
            </a:p>
          </p:txBody>
        </p:sp>
        <p:sp>
          <p:nvSpPr>
            <p:cNvPr id="89654" name="Rectangle 566"/>
            <p:cNvSpPr>
              <a:spLocks noChangeArrowheads="1"/>
            </p:cNvSpPr>
            <p:nvPr/>
          </p:nvSpPr>
          <p:spPr bwMode="auto">
            <a:xfrm>
              <a:off x="2400" y="15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55" name="Rectangle 567"/>
            <p:cNvSpPr>
              <a:spLocks noChangeArrowheads="1"/>
            </p:cNvSpPr>
            <p:nvPr/>
          </p:nvSpPr>
          <p:spPr bwMode="auto">
            <a:xfrm>
              <a:off x="2640" y="15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56" name="Rectangle 568"/>
            <p:cNvSpPr>
              <a:spLocks noChangeArrowheads="1"/>
            </p:cNvSpPr>
            <p:nvPr/>
          </p:nvSpPr>
          <p:spPr bwMode="auto">
            <a:xfrm>
              <a:off x="2928" y="10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89657" name="Rectangle 569"/>
            <p:cNvSpPr>
              <a:spLocks noChangeArrowheads="1"/>
            </p:cNvSpPr>
            <p:nvPr/>
          </p:nvSpPr>
          <p:spPr bwMode="auto">
            <a:xfrm>
              <a:off x="2928" y="12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89658" name="Rectangle 570"/>
            <p:cNvSpPr>
              <a:spLocks noChangeArrowheads="1"/>
            </p:cNvSpPr>
            <p:nvPr/>
          </p:nvSpPr>
          <p:spPr bwMode="auto">
            <a:xfrm>
              <a:off x="2928" y="15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659" name="Rectangle 571"/>
            <p:cNvSpPr>
              <a:spLocks noChangeArrowheads="1"/>
            </p:cNvSpPr>
            <p:nvPr/>
          </p:nvSpPr>
          <p:spPr bwMode="auto">
            <a:xfrm>
              <a:off x="2928" y="19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60" name="Rectangle 572"/>
            <p:cNvSpPr>
              <a:spLocks noChangeArrowheads="1"/>
            </p:cNvSpPr>
            <p:nvPr/>
          </p:nvSpPr>
          <p:spPr bwMode="auto">
            <a:xfrm>
              <a:off x="2928" y="22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61" name="Rectangle 573"/>
            <p:cNvSpPr>
              <a:spLocks noChangeArrowheads="1"/>
            </p:cNvSpPr>
            <p:nvPr/>
          </p:nvSpPr>
          <p:spPr bwMode="auto">
            <a:xfrm>
              <a:off x="2928" y="25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89662" name="Rectangle 574"/>
            <p:cNvSpPr>
              <a:spLocks noChangeArrowheads="1"/>
            </p:cNvSpPr>
            <p:nvPr/>
          </p:nvSpPr>
          <p:spPr bwMode="auto">
            <a:xfrm>
              <a:off x="3696" y="10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9663" name="Rectangle 575"/>
            <p:cNvSpPr>
              <a:spLocks noChangeArrowheads="1"/>
            </p:cNvSpPr>
            <p:nvPr/>
          </p:nvSpPr>
          <p:spPr bwMode="auto">
            <a:xfrm>
              <a:off x="3696" y="12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-1</a:t>
              </a:r>
            </a:p>
          </p:txBody>
        </p:sp>
        <p:sp>
          <p:nvSpPr>
            <p:cNvPr id="89664" name="Rectangle 576"/>
            <p:cNvSpPr>
              <a:spLocks noChangeArrowheads="1"/>
            </p:cNvSpPr>
            <p:nvPr/>
          </p:nvSpPr>
          <p:spPr bwMode="auto">
            <a:xfrm>
              <a:off x="3696" y="15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9665" name="Rectangle 577"/>
            <p:cNvSpPr>
              <a:spLocks noChangeArrowheads="1"/>
            </p:cNvSpPr>
            <p:nvPr/>
          </p:nvSpPr>
          <p:spPr bwMode="auto">
            <a:xfrm>
              <a:off x="3984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66" name="Rectangle 578"/>
            <p:cNvSpPr>
              <a:spLocks noChangeArrowheads="1"/>
            </p:cNvSpPr>
            <p:nvPr/>
          </p:nvSpPr>
          <p:spPr bwMode="auto">
            <a:xfrm>
              <a:off x="2400" y="10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667" name="Rectangle 579"/>
            <p:cNvSpPr>
              <a:spLocks noChangeArrowheads="1"/>
            </p:cNvSpPr>
            <p:nvPr/>
          </p:nvSpPr>
          <p:spPr bwMode="auto">
            <a:xfrm>
              <a:off x="2400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68" name="Rectangle 580"/>
            <p:cNvSpPr>
              <a:spLocks noChangeArrowheads="1"/>
            </p:cNvSpPr>
            <p:nvPr/>
          </p:nvSpPr>
          <p:spPr bwMode="auto">
            <a:xfrm>
              <a:off x="2400" y="1968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69" name="Rectangle 581"/>
            <p:cNvSpPr>
              <a:spLocks noChangeArrowheads="1"/>
            </p:cNvSpPr>
            <p:nvPr/>
          </p:nvSpPr>
          <p:spPr bwMode="auto">
            <a:xfrm>
              <a:off x="2400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89670" name="Rectangle 582"/>
            <p:cNvSpPr>
              <a:spLocks noChangeArrowheads="1"/>
            </p:cNvSpPr>
            <p:nvPr/>
          </p:nvSpPr>
          <p:spPr bwMode="auto">
            <a:xfrm>
              <a:off x="2400" y="25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89671" name="Rectangle 583"/>
            <p:cNvSpPr>
              <a:spLocks noChangeArrowheads="1"/>
            </p:cNvSpPr>
            <p:nvPr/>
          </p:nvSpPr>
          <p:spPr bwMode="auto">
            <a:xfrm>
              <a:off x="2640" y="10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89672" name="Rectangle 584"/>
            <p:cNvSpPr>
              <a:spLocks noChangeArrowheads="1"/>
            </p:cNvSpPr>
            <p:nvPr/>
          </p:nvSpPr>
          <p:spPr bwMode="auto">
            <a:xfrm>
              <a:off x="2640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9673" name="Rectangle 585"/>
            <p:cNvSpPr>
              <a:spLocks noChangeArrowheads="1"/>
            </p:cNvSpPr>
            <p:nvPr/>
          </p:nvSpPr>
          <p:spPr bwMode="auto">
            <a:xfrm>
              <a:off x="2640" y="20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74" name="Rectangle 586"/>
            <p:cNvSpPr>
              <a:spLocks noChangeArrowheads="1"/>
            </p:cNvSpPr>
            <p:nvPr/>
          </p:nvSpPr>
          <p:spPr bwMode="auto">
            <a:xfrm>
              <a:off x="2640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75" name="Rectangle 587"/>
            <p:cNvSpPr>
              <a:spLocks noChangeArrowheads="1"/>
            </p:cNvSpPr>
            <p:nvPr/>
          </p:nvSpPr>
          <p:spPr bwMode="auto">
            <a:xfrm>
              <a:off x="2640" y="25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76" name="Rectangle 588"/>
            <p:cNvSpPr>
              <a:spLocks noChangeArrowheads="1"/>
            </p:cNvSpPr>
            <p:nvPr/>
          </p:nvSpPr>
          <p:spPr bwMode="auto">
            <a:xfrm>
              <a:off x="3456" y="20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9677" name="Rectangle 589"/>
            <p:cNvSpPr>
              <a:spLocks noChangeArrowheads="1"/>
            </p:cNvSpPr>
            <p:nvPr/>
          </p:nvSpPr>
          <p:spPr bwMode="auto">
            <a:xfrm>
              <a:off x="3456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89678" name="Rectangle 590"/>
            <p:cNvSpPr>
              <a:spLocks noChangeArrowheads="1"/>
            </p:cNvSpPr>
            <p:nvPr/>
          </p:nvSpPr>
          <p:spPr bwMode="auto">
            <a:xfrm>
              <a:off x="3696" y="20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79" name="Rectangle 591"/>
            <p:cNvSpPr>
              <a:spLocks noChangeArrowheads="1"/>
            </p:cNvSpPr>
            <p:nvPr/>
          </p:nvSpPr>
          <p:spPr bwMode="auto">
            <a:xfrm>
              <a:off x="3696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9680" name="Rectangle 592"/>
            <p:cNvSpPr>
              <a:spLocks noChangeArrowheads="1"/>
            </p:cNvSpPr>
            <p:nvPr/>
          </p:nvSpPr>
          <p:spPr bwMode="auto">
            <a:xfrm>
              <a:off x="3984" y="10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9681" name="Rectangle 593"/>
            <p:cNvSpPr>
              <a:spLocks noChangeArrowheads="1"/>
            </p:cNvSpPr>
            <p:nvPr/>
          </p:nvSpPr>
          <p:spPr bwMode="auto">
            <a:xfrm>
              <a:off x="3984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82" name="Rectangle 594"/>
            <p:cNvSpPr>
              <a:spLocks noChangeArrowheads="1"/>
            </p:cNvSpPr>
            <p:nvPr/>
          </p:nvSpPr>
          <p:spPr bwMode="auto">
            <a:xfrm>
              <a:off x="3984" y="20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83" name="Rectangle 595"/>
            <p:cNvSpPr>
              <a:spLocks noChangeArrowheads="1"/>
            </p:cNvSpPr>
            <p:nvPr/>
          </p:nvSpPr>
          <p:spPr bwMode="auto">
            <a:xfrm>
              <a:off x="3984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9684" name="Rectangle 596"/>
            <p:cNvSpPr>
              <a:spLocks noChangeArrowheads="1"/>
            </p:cNvSpPr>
            <p:nvPr/>
          </p:nvSpPr>
          <p:spPr bwMode="auto">
            <a:xfrm>
              <a:off x="3984" y="25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sp>
        <p:nvSpPr>
          <p:cNvPr id="89685" name="Line 597"/>
          <p:cNvSpPr>
            <a:spLocks noChangeShapeType="1"/>
          </p:cNvSpPr>
          <p:nvPr/>
        </p:nvSpPr>
        <p:spPr bwMode="auto">
          <a:xfrm>
            <a:off x="7315200" y="1676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9687" name="Line 599"/>
          <p:cNvSpPr>
            <a:spLocks noChangeShapeType="1"/>
          </p:cNvSpPr>
          <p:nvPr/>
        </p:nvSpPr>
        <p:spPr bwMode="auto">
          <a:xfrm>
            <a:off x="7315200" y="2057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9688" name="Line 600"/>
          <p:cNvSpPr>
            <a:spLocks noChangeShapeType="1"/>
          </p:cNvSpPr>
          <p:nvPr/>
        </p:nvSpPr>
        <p:spPr bwMode="auto">
          <a:xfrm>
            <a:off x="7315200" y="2514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9" name="Group 607"/>
          <p:cNvGrpSpPr>
            <a:grpSpLocks/>
          </p:cNvGrpSpPr>
          <p:nvPr/>
        </p:nvGrpSpPr>
        <p:grpSpPr bwMode="auto">
          <a:xfrm>
            <a:off x="2971800" y="1828800"/>
            <a:ext cx="1752600" cy="3505200"/>
            <a:chOff x="1872" y="1440"/>
            <a:chExt cx="1104" cy="2208"/>
          </a:xfrm>
        </p:grpSpPr>
        <p:sp>
          <p:nvSpPr>
            <p:cNvPr id="89689" name="Rectangle 601"/>
            <p:cNvSpPr>
              <a:spLocks noChangeArrowheads="1"/>
            </p:cNvSpPr>
            <p:nvPr/>
          </p:nvSpPr>
          <p:spPr bwMode="auto">
            <a:xfrm>
              <a:off x="1968" y="3312"/>
              <a:ext cx="1008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VNI-Times" pitchFamily="2" charset="0"/>
                </a:rPr>
                <a:t>Thay ñoåi</a:t>
              </a:r>
            </a:p>
          </p:txBody>
        </p:sp>
        <p:sp>
          <p:nvSpPr>
            <p:cNvPr id="89690" name="Line 602"/>
            <p:cNvSpPr>
              <a:spLocks noChangeShapeType="1"/>
            </p:cNvSpPr>
            <p:nvPr/>
          </p:nvSpPr>
          <p:spPr bwMode="auto">
            <a:xfrm flipH="1">
              <a:off x="1872" y="144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92" name="Line 604"/>
            <p:cNvSpPr>
              <a:spLocks noChangeShapeType="1"/>
            </p:cNvSpPr>
            <p:nvPr/>
          </p:nvSpPr>
          <p:spPr bwMode="auto">
            <a:xfrm flipH="1">
              <a:off x="1872" y="172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93" name="Line 605"/>
            <p:cNvSpPr>
              <a:spLocks noChangeShapeType="1"/>
            </p:cNvSpPr>
            <p:nvPr/>
          </p:nvSpPr>
          <p:spPr bwMode="auto">
            <a:xfrm flipH="1">
              <a:off x="1872" y="192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694" name="Line 606"/>
            <p:cNvSpPr>
              <a:spLocks noChangeShapeType="1"/>
            </p:cNvSpPr>
            <p:nvPr/>
          </p:nvSpPr>
          <p:spPr bwMode="auto">
            <a:xfrm>
              <a:off x="2640" y="1440"/>
              <a:ext cx="0" cy="18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9696" name="Rectangle 608"/>
          <p:cNvSpPr>
            <a:spLocks noChangeArrowheads="1"/>
          </p:cNvSpPr>
          <p:nvPr/>
        </p:nvSpPr>
        <p:spPr bwMode="auto">
          <a:xfrm>
            <a:off x="304800" y="5257800"/>
            <a:ext cx="2590800" cy="60960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VNI-Times" pitchFamily="2" charset="0"/>
              </a:rPr>
              <a:t>Caùc oâ khaùc vieát laïi</a:t>
            </a:r>
          </a:p>
        </p:txBody>
      </p:sp>
      <p:sp>
        <p:nvSpPr>
          <p:cNvPr id="89698" name="Rectangle 610"/>
          <p:cNvSpPr>
            <a:spLocks noChangeArrowheads="1"/>
          </p:cNvSpPr>
          <p:nvPr/>
        </p:nvSpPr>
        <p:spPr bwMode="auto">
          <a:xfrm>
            <a:off x="5029200" y="5181600"/>
            <a:ext cx="2057400" cy="6096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VNI-Times" pitchFamily="2" charset="0"/>
              </a:rPr>
              <a:t>Coù P</a:t>
            </a:r>
            <a:r>
              <a:rPr lang="en-US" sz="2400" baseline="-25000">
                <a:latin typeface="VNI-Times" pitchFamily="2" charset="0"/>
              </a:rPr>
              <a:t>3</a:t>
            </a:r>
            <a:r>
              <a:rPr lang="en-US" sz="2400">
                <a:latin typeface="VNI-Times" pitchFamily="2" charset="0"/>
              </a:rPr>
              <a:t>. Tìm L</a:t>
            </a:r>
            <a:r>
              <a:rPr lang="en-US" sz="2400" baseline="-25000">
                <a:latin typeface="VNI-Times" pitchFamily="2" charset="0"/>
              </a:rPr>
              <a:t>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89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8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8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8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8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1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7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1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7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7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500"/>
                            </p:stCondLst>
                            <p:childTnLst>
                              <p:par>
                                <p:cTn id="8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500"/>
                                        <p:tgtEl>
                                          <p:spTgt spid="8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89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89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895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50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7" dur="500"/>
                                        <p:tgtEl>
                                          <p:spTgt spid="89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500"/>
                            </p:stCondLst>
                            <p:childTnLst>
                              <p:par>
                                <p:cTn id="10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895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5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6" dur="500"/>
                                        <p:tgtEl>
                                          <p:spTgt spid="89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2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5" dur="500"/>
                                        <p:tgtEl>
                                          <p:spTgt spid="8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 animBg="1"/>
      <p:bldP spid="89485" grpId="0"/>
      <p:bldP spid="89486" grpId="0"/>
      <p:bldP spid="89487" grpId="0"/>
      <p:bldP spid="89488" grpId="0"/>
      <p:bldP spid="89489" grpId="0"/>
      <p:bldP spid="89490" grpId="0"/>
      <p:bldP spid="89491" grpId="0"/>
      <p:bldP spid="89492" grpId="0"/>
      <p:bldP spid="89493" grpId="0"/>
      <p:bldP spid="89494" grpId="0"/>
      <p:bldP spid="89495" grpId="0"/>
      <p:bldP spid="89496" grpId="0"/>
      <p:bldP spid="89497" grpId="0"/>
      <p:bldP spid="89509" grpId="0"/>
      <p:bldP spid="89513" grpId="0"/>
      <p:bldP spid="89548" grpId="0"/>
      <p:bldP spid="89685" grpId="0" animBg="1"/>
      <p:bldP spid="89687" grpId="0" animBg="1"/>
      <p:bldP spid="89688" grpId="0" animBg="1"/>
      <p:bldP spid="89696" grpId="0" animBg="1"/>
      <p:bldP spid="8969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1143000" y="152400"/>
            <a:ext cx="1143000" cy="3810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400" b="1">
                <a:solidFill>
                  <a:srgbClr val="FF0000"/>
                </a:solidFill>
              </a:rPr>
              <a:t>ìm L</a:t>
            </a:r>
            <a:r>
              <a:rPr lang="en-US" sz="2400" b="1" baseline="-25000">
                <a:solidFill>
                  <a:srgbClr val="FF0000"/>
                </a:solidFill>
              </a:rPr>
              <a:t>4</a:t>
            </a:r>
          </a:p>
        </p:txBody>
      </p:sp>
      <p:graphicFrame>
        <p:nvGraphicFramePr>
          <p:cNvPr id="73733" name="Group 5"/>
          <p:cNvGraphicFramePr>
            <a:graphicFrameLocks noGrp="1"/>
          </p:cNvGraphicFramePr>
          <p:nvPr/>
        </p:nvGraphicFramePr>
        <p:xfrm>
          <a:off x="609600" y="12192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3816" name="Rectangle 88"/>
          <p:cNvSpPr>
            <a:spLocks noChangeArrowheads="1"/>
          </p:cNvSpPr>
          <p:nvPr/>
        </p:nvSpPr>
        <p:spPr bwMode="auto">
          <a:xfrm>
            <a:off x="1981200" y="2781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3817" name="Rectangle 89"/>
          <p:cNvSpPr>
            <a:spLocks noChangeArrowheads="1"/>
          </p:cNvSpPr>
          <p:nvPr/>
        </p:nvSpPr>
        <p:spPr bwMode="auto">
          <a:xfrm>
            <a:off x="2362200" y="2019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4</a:t>
            </a:r>
          </a:p>
        </p:txBody>
      </p:sp>
      <p:sp>
        <p:nvSpPr>
          <p:cNvPr id="73818" name="Rectangle 90"/>
          <p:cNvSpPr>
            <a:spLocks noChangeArrowheads="1"/>
          </p:cNvSpPr>
          <p:nvPr/>
        </p:nvSpPr>
        <p:spPr bwMode="auto">
          <a:xfrm>
            <a:off x="2362200" y="1638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5</a:t>
            </a:r>
          </a:p>
        </p:txBody>
      </p:sp>
      <p:sp>
        <p:nvSpPr>
          <p:cNvPr id="73819" name="Rectangle 91"/>
          <p:cNvSpPr>
            <a:spLocks noChangeArrowheads="1"/>
          </p:cNvSpPr>
          <p:nvPr/>
        </p:nvSpPr>
        <p:spPr bwMode="auto">
          <a:xfrm>
            <a:off x="23622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73820" name="Rectangle 92"/>
          <p:cNvSpPr>
            <a:spLocks noChangeArrowheads="1"/>
          </p:cNvSpPr>
          <p:nvPr/>
        </p:nvSpPr>
        <p:spPr bwMode="auto">
          <a:xfrm>
            <a:off x="28194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11</a:t>
            </a:r>
          </a:p>
        </p:txBody>
      </p:sp>
      <p:sp>
        <p:nvSpPr>
          <p:cNvPr id="73821" name="Rectangle 93"/>
          <p:cNvSpPr>
            <a:spLocks noChangeArrowheads="1"/>
          </p:cNvSpPr>
          <p:nvPr/>
        </p:nvSpPr>
        <p:spPr bwMode="auto">
          <a:xfrm>
            <a:off x="11430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3822" name="Rectangle 94"/>
          <p:cNvSpPr>
            <a:spLocks noChangeArrowheads="1"/>
          </p:cNvSpPr>
          <p:nvPr/>
        </p:nvSpPr>
        <p:spPr bwMode="auto">
          <a:xfrm>
            <a:off x="15240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3823" name="Rectangle 95"/>
          <p:cNvSpPr>
            <a:spLocks noChangeArrowheads="1"/>
          </p:cNvSpPr>
          <p:nvPr/>
        </p:nvSpPr>
        <p:spPr bwMode="auto">
          <a:xfrm>
            <a:off x="23622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3824" name="Rectangle 96"/>
          <p:cNvSpPr>
            <a:spLocks noChangeArrowheads="1"/>
          </p:cNvSpPr>
          <p:nvPr/>
        </p:nvSpPr>
        <p:spPr bwMode="auto">
          <a:xfrm>
            <a:off x="23622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3825" name="Rectangle 97"/>
          <p:cNvSpPr>
            <a:spLocks noChangeArrowheads="1"/>
          </p:cNvSpPr>
          <p:nvPr/>
        </p:nvSpPr>
        <p:spPr bwMode="auto">
          <a:xfrm>
            <a:off x="2362200" y="3657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73826" name="Rectangle 98"/>
          <p:cNvSpPr>
            <a:spLocks noChangeArrowheads="1"/>
          </p:cNvSpPr>
          <p:nvPr/>
        </p:nvSpPr>
        <p:spPr bwMode="auto">
          <a:xfrm>
            <a:off x="2362200" y="4038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73827" name="Rectangle 99"/>
          <p:cNvSpPr>
            <a:spLocks noChangeArrowheads="1"/>
          </p:cNvSpPr>
          <p:nvPr/>
        </p:nvSpPr>
        <p:spPr bwMode="auto">
          <a:xfrm>
            <a:off x="2819400" y="1676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8</a:t>
            </a:r>
          </a:p>
        </p:txBody>
      </p:sp>
      <p:sp>
        <p:nvSpPr>
          <p:cNvPr id="73828" name="Rectangle 100"/>
          <p:cNvSpPr>
            <a:spLocks noChangeArrowheads="1"/>
          </p:cNvSpPr>
          <p:nvPr/>
        </p:nvSpPr>
        <p:spPr bwMode="auto">
          <a:xfrm>
            <a:off x="2819400" y="2057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7</a:t>
            </a:r>
          </a:p>
        </p:txBody>
      </p:sp>
      <p:sp>
        <p:nvSpPr>
          <p:cNvPr id="73829" name="Rectangle 101"/>
          <p:cNvSpPr>
            <a:spLocks noChangeArrowheads="1"/>
          </p:cNvSpPr>
          <p:nvPr/>
        </p:nvSpPr>
        <p:spPr bwMode="auto">
          <a:xfrm>
            <a:off x="28194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73830" name="Rectangle 102"/>
          <p:cNvSpPr>
            <a:spLocks noChangeArrowheads="1"/>
          </p:cNvSpPr>
          <p:nvPr/>
        </p:nvSpPr>
        <p:spPr bwMode="auto">
          <a:xfrm>
            <a:off x="32004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3831" name="Rectangle 103"/>
          <p:cNvSpPr>
            <a:spLocks noChangeArrowheads="1"/>
          </p:cNvSpPr>
          <p:nvPr/>
        </p:nvSpPr>
        <p:spPr bwMode="auto">
          <a:xfrm>
            <a:off x="36576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grpSp>
        <p:nvGrpSpPr>
          <p:cNvPr id="2" name="Group 104"/>
          <p:cNvGrpSpPr>
            <a:grpSpLocks/>
          </p:cNvGrpSpPr>
          <p:nvPr/>
        </p:nvGrpSpPr>
        <p:grpSpPr bwMode="auto">
          <a:xfrm>
            <a:off x="1143000" y="1638300"/>
            <a:ext cx="2895600" cy="2705100"/>
            <a:chOff x="3696" y="1344"/>
            <a:chExt cx="1824" cy="1704"/>
          </a:xfrm>
        </p:grpSpPr>
        <p:sp>
          <p:nvSpPr>
            <p:cNvPr id="73833" name="Rectangle 105"/>
            <p:cNvSpPr>
              <a:spLocks noChangeArrowheads="1"/>
            </p:cNvSpPr>
            <p:nvPr/>
          </p:nvSpPr>
          <p:spPr bwMode="auto">
            <a:xfrm>
              <a:off x="3696" y="18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34" name="Rectangle 106"/>
            <p:cNvSpPr>
              <a:spLocks noChangeArrowheads="1"/>
            </p:cNvSpPr>
            <p:nvPr/>
          </p:nvSpPr>
          <p:spPr bwMode="auto">
            <a:xfrm>
              <a:off x="3936" y="18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35" name="Rectangle 107"/>
            <p:cNvSpPr>
              <a:spLocks noChangeArrowheads="1"/>
            </p:cNvSpPr>
            <p:nvPr/>
          </p:nvSpPr>
          <p:spPr bwMode="auto">
            <a:xfrm>
              <a:off x="4224" y="13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3836" name="Rectangle 108"/>
            <p:cNvSpPr>
              <a:spLocks noChangeArrowheads="1"/>
            </p:cNvSpPr>
            <p:nvPr/>
          </p:nvSpPr>
          <p:spPr bwMode="auto">
            <a:xfrm>
              <a:off x="4224" y="15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73837" name="Rectangle 109"/>
            <p:cNvSpPr>
              <a:spLocks noChangeArrowheads="1"/>
            </p:cNvSpPr>
            <p:nvPr/>
          </p:nvSpPr>
          <p:spPr bwMode="auto">
            <a:xfrm>
              <a:off x="4224" y="18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3838" name="Rectangle 110"/>
            <p:cNvSpPr>
              <a:spLocks noChangeArrowheads="1"/>
            </p:cNvSpPr>
            <p:nvPr/>
          </p:nvSpPr>
          <p:spPr bwMode="auto">
            <a:xfrm>
              <a:off x="4224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39" name="Rectangle 111"/>
            <p:cNvSpPr>
              <a:spLocks noChangeArrowheads="1"/>
            </p:cNvSpPr>
            <p:nvPr/>
          </p:nvSpPr>
          <p:spPr bwMode="auto">
            <a:xfrm>
              <a:off x="4224" y="25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40" name="Rectangle 112"/>
            <p:cNvSpPr>
              <a:spLocks noChangeArrowheads="1"/>
            </p:cNvSpPr>
            <p:nvPr/>
          </p:nvSpPr>
          <p:spPr bwMode="auto">
            <a:xfrm>
              <a:off x="4224" y="28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73841" name="Rectangle 113"/>
            <p:cNvSpPr>
              <a:spLocks noChangeArrowheads="1"/>
            </p:cNvSpPr>
            <p:nvPr/>
          </p:nvSpPr>
          <p:spPr bwMode="auto">
            <a:xfrm>
              <a:off x="4992" y="13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3842" name="Rectangle 114"/>
            <p:cNvSpPr>
              <a:spLocks noChangeArrowheads="1"/>
            </p:cNvSpPr>
            <p:nvPr/>
          </p:nvSpPr>
          <p:spPr bwMode="auto">
            <a:xfrm>
              <a:off x="4992" y="15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-1</a:t>
              </a:r>
            </a:p>
          </p:txBody>
        </p:sp>
        <p:sp>
          <p:nvSpPr>
            <p:cNvPr id="73843" name="Rectangle 115"/>
            <p:cNvSpPr>
              <a:spLocks noChangeArrowheads="1"/>
            </p:cNvSpPr>
            <p:nvPr/>
          </p:nvSpPr>
          <p:spPr bwMode="auto">
            <a:xfrm>
              <a:off x="4992" y="18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3844" name="Rectangle 116"/>
            <p:cNvSpPr>
              <a:spLocks noChangeArrowheads="1"/>
            </p:cNvSpPr>
            <p:nvPr/>
          </p:nvSpPr>
          <p:spPr bwMode="auto">
            <a:xfrm>
              <a:off x="5280" y="184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45" name="Rectangle 117"/>
            <p:cNvSpPr>
              <a:spLocks noChangeArrowheads="1"/>
            </p:cNvSpPr>
            <p:nvPr/>
          </p:nvSpPr>
          <p:spPr bwMode="auto">
            <a:xfrm>
              <a:off x="3696" y="13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3846" name="Rectangle 118"/>
            <p:cNvSpPr>
              <a:spLocks noChangeArrowheads="1"/>
            </p:cNvSpPr>
            <p:nvPr/>
          </p:nvSpPr>
          <p:spPr bwMode="auto">
            <a:xfrm>
              <a:off x="3696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47" name="Rectangle 119"/>
            <p:cNvSpPr>
              <a:spLocks noChangeArrowheads="1"/>
            </p:cNvSpPr>
            <p:nvPr/>
          </p:nvSpPr>
          <p:spPr bwMode="auto">
            <a:xfrm>
              <a:off x="3696" y="228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48" name="Rectangle 120"/>
            <p:cNvSpPr>
              <a:spLocks noChangeArrowheads="1"/>
            </p:cNvSpPr>
            <p:nvPr/>
          </p:nvSpPr>
          <p:spPr bwMode="auto">
            <a:xfrm>
              <a:off x="3696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3849" name="Rectangle 121"/>
            <p:cNvSpPr>
              <a:spLocks noChangeArrowheads="1"/>
            </p:cNvSpPr>
            <p:nvPr/>
          </p:nvSpPr>
          <p:spPr bwMode="auto">
            <a:xfrm>
              <a:off x="3696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3850" name="Rectangle 122"/>
            <p:cNvSpPr>
              <a:spLocks noChangeArrowheads="1"/>
            </p:cNvSpPr>
            <p:nvPr/>
          </p:nvSpPr>
          <p:spPr bwMode="auto">
            <a:xfrm>
              <a:off x="3936" y="13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3851" name="Rectangle 123"/>
            <p:cNvSpPr>
              <a:spLocks noChangeArrowheads="1"/>
            </p:cNvSpPr>
            <p:nvPr/>
          </p:nvSpPr>
          <p:spPr bwMode="auto">
            <a:xfrm>
              <a:off x="3936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3852" name="Rectangle 124"/>
            <p:cNvSpPr>
              <a:spLocks noChangeArrowheads="1"/>
            </p:cNvSpPr>
            <p:nvPr/>
          </p:nvSpPr>
          <p:spPr bwMode="auto">
            <a:xfrm>
              <a:off x="3936" y="23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53" name="Rectangle 125"/>
            <p:cNvSpPr>
              <a:spLocks noChangeArrowheads="1"/>
            </p:cNvSpPr>
            <p:nvPr/>
          </p:nvSpPr>
          <p:spPr bwMode="auto">
            <a:xfrm>
              <a:off x="3936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54" name="Rectangle 126"/>
            <p:cNvSpPr>
              <a:spLocks noChangeArrowheads="1"/>
            </p:cNvSpPr>
            <p:nvPr/>
          </p:nvSpPr>
          <p:spPr bwMode="auto">
            <a:xfrm>
              <a:off x="3936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55" name="Rectangle 127"/>
            <p:cNvSpPr>
              <a:spLocks noChangeArrowheads="1"/>
            </p:cNvSpPr>
            <p:nvPr/>
          </p:nvSpPr>
          <p:spPr bwMode="auto">
            <a:xfrm>
              <a:off x="4752" y="23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3856" name="Rectangle 128"/>
            <p:cNvSpPr>
              <a:spLocks noChangeArrowheads="1"/>
            </p:cNvSpPr>
            <p:nvPr/>
          </p:nvSpPr>
          <p:spPr bwMode="auto">
            <a:xfrm>
              <a:off x="4752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3857" name="Rectangle 129"/>
            <p:cNvSpPr>
              <a:spLocks noChangeArrowheads="1"/>
            </p:cNvSpPr>
            <p:nvPr/>
          </p:nvSpPr>
          <p:spPr bwMode="auto">
            <a:xfrm>
              <a:off x="4752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-6</a:t>
              </a:r>
            </a:p>
          </p:txBody>
        </p:sp>
        <p:sp>
          <p:nvSpPr>
            <p:cNvPr id="73858" name="Rectangle 130"/>
            <p:cNvSpPr>
              <a:spLocks noChangeArrowheads="1"/>
            </p:cNvSpPr>
            <p:nvPr/>
          </p:nvSpPr>
          <p:spPr bwMode="auto">
            <a:xfrm>
              <a:off x="4992" y="23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59" name="Rectangle 131"/>
            <p:cNvSpPr>
              <a:spLocks noChangeArrowheads="1"/>
            </p:cNvSpPr>
            <p:nvPr/>
          </p:nvSpPr>
          <p:spPr bwMode="auto">
            <a:xfrm>
              <a:off x="4992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3860" name="Rectangle 132"/>
            <p:cNvSpPr>
              <a:spLocks noChangeArrowheads="1"/>
            </p:cNvSpPr>
            <p:nvPr/>
          </p:nvSpPr>
          <p:spPr bwMode="auto">
            <a:xfrm>
              <a:off x="4992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  <a:endParaRPr lang="en-US"/>
            </a:p>
          </p:txBody>
        </p:sp>
        <p:sp>
          <p:nvSpPr>
            <p:cNvPr id="73861" name="Rectangle 133"/>
            <p:cNvSpPr>
              <a:spLocks noChangeArrowheads="1"/>
            </p:cNvSpPr>
            <p:nvPr/>
          </p:nvSpPr>
          <p:spPr bwMode="auto">
            <a:xfrm>
              <a:off x="5280" y="13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3862" name="Rectangle 134"/>
            <p:cNvSpPr>
              <a:spLocks noChangeArrowheads="1"/>
            </p:cNvSpPr>
            <p:nvPr/>
          </p:nvSpPr>
          <p:spPr bwMode="auto">
            <a:xfrm>
              <a:off x="5280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63" name="Rectangle 135"/>
            <p:cNvSpPr>
              <a:spLocks noChangeArrowheads="1"/>
            </p:cNvSpPr>
            <p:nvPr/>
          </p:nvSpPr>
          <p:spPr bwMode="auto">
            <a:xfrm>
              <a:off x="5280" y="23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64" name="Rectangle 136"/>
            <p:cNvSpPr>
              <a:spLocks noChangeArrowheads="1"/>
            </p:cNvSpPr>
            <p:nvPr/>
          </p:nvSpPr>
          <p:spPr bwMode="auto">
            <a:xfrm>
              <a:off x="5280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865" name="Rectangle 137"/>
            <p:cNvSpPr>
              <a:spLocks noChangeArrowheads="1"/>
            </p:cNvSpPr>
            <p:nvPr/>
          </p:nvSpPr>
          <p:spPr bwMode="auto">
            <a:xfrm>
              <a:off x="5280" y="28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3" name="Group 138"/>
          <p:cNvGrpSpPr>
            <a:grpSpLocks/>
          </p:cNvGrpSpPr>
          <p:nvPr/>
        </p:nvGrpSpPr>
        <p:grpSpPr bwMode="auto">
          <a:xfrm>
            <a:off x="228600" y="800100"/>
            <a:ext cx="3733800" cy="3505200"/>
            <a:chOff x="3216" y="624"/>
            <a:chExt cx="2352" cy="2208"/>
          </a:xfrm>
        </p:grpSpPr>
        <p:sp>
          <p:nvSpPr>
            <p:cNvPr id="73867" name="Rectangle 139"/>
            <p:cNvSpPr>
              <a:spLocks noChangeArrowheads="1"/>
            </p:cNvSpPr>
            <p:nvPr/>
          </p:nvSpPr>
          <p:spPr bwMode="auto">
            <a:xfrm>
              <a:off x="3216" y="11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3868" name="Rectangle 140"/>
            <p:cNvSpPr>
              <a:spLocks noChangeArrowheads="1"/>
            </p:cNvSpPr>
            <p:nvPr/>
          </p:nvSpPr>
          <p:spPr bwMode="auto">
            <a:xfrm>
              <a:off x="3216" y="13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3869" name="Rectangle 141"/>
            <p:cNvSpPr>
              <a:spLocks noChangeArrowheads="1"/>
            </p:cNvSpPr>
            <p:nvPr/>
          </p:nvSpPr>
          <p:spPr bwMode="auto">
            <a:xfrm>
              <a:off x="3216" y="163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3870" name="Rectangle 142"/>
            <p:cNvSpPr>
              <a:spLocks noChangeArrowheads="1"/>
            </p:cNvSpPr>
            <p:nvPr/>
          </p:nvSpPr>
          <p:spPr bwMode="auto">
            <a:xfrm>
              <a:off x="3216" y="187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3871" name="Rectangle 143"/>
            <p:cNvSpPr>
              <a:spLocks noChangeArrowheads="1"/>
            </p:cNvSpPr>
            <p:nvPr/>
          </p:nvSpPr>
          <p:spPr bwMode="auto">
            <a:xfrm>
              <a:off x="3216" y="211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3872" name="Rectangle 144"/>
            <p:cNvSpPr>
              <a:spLocks noChangeArrowheads="1"/>
            </p:cNvSpPr>
            <p:nvPr/>
          </p:nvSpPr>
          <p:spPr bwMode="auto">
            <a:xfrm>
              <a:off x="3216" y="235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3873" name="Rectangle 145"/>
            <p:cNvSpPr>
              <a:spLocks noChangeArrowheads="1"/>
            </p:cNvSpPr>
            <p:nvPr/>
          </p:nvSpPr>
          <p:spPr bwMode="auto">
            <a:xfrm>
              <a:off x="3216" y="25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3874" name="Rectangle 146"/>
            <p:cNvSpPr>
              <a:spLocks noChangeArrowheads="1"/>
            </p:cNvSpPr>
            <p:nvPr/>
          </p:nvSpPr>
          <p:spPr bwMode="auto">
            <a:xfrm>
              <a:off x="3792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3875" name="Rectangle 147"/>
            <p:cNvSpPr>
              <a:spLocks noChangeArrowheads="1"/>
            </p:cNvSpPr>
            <p:nvPr/>
          </p:nvSpPr>
          <p:spPr bwMode="auto">
            <a:xfrm>
              <a:off x="408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3876" name="Rectangle 148"/>
            <p:cNvSpPr>
              <a:spLocks noChangeArrowheads="1"/>
            </p:cNvSpPr>
            <p:nvPr/>
          </p:nvSpPr>
          <p:spPr bwMode="auto">
            <a:xfrm>
              <a:off x="432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3877" name="Rectangle 149"/>
            <p:cNvSpPr>
              <a:spLocks noChangeArrowheads="1"/>
            </p:cNvSpPr>
            <p:nvPr/>
          </p:nvSpPr>
          <p:spPr bwMode="auto">
            <a:xfrm>
              <a:off x="4608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3878" name="Rectangle 150"/>
            <p:cNvSpPr>
              <a:spLocks noChangeArrowheads="1"/>
            </p:cNvSpPr>
            <p:nvPr/>
          </p:nvSpPr>
          <p:spPr bwMode="auto">
            <a:xfrm>
              <a:off x="489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3879" name="Rectangle 151"/>
            <p:cNvSpPr>
              <a:spLocks noChangeArrowheads="1"/>
            </p:cNvSpPr>
            <p:nvPr/>
          </p:nvSpPr>
          <p:spPr bwMode="auto">
            <a:xfrm>
              <a:off x="513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3880" name="Rectangle 152"/>
            <p:cNvSpPr>
              <a:spLocks noChangeArrowheads="1"/>
            </p:cNvSpPr>
            <p:nvPr/>
          </p:nvSpPr>
          <p:spPr bwMode="auto">
            <a:xfrm>
              <a:off x="5424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graphicFrame>
        <p:nvGraphicFramePr>
          <p:cNvPr id="73881" name="Group 153"/>
          <p:cNvGraphicFramePr>
            <a:graphicFrameLocks noGrp="1"/>
          </p:cNvGraphicFramePr>
          <p:nvPr/>
        </p:nvGraphicFramePr>
        <p:xfrm>
          <a:off x="5257800" y="12192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3968" name="Rectangle 240"/>
          <p:cNvSpPr>
            <a:spLocks noChangeArrowheads="1"/>
          </p:cNvSpPr>
          <p:nvPr/>
        </p:nvSpPr>
        <p:spPr bwMode="auto">
          <a:xfrm>
            <a:off x="7467600" y="2400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11</a:t>
            </a:r>
          </a:p>
        </p:txBody>
      </p:sp>
      <p:sp>
        <p:nvSpPr>
          <p:cNvPr id="73972" name="Rectangle 244"/>
          <p:cNvSpPr>
            <a:spLocks noChangeArrowheads="1"/>
          </p:cNvSpPr>
          <p:nvPr/>
        </p:nvSpPr>
        <p:spPr bwMode="auto">
          <a:xfrm>
            <a:off x="70104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3975" name="Rectangle 247"/>
          <p:cNvSpPr>
            <a:spLocks noChangeArrowheads="1"/>
          </p:cNvSpPr>
          <p:nvPr/>
        </p:nvSpPr>
        <p:spPr bwMode="auto">
          <a:xfrm>
            <a:off x="7467600" y="1676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8</a:t>
            </a:r>
          </a:p>
        </p:txBody>
      </p:sp>
      <p:sp>
        <p:nvSpPr>
          <p:cNvPr id="73976" name="Rectangle 248"/>
          <p:cNvSpPr>
            <a:spLocks noChangeArrowheads="1"/>
          </p:cNvSpPr>
          <p:nvPr/>
        </p:nvSpPr>
        <p:spPr bwMode="auto">
          <a:xfrm>
            <a:off x="7467600" y="2057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7</a:t>
            </a:r>
          </a:p>
        </p:txBody>
      </p:sp>
      <p:sp>
        <p:nvSpPr>
          <p:cNvPr id="73977" name="Rectangle 249"/>
          <p:cNvSpPr>
            <a:spLocks noChangeArrowheads="1"/>
          </p:cNvSpPr>
          <p:nvPr/>
        </p:nvSpPr>
        <p:spPr bwMode="auto">
          <a:xfrm>
            <a:off x="7467600" y="281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73986" name="Rectangle 258"/>
          <p:cNvSpPr>
            <a:spLocks noChangeArrowheads="1"/>
          </p:cNvSpPr>
          <p:nvPr/>
        </p:nvSpPr>
        <p:spPr bwMode="auto">
          <a:xfrm>
            <a:off x="6629400" y="3162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3995" name="Rectangle 267"/>
          <p:cNvSpPr>
            <a:spLocks noChangeArrowheads="1"/>
          </p:cNvSpPr>
          <p:nvPr/>
        </p:nvSpPr>
        <p:spPr bwMode="auto">
          <a:xfrm>
            <a:off x="5791200" y="31242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4000" name="Rectangle 272"/>
          <p:cNvSpPr>
            <a:spLocks noChangeArrowheads="1"/>
          </p:cNvSpPr>
          <p:nvPr/>
        </p:nvSpPr>
        <p:spPr bwMode="auto">
          <a:xfrm>
            <a:off x="61722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4003" name="Rectangle 275"/>
          <p:cNvSpPr>
            <a:spLocks noChangeArrowheads="1"/>
          </p:cNvSpPr>
          <p:nvPr/>
        </p:nvSpPr>
        <p:spPr bwMode="auto">
          <a:xfrm>
            <a:off x="74676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4004" name="Rectangle 276"/>
          <p:cNvSpPr>
            <a:spLocks noChangeArrowheads="1"/>
          </p:cNvSpPr>
          <p:nvPr/>
        </p:nvSpPr>
        <p:spPr bwMode="auto">
          <a:xfrm>
            <a:off x="7467600" y="3657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74005" name="Rectangle 277"/>
          <p:cNvSpPr>
            <a:spLocks noChangeArrowheads="1"/>
          </p:cNvSpPr>
          <p:nvPr/>
        </p:nvSpPr>
        <p:spPr bwMode="auto">
          <a:xfrm>
            <a:off x="7467600" y="4038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sp>
        <p:nvSpPr>
          <p:cNvPr id="74006" name="Rectangle 278"/>
          <p:cNvSpPr>
            <a:spLocks noChangeArrowheads="1"/>
          </p:cNvSpPr>
          <p:nvPr/>
        </p:nvSpPr>
        <p:spPr bwMode="auto">
          <a:xfrm>
            <a:off x="78486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4011" name="Rectangle 283"/>
          <p:cNvSpPr>
            <a:spLocks noChangeArrowheads="1"/>
          </p:cNvSpPr>
          <p:nvPr/>
        </p:nvSpPr>
        <p:spPr bwMode="auto">
          <a:xfrm>
            <a:off x="8305800" y="3200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grpSp>
        <p:nvGrpSpPr>
          <p:cNvPr id="4" name="Group 317"/>
          <p:cNvGrpSpPr>
            <a:grpSpLocks/>
          </p:cNvGrpSpPr>
          <p:nvPr/>
        </p:nvGrpSpPr>
        <p:grpSpPr bwMode="auto">
          <a:xfrm>
            <a:off x="5791200" y="1638300"/>
            <a:ext cx="2895600" cy="2705100"/>
            <a:chOff x="3648" y="1032"/>
            <a:chExt cx="1824" cy="1704"/>
          </a:xfrm>
        </p:grpSpPr>
        <p:sp>
          <p:nvSpPr>
            <p:cNvPr id="73964" name="Rectangle 236"/>
            <p:cNvSpPr>
              <a:spLocks noChangeArrowheads="1"/>
            </p:cNvSpPr>
            <p:nvPr/>
          </p:nvSpPr>
          <p:spPr bwMode="auto">
            <a:xfrm>
              <a:off x="4176" y="17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65" name="Rectangle 237"/>
            <p:cNvSpPr>
              <a:spLocks noChangeArrowheads="1"/>
            </p:cNvSpPr>
            <p:nvPr/>
          </p:nvSpPr>
          <p:spPr bwMode="auto">
            <a:xfrm>
              <a:off x="4416" y="12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73966" name="Rectangle 238"/>
            <p:cNvSpPr>
              <a:spLocks noChangeArrowheads="1"/>
            </p:cNvSpPr>
            <p:nvPr/>
          </p:nvSpPr>
          <p:spPr bwMode="auto">
            <a:xfrm>
              <a:off x="4416" y="10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73967" name="Rectangle 239"/>
            <p:cNvSpPr>
              <a:spLocks noChangeArrowheads="1"/>
            </p:cNvSpPr>
            <p:nvPr/>
          </p:nvSpPr>
          <p:spPr bwMode="auto">
            <a:xfrm>
              <a:off x="4416" y="15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73969" name="Rectangle 241"/>
            <p:cNvSpPr>
              <a:spLocks noChangeArrowheads="1"/>
            </p:cNvSpPr>
            <p:nvPr/>
          </p:nvSpPr>
          <p:spPr bwMode="auto">
            <a:xfrm>
              <a:off x="3648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70" name="Rectangle 242"/>
            <p:cNvSpPr>
              <a:spLocks noChangeArrowheads="1"/>
            </p:cNvSpPr>
            <p:nvPr/>
          </p:nvSpPr>
          <p:spPr bwMode="auto">
            <a:xfrm>
              <a:off x="3888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71" name="Rectangle 243"/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3973" name="Rectangle 245"/>
            <p:cNvSpPr>
              <a:spLocks noChangeArrowheads="1"/>
            </p:cNvSpPr>
            <p:nvPr/>
          </p:nvSpPr>
          <p:spPr bwMode="auto">
            <a:xfrm>
              <a:off x="4416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73974" name="Rectangle 246"/>
            <p:cNvSpPr>
              <a:spLocks noChangeArrowheads="1"/>
            </p:cNvSpPr>
            <p:nvPr/>
          </p:nvSpPr>
          <p:spPr bwMode="auto">
            <a:xfrm>
              <a:off x="4416" y="25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73978" name="Rectangle 250"/>
            <p:cNvSpPr>
              <a:spLocks noChangeArrowheads="1"/>
            </p:cNvSpPr>
            <p:nvPr/>
          </p:nvSpPr>
          <p:spPr bwMode="auto">
            <a:xfrm>
              <a:off x="4944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79" name="Rectangle 251"/>
            <p:cNvSpPr>
              <a:spLocks noChangeArrowheads="1"/>
            </p:cNvSpPr>
            <p:nvPr/>
          </p:nvSpPr>
          <p:spPr bwMode="auto">
            <a:xfrm>
              <a:off x="5232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81" name="Rectangle 253"/>
            <p:cNvSpPr>
              <a:spLocks noChangeArrowheads="1"/>
            </p:cNvSpPr>
            <p:nvPr/>
          </p:nvSpPr>
          <p:spPr bwMode="auto">
            <a:xfrm>
              <a:off x="3648" y="15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82" name="Rectangle 254"/>
            <p:cNvSpPr>
              <a:spLocks noChangeArrowheads="1"/>
            </p:cNvSpPr>
            <p:nvPr/>
          </p:nvSpPr>
          <p:spPr bwMode="auto">
            <a:xfrm>
              <a:off x="3888" y="15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83" name="Rectangle 255"/>
            <p:cNvSpPr>
              <a:spLocks noChangeArrowheads="1"/>
            </p:cNvSpPr>
            <p:nvPr/>
          </p:nvSpPr>
          <p:spPr bwMode="auto">
            <a:xfrm>
              <a:off x="4176" y="10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3984" name="Rectangle 256"/>
            <p:cNvSpPr>
              <a:spLocks noChangeArrowheads="1"/>
            </p:cNvSpPr>
            <p:nvPr/>
          </p:nvSpPr>
          <p:spPr bwMode="auto">
            <a:xfrm>
              <a:off x="4176" y="12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73985" name="Rectangle 257"/>
            <p:cNvSpPr>
              <a:spLocks noChangeArrowheads="1"/>
            </p:cNvSpPr>
            <p:nvPr/>
          </p:nvSpPr>
          <p:spPr bwMode="auto">
            <a:xfrm>
              <a:off x="4176" y="15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3987" name="Rectangle 259"/>
            <p:cNvSpPr>
              <a:spLocks noChangeArrowheads="1"/>
            </p:cNvSpPr>
            <p:nvPr/>
          </p:nvSpPr>
          <p:spPr bwMode="auto">
            <a:xfrm>
              <a:off x="4176" y="22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88" name="Rectangle 260"/>
            <p:cNvSpPr>
              <a:spLocks noChangeArrowheads="1"/>
            </p:cNvSpPr>
            <p:nvPr/>
          </p:nvSpPr>
          <p:spPr bwMode="auto">
            <a:xfrm>
              <a:off x="4176" y="25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73989" name="Rectangle 261"/>
            <p:cNvSpPr>
              <a:spLocks noChangeArrowheads="1"/>
            </p:cNvSpPr>
            <p:nvPr/>
          </p:nvSpPr>
          <p:spPr bwMode="auto">
            <a:xfrm>
              <a:off x="4944" y="10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3990" name="Rectangle 262"/>
            <p:cNvSpPr>
              <a:spLocks noChangeArrowheads="1"/>
            </p:cNvSpPr>
            <p:nvPr/>
          </p:nvSpPr>
          <p:spPr bwMode="auto">
            <a:xfrm>
              <a:off x="4944" y="12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-1</a:t>
              </a:r>
            </a:p>
          </p:txBody>
        </p:sp>
        <p:sp>
          <p:nvSpPr>
            <p:cNvPr id="73991" name="Rectangle 263"/>
            <p:cNvSpPr>
              <a:spLocks noChangeArrowheads="1"/>
            </p:cNvSpPr>
            <p:nvPr/>
          </p:nvSpPr>
          <p:spPr bwMode="auto">
            <a:xfrm>
              <a:off x="4944" y="15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3992" name="Rectangle 264"/>
            <p:cNvSpPr>
              <a:spLocks noChangeArrowheads="1"/>
            </p:cNvSpPr>
            <p:nvPr/>
          </p:nvSpPr>
          <p:spPr bwMode="auto">
            <a:xfrm>
              <a:off x="5232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93" name="Rectangle 265"/>
            <p:cNvSpPr>
              <a:spLocks noChangeArrowheads="1"/>
            </p:cNvSpPr>
            <p:nvPr/>
          </p:nvSpPr>
          <p:spPr bwMode="auto">
            <a:xfrm>
              <a:off x="3648" y="10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3994" name="Rectangle 266"/>
            <p:cNvSpPr>
              <a:spLocks noChangeArrowheads="1"/>
            </p:cNvSpPr>
            <p:nvPr/>
          </p:nvSpPr>
          <p:spPr bwMode="auto">
            <a:xfrm>
              <a:off x="3648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3996" name="Rectangle 268"/>
            <p:cNvSpPr>
              <a:spLocks noChangeArrowheads="1"/>
            </p:cNvSpPr>
            <p:nvPr/>
          </p:nvSpPr>
          <p:spPr bwMode="auto">
            <a:xfrm>
              <a:off x="3648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3997" name="Rectangle 269"/>
            <p:cNvSpPr>
              <a:spLocks noChangeArrowheads="1"/>
            </p:cNvSpPr>
            <p:nvPr/>
          </p:nvSpPr>
          <p:spPr bwMode="auto">
            <a:xfrm>
              <a:off x="3648" y="25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3998" name="Rectangle 270"/>
            <p:cNvSpPr>
              <a:spLocks noChangeArrowheads="1"/>
            </p:cNvSpPr>
            <p:nvPr/>
          </p:nvSpPr>
          <p:spPr bwMode="auto">
            <a:xfrm>
              <a:off x="3888" y="10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3999" name="Rectangle 271"/>
            <p:cNvSpPr>
              <a:spLocks noChangeArrowheads="1"/>
            </p:cNvSpPr>
            <p:nvPr/>
          </p:nvSpPr>
          <p:spPr bwMode="auto">
            <a:xfrm>
              <a:off x="3888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001" name="Rectangle 273"/>
            <p:cNvSpPr>
              <a:spLocks noChangeArrowheads="1"/>
            </p:cNvSpPr>
            <p:nvPr/>
          </p:nvSpPr>
          <p:spPr bwMode="auto">
            <a:xfrm>
              <a:off x="3888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4002" name="Rectangle 274"/>
            <p:cNvSpPr>
              <a:spLocks noChangeArrowheads="1"/>
            </p:cNvSpPr>
            <p:nvPr/>
          </p:nvSpPr>
          <p:spPr bwMode="auto">
            <a:xfrm>
              <a:off x="3888" y="25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4007" name="Rectangle 279"/>
            <p:cNvSpPr>
              <a:spLocks noChangeArrowheads="1"/>
            </p:cNvSpPr>
            <p:nvPr/>
          </p:nvSpPr>
          <p:spPr bwMode="auto">
            <a:xfrm>
              <a:off x="4944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4008" name="Rectangle 280"/>
            <p:cNvSpPr>
              <a:spLocks noChangeArrowheads="1"/>
            </p:cNvSpPr>
            <p:nvPr/>
          </p:nvSpPr>
          <p:spPr bwMode="auto">
            <a:xfrm>
              <a:off x="4944" y="25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  <a:endParaRPr lang="en-US"/>
            </a:p>
          </p:txBody>
        </p:sp>
        <p:sp>
          <p:nvSpPr>
            <p:cNvPr id="74009" name="Rectangle 281"/>
            <p:cNvSpPr>
              <a:spLocks noChangeArrowheads="1"/>
            </p:cNvSpPr>
            <p:nvPr/>
          </p:nvSpPr>
          <p:spPr bwMode="auto">
            <a:xfrm>
              <a:off x="5232" y="10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4010" name="Rectangle 282"/>
            <p:cNvSpPr>
              <a:spLocks noChangeArrowheads="1"/>
            </p:cNvSpPr>
            <p:nvPr/>
          </p:nvSpPr>
          <p:spPr bwMode="auto">
            <a:xfrm>
              <a:off x="5232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4012" name="Rectangle 284"/>
            <p:cNvSpPr>
              <a:spLocks noChangeArrowheads="1"/>
            </p:cNvSpPr>
            <p:nvPr/>
          </p:nvSpPr>
          <p:spPr bwMode="auto">
            <a:xfrm>
              <a:off x="5232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4013" name="Rectangle 285"/>
            <p:cNvSpPr>
              <a:spLocks noChangeArrowheads="1"/>
            </p:cNvSpPr>
            <p:nvPr/>
          </p:nvSpPr>
          <p:spPr bwMode="auto">
            <a:xfrm>
              <a:off x="5232" y="25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5" name="Group 286"/>
          <p:cNvGrpSpPr>
            <a:grpSpLocks/>
          </p:cNvGrpSpPr>
          <p:nvPr/>
        </p:nvGrpSpPr>
        <p:grpSpPr bwMode="auto">
          <a:xfrm>
            <a:off x="4876800" y="800100"/>
            <a:ext cx="3733800" cy="3505200"/>
            <a:chOff x="3216" y="624"/>
            <a:chExt cx="2352" cy="2208"/>
          </a:xfrm>
        </p:grpSpPr>
        <p:sp>
          <p:nvSpPr>
            <p:cNvPr id="74015" name="Rectangle 287"/>
            <p:cNvSpPr>
              <a:spLocks noChangeArrowheads="1"/>
            </p:cNvSpPr>
            <p:nvPr/>
          </p:nvSpPr>
          <p:spPr bwMode="auto">
            <a:xfrm>
              <a:off x="3216" y="11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4016" name="Rectangle 288"/>
            <p:cNvSpPr>
              <a:spLocks noChangeArrowheads="1"/>
            </p:cNvSpPr>
            <p:nvPr/>
          </p:nvSpPr>
          <p:spPr bwMode="auto">
            <a:xfrm>
              <a:off x="3216" y="13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4017" name="Rectangle 289"/>
            <p:cNvSpPr>
              <a:spLocks noChangeArrowheads="1"/>
            </p:cNvSpPr>
            <p:nvPr/>
          </p:nvSpPr>
          <p:spPr bwMode="auto">
            <a:xfrm>
              <a:off x="3216" y="163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4018" name="Rectangle 290"/>
            <p:cNvSpPr>
              <a:spLocks noChangeArrowheads="1"/>
            </p:cNvSpPr>
            <p:nvPr/>
          </p:nvSpPr>
          <p:spPr bwMode="auto">
            <a:xfrm>
              <a:off x="3216" y="187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4019" name="Rectangle 291"/>
            <p:cNvSpPr>
              <a:spLocks noChangeArrowheads="1"/>
            </p:cNvSpPr>
            <p:nvPr/>
          </p:nvSpPr>
          <p:spPr bwMode="auto">
            <a:xfrm>
              <a:off x="3216" y="211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4020" name="Rectangle 292"/>
            <p:cNvSpPr>
              <a:spLocks noChangeArrowheads="1"/>
            </p:cNvSpPr>
            <p:nvPr/>
          </p:nvSpPr>
          <p:spPr bwMode="auto">
            <a:xfrm>
              <a:off x="3216" y="235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4021" name="Rectangle 293"/>
            <p:cNvSpPr>
              <a:spLocks noChangeArrowheads="1"/>
            </p:cNvSpPr>
            <p:nvPr/>
          </p:nvSpPr>
          <p:spPr bwMode="auto">
            <a:xfrm>
              <a:off x="3216" y="25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4022" name="Rectangle 294"/>
            <p:cNvSpPr>
              <a:spLocks noChangeArrowheads="1"/>
            </p:cNvSpPr>
            <p:nvPr/>
          </p:nvSpPr>
          <p:spPr bwMode="auto">
            <a:xfrm>
              <a:off x="3792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4023" name="Rectangle 295"/>
            <p:cNvSpPr>
              <a:spLocks noChangeArrowheads="1"/>
            </p:cNvSpPr>
            <p:nvPr/>
          </p:nvSpPr>
          <p:spPr bwMode="auto">
            <a:xfrm>
              <a:off x="408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4024" name="Rectangle 296"/>
            <p:cNvSpPr>
              <a:spLocks noChangeArrowheads="1"/>
            </p:cNvSpPr>
            <p:nvPr/>
          </p:nvSpPr>
          <p:spPr bwMode="auto">
            <a:xfrm>
              <a:off x="432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4025" name="Rectangle 297"/>
            <p:cNvSpPr>
              <a:spLocks noChangeArrowheads="1"/>
            </p:cNvSpPr>
            <p:nvPr/>
          </p:nvSpPr>
          <p:spPr bwMode="auto">
            <a:xfrm>
              <a:off x="4608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4026" name="Rectangle 298"/>
            <p:cNvSpPr>
              <a:spLocks noChangeArrowheads="1"/>
            </p:cNvSpPr>
            <p:nvPr/>
          </p:nvSpPr>
          <p:spPr bwMode="auto">
            <a:xfrm>
              <a:off x="489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4027" name="Rectangle 299"/>
            <p:cNvSpPr>
              <a:spLocks noChangeArrowheads="1"/>
            </p:cNvSpPr>
            <p:nvPr/>
          </p:nvSpPr>
          <p:spPr bwMode="auto">
            <a:xfrm>
              <a:off x="513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4028" name="Rectangle 300"/>
            <p:cNvSpPr>
              <a:spLocks noChangeArrowheads="1"/>
            </p:cNvSpPr>
            <p:nvPr/>
          </p:nvSpPr>
          <p:spPr bwMode="auto">
            <a:xfrm>
              <a:off x="5424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grpSp>
        <p:nvGrpSpPr>
          <p:cNvPr id="6" name="Group 307"/>
          <p:cNvGrpSpPr>
            <a:grpSpLocks/>
          </p:cNvGrpSpPr>
          <p:nvPr/>
        </p:nvGrpSpPr>
        <p:grpSpPr bwMode="auto">
          <a:xfrm>
            <a:off x="1066800" y="1447800"/>
            <a:ext cx="2971800" cy="2819400"/>
            <a:chOff x="672" y="912"/>
            <a:chExt cx="1872" cy="1776"/>
          </a:xfrm>
        </p:grpSpPr>
        <p:sp>
          <p:nvSpPr>
            <p:cNvPr id="74033" name="Line 305"/>
            <p:cNvSpPr>
              <a:spLocks noChangeShapeType="1"/>
            </p:cNvSpPr>
            <p:nvPr/>
          </p:nvSpPr>
          <p:spPr bwMode="auto">
            <a:xfrm>
              <a:off x="1968" y="912"/>
              <a:ext cx="0" cy="17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034" name="Line 306"/>
            <p:cNvSpPr>
              <a:spLocks noChangeShapeType="1"/>
            </p:cNvSpPr>
            <p:nvPr/>
          </p:nvSpPr>
          <p:spPr bwMode="auto">
            <a:xfrm>
              <a:off x="672" y="2208"/>
              <a:ext cx="1872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18"/>
          <p:cNvGrpSpPr>
            <a:grpSpLocks/>
          </p:cNvGrpSpPr>
          <p:nvPr/>
        </p:nvGrpSpPr>
        <p:grpSpPr bwMode="auto">
          <a:xfrm>
            <a:off x="3124200" y="3352800"/>
            <a:ext cx="5257800" cy="2286000"/>
            <a:chOff x="1968" y="2112"/>
            <a:chExt cx="3312" cy="1440"/>
          </a:xfrm>
        </p:grpSpPr>
        <p:sp>
          <p:nvSpPr>
            <p:cNvPr id="74036" name="Rectangle 308"/>
            <p:cNvSpPr>
              <a:spLocks noChangeArrowheads="1"/>
            </p:cNvSpPr>
            <p:nvPr/>
          </p:nvSpPr>
          <p:spPr bwMode="auto">
            <a:xfrm>
              <a:off x="1968" y="3216"/>
              <a:ext cx="144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VNI-Times" pitchFamily="2" charset="0"/>
                </a:rPr>
                <a:t>Vì laø </a:t>
              </a:r>
              <a:r>
                <a:rPr lang="en-US" b="1">
                  <a:sym typeface="Symbol" pitchFamily="18" charset="2"/>
                </a:rPr>
                <a:t></a:t>
              </a:r>
              <a:r>
                <a:rPr lang="en-US"/>
                <a:t> </a:t>
              </a:r>
              <a:r>
                <a:rPr lang="en-US">
                  <a:latin typeface="VNI-Times" pitchFamily="2" charset="0"/>
                </a:rPr>
                <a:t>heát neân vieát laïi</a:t>
              </a:r>
            </a:p>
          </p:txBody>
        </p:sp>
        <p:sp>
          <p:nvSpPr>
            <p:cNvPr id="74037" name="Line 309"/>
            <p:cNvSpPr>
              <a:spLocks noChangeShapeType="1"/>
            </p:cNvSpPr>
            <p:nvPr/>
          </p:nvSpPr>
          <p:spPr bwMode="auto">
            <a:xfrm flipV="1">
              <a:off x="3696" y="2160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038" name="Line 310"/>
            <p:cNvSpPr>
              <a:spLocks noChangeShapeType="1"/>
            </p:cNvSpPr>
            <p:nvPr/>
          </p:nvSpPr>
          <p:spPr bwMode="auto">
            <a:xfrm flipV="1">
              <a:off x="3984" y="2160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039" name="Line 311"/>
            <p:cNvSpPr>
              <a:spLocks noChangeShapeType="1"/>
            </p:cNvSpPr>
            <p:nvPr/>
          </p:nvSpPr>
          <p:spPr bwMode="auto">
            <a:xfrm flipV="1">
              <a:off x="4272" y="2160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040" name="Line 312"/>
            <p:cNvSpPr>
              <a:spLocks noChangeShapeType="1"/>
            </p:cNvSpPr>
            <p:nvPr/>
          </p:nvSpPr>
          <p:spPr bwMode="auto">
            <a:xfrm flipV="1">
              <a:off x="4512" y="2112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041" name="Line 313"/>
            <p:cNvSpPr>
              <a:spLocks noChangeShapeType="1"/>
            </p:cNvSpPr>
            <p:nvPr/>
          </p:nvSpPr>
          <p:spPr bwMode="auto">
            <a:xfrm flipV="1">
              <a:off x="5040" y="2112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042" name="Line 314"/>
            <p:cNvSpPr>
              <a:spLocks noChangeShapeType="1"/>
            </p:cNvSpPr>
            <p:nvPr/>
          </p:nvSpPr>
          <p:spPr bwMode="auto">
            <a:xfrm flipV="1">
              <a:off x="5280" y="2112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043" name="Line 315"/>
            <p:cNvSpPr>
              <a:spLocks noChangeShapeType="1"/>
            </p:cNvSpPr>
            <p:nvPr/>
          </p:nvSpPr>
          <p:spPr bwMode="auto">
            <a:xfrm flipH="1">
              <a:off x="3408" y="3360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4047" name="Rectangle 319"/>
          <p:cNvSpPr>
            <a:spLocks noChangeArrowheads="1"/>
          </p:cNvSpPr>
          <p:nvPr/>
        </p:nvSpPr>
        <p:spPr bwMode="auto">
          <a:xfrm>
            <a:off x="533400" y="5029200"/>
            <a:ext cx="1828800" cy="6096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VNI-Times" pitchFamily="2" charset="0"/>
              </a:rPr>
              <a:t>Coù L</a:t>
            </a:r>
            <a:r>
              <a:rPr lang="en-US" sz="2400" baseline="-25000">
                <a:latin typeface="VNI-Times" pitchFamily="2" charset="0"/>
              </a:rPr>
              <a:t>4</a:t>
            </a:r>
            <a:r>
              <a:rPr lang="en-US" sz="2400">
                <a:latin typeface="VNI-Times" pitchFamily="2" charset="0"/>
              </a:rPr>
              <a:t>. Tìm P</a:t>
            </a:r>
            <a:r>
              <a:rPr lang="en-US" sz="2400" baseline="-25000">
                <a:latin typeface="VNI-Times" pitchFamily="2" charset="0"/>
              </a:rPr>
              <a:t>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73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7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7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7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7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73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73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7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7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7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7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7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7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7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7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739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6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739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7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739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7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739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7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" dur="500"/>
                                        <p:tgtEl>
                                          <p:spTgt spid="740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00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500"/>
                                        <p:tgtEl>
                                          <p:spTgt spid="740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00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740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00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739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9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740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00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0" dur="500"/>
                                        <p:tgtEl>
                                          <p:spTgt spid="739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8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739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7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6" dur="500"/>
                                        <p:tgtEl>
                                          <p:spTgt spid="740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00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500"/>
                                        <p:tgtEl>
                                          <p:spTgt spid="740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0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4" dur="500"/>
                                        <p:tgtEl>
                                          <p:spTgt spid="7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 animBg="1"/>
      <p:bldP spid="73816" grpId="0"/>
      <p:bldP spid="73817" grpId="0"/>
      <p:bldP spid="73818" grpId="0"/>
      <p:bldP spid="73819" grpId="0"/>
      <p:bldP spid="73820" grpId="0"/>
      <p:bldP spid="73821" grpId="0"/>
      <p:bldP spid="73822" grpId="0"/>
      <p:bldP spid="73823" grpId="0"/>
      <p:bldP spid="73824" grpId="0"/>
      <p:bldP spid="73825" grpId="0"/>
      <p:bldP spid="73826" grpId="0"/>
      <p:bldP spid="73827" grpId="0"/>
      <p:bldP spid="73828" grpId="0"/>
      <p:bldP spid="73829" grpId="0"/>
      <p:bldP spid="73830" grpId="0"/>
      <p:bldP spid="73831" grpId="0"/>
      <p:bldP spid="73968" grpId="0"/>
      <p:bldP spid="73972" grpId="0"/>
      <p:bldP spid="73975" grpId="0"/>
      <p:bldP spid="73976" grpId="0"/>
      <p:bldP spid="73977" grpId="0"/>
      <p:bldP spid="73986" grpId="0"/>
      <p:bldP spid="73995" grpId="0"/>
      <p:bldP spid="74000" grpId="0"/>
      <p:bldP spid="74003" grpId="0"/>
      <p:bldP spid="74004" grpId="0"/>
      <p:bldP spid="74005" grpId="0"/>
      <p:bldP spid="74006" grpId="0"/>
      <p:bldP spid="74011" grpId="0"/>
      <p:bldP spid="7404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6" name="Group 4"/>
          <p:cNvGraphicFramePr>
            <a:graphicFrameLocks noGrp="1"/>
          </p:cNvGraphicFramePr>
          <p:nvPr/>
        </p:nvGraphicFramePr>
        <p:xfrm>
          <a:off x="762000" y="838200"/>
          <a:ext cx="3352800" cy="3263265"/>
        </p:xfrm>
        <a:graphic>
          <a:graphicData uri="http://schemas.openxmlformats.org/drawingml/2006/table">
            <a:tbl>
              <a:tblPr/>
              <a:tblGrid>
                <a:gridCol w="490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4839" name="Rectangle 87"/>
          <p:cNvSpPr>
            <a:spLocks noChangeArrowheads="1"/>
          </p:cNvSpPr>
          <p:nvPr/>
        </p:nvSpPr>
        <p:spPr bwMode="auto">
          <a:xfrm>
            <a:off x="381000" y="1219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4840" name="Rectangle 88"/>
          <p:cNvSpPr>
            <a:spLocks noChangeArrowheads="1"/>
          </p:cNvSpPr>
          <p:nvPr/>
        </p:nvSpPr>
        <p:spPr bwMode="auto">
          <a:xfrm>
            <a:off x="381000" y="1600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4841" name="Rectangle 89"/>
          <p:cNvSpPr>
            <a:spLocks noChangeArrowheads="1"/>
          </p:cNvSpPr>
          <p:nvPr/>
        </p:nvSpPr>
        <p:spPr bwMode="auto">
          <a:xfrm>
            <a:off x="381000" y="20574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4842" name="Rectangle 90"/>
          <p:cNvSpPr>
            <a:spLocks noChangeArrowheads="1"/>
          </p:cNvSpPr>
          <p:nvPr/>
        </p:nvSpPr>
        <p:spPr bwMode="auto">
          <a:xfrm>
            <a:off x="381000" y="24384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4843" name="Rectangle 91"/>
          <p:cNvSpPr>
            <a:spLocks noChangeArrowheads="1"/>
          </p:cNvSpPr>
          <p:nvPr/>
        </p:nvSpPr>
        <p:spPr bwMode="auto">
          <a:xfrm>
            <a:off x="381000" y="2895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4844" name="Rectangle 92"/>
          <p:cNvSpPr>
            <a:spLocks noChangeArrowheads="1"/>
          </p:cNvSpPr>
          <p:nvPr/>
        </p:nvSpPr>
        <p:spPr bwMode="auto">
          <a:xfrm>
            <a:off x="381000" y="3276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4845" name="Rectangle 93"/>
          <p:cNvSpPr>
            <a:spLocks noChangeArrowheads="1"/>
          </p:cNvSpPr>
          <p:nvPr/>
        </p:nvSpPr>
        <p:spPr bwMode="auto">
          <a:xfrm>
            <a:off x="1295400" y="4572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4846" name="Rectangle 94"/>
          <p:cNvSpPr>
            <a:spLocks noChangeArrowheads="1"/>
          </p:cNvSpPr>
          <p:nvPr/>
        </p:nvSpPr>
        <p:spPr bwMode="auto">
          <a:xfrm>
            <a:off x="1676400" y="4572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4847" name="Rectangle 95"/>
          <p:cNvSpPr>
            <a:spLocks noChangeArrowheads="1"/>
          </p:cNvSpPr>
          <p:nvPr/>
        </p:nvSpPr>
        <p:spPr bwMode="auto">
          <a:xfrm>
            <a:off x="2133600" y="4572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4848" name="Rectangle 96"/>
          <p:cNvSpPr>
            <a:spLocks noChangeArrowheads="1"/>
          </p:cNvSpPr>
          <p:nvPr/>
        </p:nvSpPr>
        <p:spPr bwMode="auto">
          <a:xfrm>
            <a:off x="2514600" y="4572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4849" name="Rectangle 97"/>
          <p:cNvSpPr>
            <a:spLocks noChangeArrowheads="1"/>
          </p:cNvSpPr>
          <p:nvPr/>
        </p:nvSpPr>
        <p:spPr bwMode="auto">
          <a:xfrm>
            <a:off x="2971800" y="4572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4850" name="Rectangle 98"/>
          <p:cNvSpPr>
            <a:spLocks noChangeArrowheads="1"/>
          </p:cNvSpPr>
          <p:nvPr/>
        </p:nvSpPr>
        <p:spPr bwMode="auto">
          <a:xfrm>
            <a:off x="3429000" y="4572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4851" name="Rectangle 99"/>
          <p:cNvSpPr>
            <a:spLocks noChangeArrowheads="1"/>
          </p:cNvSpPr>
          <p:nvPr/>
        </p:nvSpPr>
        <p:spPr bwMode="auto">
          <a:xfrm>
            <a:off x="3733800" y="4572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4852" name="Rectangle 100"/>
          <p:cNvSpPr>
            <a:spLocks noChangeArrowheads="1"/>
          </p:cNvSpPr>
          <p:nvPr/>
        </p:nvSpPr>
        <p:spPr bwMode="auto">
          <a:xfrm>
            <a:off x="2895600" y="2514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4</a:t>
            </a:r>
          </a:p>
        </p:txBody>
      </p:sp>
      <p:sp>
        <p:nvSpPr>
          <p:cNvPr id="74853" name="Rectangle 101"/>
          <p:cNvSpPr>
            <a:spLocks noChangeArrowheads="1"/>
          </p:cNvSpPr>
          <p:nvPr/>
        </p:nvSpPr>
        <p:spPr bwMode="auto">
          <a:xfrm>
            <a:off x="2514600" y="3352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74854" name="Rectangle 102"/>
          <p:cNvSpPr>
            <a:spLocks noChangeArrowheads="1"/>
          </p:cNvSpPr>
          <p:nvPr/>
        </p:nvSpPr>
        <p:spPr bwMode="auto">
          <a:xfrm>
            <a:off x="2514600" y="3733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74855" name="Rectangle 103"/>
          <p:cNvSpPr>
            <a:spLocks noChangeArrowheads="1"/>
          </p:cNvSpPr>
          <p:nvPr/>
        </p:nvSpPr>
        <p:spPr bwMode="auto">
          <a:xfrm>
            <a:off x="2514600" y="2133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74856" name="Rectangle 104"/>
          <p:cNvSpPr>
            <a:spLocks noChangeArrowheads="1"/>
          </p:cNvSpPr>
          <p:nvPr/>
        </p:nvSpPr>
        <p:spPr bwMode="auto">
          <a:xfrm>
            <a:off x="1295400" y="2514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4857" name="Rectangle 105"/>
          <p:cNvSpPr>
            <a:spLocks noChangeArrowheads="1"/>
          </p:cNvSpPr>
          <p:nvPr/>
        </p:nvSpPr>
        <p:spPr bwMode="auto">
          <a:xfrm>
            <a:off x="1676400" y="2514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4858" name="Rectangle 106"/>
          <p:cNvSpPr>
            <a:spLocks noChangeArrowheads="1"/>
          </p:cNvSpPr>
          <p:nvPr/>
        </p:nvSpPr>
        <p:spPr bwMode="auto">
          <a:xfrm>
            <a:off x="2057400" y="2514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4859" name="Rectangle 107"/>
          <p:cNvSpPr>
            <a:spLocks noChangeArrowheads="1"/>
          </p:cNvSpPr>
          <p:nvPr/>
        </p:nvSpPr>
        <p:spPr bwMode="auto">
          <a:xfrm>
            <a:off x="2514600" y="2895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4860" name="Rectangle 108"/>
          <p:cNvSpPr>
            <a:spLocks noChangeArrowheads="1"/>
          </p:cNvSpPr>
          <p:nvPr/>
        </p:nvSpPr>
        <p:spPr bwMode="auto">
          <a:xfrm>
            <a:off x="2514600" y="2514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4861" name="Rectangle 109"/>
          <p:cNvSpPr>
            <a:spLocks noChangeArrowheads="1"/>
          </p:cNvSpPr>
          <p:nvPr/>
        </p:nvSpPr>
        <p:spPr bwMode="auto">
          <a:xfrm>
            <a:off x="2514600" y="1676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74862" name="Rectangle 110"/>
          <p:cNvSpPr>
            <a:spLocks noChangeArrowheads="1"/>
          </p:cNvSpPr>
          <p:nvPr/>
        </p:nvSpPr>
        <p:spPr bwMode="auto">
          <a:xfrm>
            <a:off x="2514600" y="1295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74863" name="Rectangle 111"/>
          <p:cNvSpPr>
            <a:spLocks noChangeArrowheads="1"/>
          </p:cNvSpPr>
          <p:nvPr/>
        </p:nvSpPr>
        <p:spPr bwMode="auto">
          <a:xfrm>
            <a:off x="2895600" y="1676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74864" name="Rectangle 112"/>
          <p:cNvSpPr>
            <a:spLocks noChangeArrowheads="1"/>
          </p:cNvSpPr>
          <p:nvPr/>
        </p:nvSpPr>
        <p:spPr bwMode="auto">
          <a:xfrm>
            <a:off x="3276600" y="2514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4865" name="Rectangle 113"/>
          <p:cNvSpPr>
            <a:spLocks noChangeArrowheads="1"/>
          </p:cNvSpPr>
          <p:nvPr/>
        </p:nvSpPr>
        <p:spPr bwMode="auto">
          <a:xfrm>
            <a:off x="3733800" y="2514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4866" name="Rectangle 114"/>
          <p:cNvSpPr>
            <a:spLocks noChangeArrowheads="1"/>
          </p:cNvSpPr>
          <p:nvPr/>
        </p:nvSpPr>
        <p:spPr bwMode="auto">
          <a:xfrm>
            <a:off x="2895600" y="1295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74867" name="Rectangle 115"/>
          <p:cNvSpPr>
            <a:spLocks noChangeArrowheads="1"/>
          </p:cNvSpPr>
          <p:nvPr/>
        </p:nvSpPr>
        <p:spPr bwMode="auto">
          <a:xfrm>
            <a:off x="2895600" y="21336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grpSp>
        <p:nvGrpSpPr>
          <p:cNvPr id="2" name="Group 116"/>
          <p:cNvGrpSpPr>
            <a:grpSpLocks/>
          </p:cNvGrpSpPr>
          <p:nvPr/>
        </p:nvGrpSpPr>
        <p:grpSpPr bwMode="auto">
          <a:xfrm>
            <a:off x="1295400" y="1295400"/>
            <a:ext cx="2819400" cy="2743200"/>
            <a:chOff x="3696" y="768"/>
            <a:chExt cx="1776" cy="1728"/>
          </a:xfrm>
        </p:grpSpPr>
        <p:sp>
          <p:nvSpPr>
            <p:cNvPr id="74869" name="Rectangle 117"/>
            <p:cNvSpPr>
              <a:spLocks noChangeArrowheads="1"/>
            </p:cNvSpPr>
            <p:nvPr/>
          </p:nvSpPr>
          <p:spPr bwMode="auto">
            <a:xfrm>
              <a:off x="3936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74870" name="Rectangle 118"/>
            <p:cNvSpPr>
              <a:spLocks noChangeArrowheads="1"/>
            </p:cNvSpPr>
            <p:nvPr/>
          </p:nvSpPr>
          <p:spPr bwMode="auto">
            <a:xfrm>
              <a:off x="4944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74871" name="Rectangle 119"/>
            <p:cNvSpPr>
              <a:spLocks noChangeArrowheads="1"/>
            </p:cNvSpPr>
            <p:nvPr/>
          </p:nvSpPr>
          <p:spPr bwMode="auto">
            <a:xfrm>
              <a:off x="5232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6</a:t>
              </a:r>
            </a:p>
          </p:txBody>
        </p:sp>
        <p:sp>
          <p:nvSpPr>
            <p:cNvPr id="74872" name="Rectangle 120"/>
            <p:cNvSpPr>
              <a:spLocks noChangeArrowheads="1"/>
            </p:cNvSpPr>
            <p:nvPr/>
          </p:nvSpPr>
          <p:spPr bwMode="auto">
            <a:xfrm>
              <a:off x="4176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4873" name="Rectangle 121"/>
            <p:cNvSpPr>
              <a:spLocks noChangeArrowheads="1"/>
            </p:cNvSpPr>
            <p:nvPr/>
          </p:nvSpPr>
          <p:spPr bwMode="auto">
            <a:xfrm>
              <a:off x="4944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74874" name="Rectangle 122"/>
            <p:cNvSpPr>
              <a:spLocks noChangeArrowheads="1"/>
            </p:cNvSpPr>
            <p:nvPr/>
          </p:nvSpPr>
          <p:spPr bwMode="auto">
            <a:xfrm>
              <a:off x="4704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74875" name="Rectangle 123"/>
            <p:cNvSpPr>
              <a:spLocks noChangeArrowheads="1"/>
            </p:cNvSpPr>
            <p:nvPr/>
          </p:nvSpPr>
          <p:spPr bwMode="auto">
            <a:xfrm>
              <a:off x="4704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74876" name="Rectangle 124"/>
            <p:cNvSpPr>
              <a:spLocks noChangeArrowheads="1"/>
            </p:cNvSpPr>
            <p:nvPr/>
          </p:nvSpPr>
          <p:spPr bwMode="auto">
            <a:xfrm>
              <a:off x="4176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4877" name="Rectangle 125"/>
            <p:cNvSpPr>
              <a:spLocks noChangeArrowheads="1"/>
            </p:cNvSpPr>
            <p:nvPr/>
          </p:nvSpPr>
          <p:spPr bwMode="auto">
            <a:xfrm>
              <a:off x="4176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78" name="Rectangle 126"/>
            <p:cNvSpPr>
              <a:spLocks noChangeArrowheads="1"/>
            </p:cNvSpPr>
            <p:nvPr/>
          </p:nvSpPr>
          <p:spPr bwMode="auto">
            <a:xfrm>
              <a:off x="5232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79" name="Rectangle 127"/>
            <p:cNvSpPr>
              <a:spLocks noChangeArrowheads="1"/>
            </p:cNvSpPr>
            <p:nvPr/>
          </p:nvSpPr>
          <p:spPr bwMode="auto">
            <a:xfrm>
              <a:off x="4944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80" name="Rectangle 128"/>
            <p:cNvSpPr>
              <a:spLocks noChangeArrowheads="1"/>
            </p:cNvSpPr>
            <p:nvPr/>
          </p:nvSpPr>
          <p:spPr bwMode="auto">
            <a:xfrm>
              <a:off x="4944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74881" name="Rectangle 129"/>
            <p:cNvSpPr>
              <a:spLocks noChangeArrowheads="1"/>
            </p:cNvSpPr>
            <p:nvPr/>
          </p:nvSpPr>
          <p:spPr bwMode="auto">
            <a:xfrm>
              <a:off x="5232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82" name="Rectangle 130"/>
            <p:cNvSpPr>
              <a:spLocks noChangeArrowheads="1"/>
            </p:cNvSpPr>
            <p:nvPr/>
          </p:nvSpPr>
          <p:spPr bwMode="auto">
            <a:xfrm>
              <a:off x="3696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83" name="Rectangle 131"/>
            <p:cNvSpPr>
              <a:spLocks noChangeArrowheads="1"/>
            </p:cNvSpPr>
            <p:nvPr/>
          </p:nvSpPr>
          <p:spPr bwMode="auto">
            <a:xfrm>
              <a:off x="3696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84" name="Rectangle 132"/>
            <p:cNvSpPr>
              <a:spLocks noChangeArrowheads="1"/>
            </p:cNvSpPr>
            <p:nvPr/>
          </p:nvSpPr>
          <p:spPr bwMode="auto">
            <a:xfrm>
              <a:off x="3696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85" name="Rectangle 133"/>
            <p:cNvSpPr>
              <a:spLocks noChangeArrowheads="1"/>
            </p:cNvSpPr>
            <p:nvPr/>
          </p:nvSpPr>
          <p:spPr bwMode="auto">
            <a:xfrm>
              <a:off x="3696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86" name="Rectangle 134"/>
            <p:cNvSpPr>
              <a:spLocks noChangeArrowheads="1"/>
            </p:cNvSpPr>
            <p:nvPr/>
          </p:nvSpPr>
          <p:spPr bwMode="auto">
            <a:xfrm>
              <a:off x="3696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87" name="Rectangle 135"/>
            <p:cNvSpPr>
              <a:spLocks noChangeArrowheads="1"/>
            </p:cNvSpPr>
            <p:nvPr/>
          </p:nvSpPr>
          <p:spPr bwMode="auto">
            <a:xfrm>
              <a:off x="3936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88" name="Rectangle 136"/>
            <p:cNvSpPr>
              <a:spLocks noChangeArrowheads="1"/>
            </p:cNvSpPr>
            <p:nvPr/>
          </p:nvSpPr>
          <p:spPr bwMode="auto">
            <a:xfrm>
              <a:off x="3936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89" name="Rectangle 137"/>
            <p:cNvSpPr>
              <a:spLocks noChangeArrowheads="1"/>
            </p:cNvSpPr>
            <p:nvPr/>
          </p:nvSpPr>
          <p:spPr bwMode="auto">
            <a:xfrm>
              <a:off x="3936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90" name="Rectangle 138"/>
            <p:cNvSpPr>
              <a:spLocks noChangeArrowheads="1"/>
            </p:cNvSpPr>
            <p:nvPr/>
          </p:nvSpPr>
          <p:spPr bwMode="auto">
            <a:xfrm>
              <a:off x="3936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91" name="Rectangle 139"/>
            <p:cNvSpPr>
              <a:spLocks noChangeArrowheads="1"/>
            </p:cNvSpPr>
            <p:nvPr/>
          </p:nvSpPr>
          <p:spPr bwMode="auto">
            <a:xfrm>
              <a:off x="4176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4892" name="Rectangle 140"/>
            <p:cNvSpPr>
              <a:spLocks noChangeArrowheads="1"/>
            </p:cNvSpPr>
            <p:nvPr/>
          </p:nvSpPr>
          <p:spPr bwMode="auto">
            <a:xfrm>
              <a:off x="4176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93" name="Rectangle 141"/>
            <p:cNvSpPr>
              <a:spLocks noChangeArrowheads="1"/>
            </p:cNvSpPr>
            <p:nvPr/>
          </p:nvSpPr>
          <p:spPr bwMode="auto">
            <a:xfrm>
              <a:off x="4176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94" name="Rectangle 142"/>
            <p:cNvSpPr>
              <a:spLocks noChangeArrowheads="1"/>
            </p:cNvSpPr>
            <p:nvPr/>
          </p:nvSpPr>
          <p:spPr bwMode="auto">
            <a:xfrm>
              <a:off x="4944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74895" name="Rectangle 143"/>
            <p:cNvSpPr>
              <a:spLocks noChangeArrowheads="1"/>
            </p:cNvSpPr>
            <p:nvPr/>
          </p:nvSpPr>
          <p:spPr bwMode="auto">
            <a:xfrm>
              <a:off x="5232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96" name="Rectangle 144"/>
            <p:cNvSpPr>
              <a:spLocks noChangeArrowheads="1"/>
            </p:cNvSpPr>
            <p:nvPr/>
          </p:nvSpPr>
          <p:spPr bwMode="auto">
            <a:xfrm>
              <a:off x="4704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97" name="Rectangle 145"/>
            <p:cNvSpPr>
              <a:spLocks noChangeArrowheads="1"/>
            </p:cNvSpPr>
            <p:nvPr/>
          </p:nvSpPr>
          <p:spPr bwMode="auto">
            <a:xfrm>
              <a:off x="5232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98" name="Rectangle 146"/>
            <p:cNvSpPr>
              <a:spLocks noChangeArrowheads="1"/>
            </p:cNvSpPr>
            <p:nvPr/>
          </p:nvSpPr>
          <p:spPr bwMode="auto">
            <a:xfrm>
              <a:off x="5232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899" name="Rectangle 147"/>
            <p:cNvSpPr>
              <a:spLocks noChangeArrowheads="1"/>
            </p:cNvSpPr>
            <p:nvPr/>
          </p:nvSpPr>
          <p:spPr bwMode="auto">
            <a:xfrm>
              <a:off x="4944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900" name="Rectangle 148"/>
            <p:cNvSpPr>
              <a:spLocks noChangeArrowheads="1"/>
            </p:cNvSpPr>
            <p:nvPr/>
          </p:nvSpPr>
          <p:spPr bwMode="auto">
            <a:xfrm>
              <a:off x="3696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4901" name="Rectangle 149"/>
            <p:cNvSpPr>
              <a:spLocks noChangeArrowheads="1"/>
            </p:cNvSpPr>
            <p:nvPr/>
          </p:nvSpPr>
          <p:spPr bwMode="auto">
            <a:xfrm>
              <a:off x="3936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</p:grpSp>
      <p:sp>
        <p:nvSpPr>
          <p:cNvPr id="74902" name="Rectangle 150"/>
          <p:cNvSpPr>
            <a:spLocks noChangeArrowheads="1"/>
          </p:cNvSpPr>
          <p:nvPr/>
        </p:nvSpPr>
        <p:spPr bwMode="auto">
          <a:xfrm>
            <a:off x="381000" y="3657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graphicFrame>
        <p:nvGraphicFramePr>
          <p:cNvPr id="75053" name="Group 301"/>
          <p:cNvGraphicFramePr>
            <a:graphicFrameLocks noGrp="1"/>
          </p:cNvGraphicFramePr>
          <p:nvPr/>
        </p:nvGraphicFramePr>
        <p:xfrm>
          <a:off x="5257800" y="914400"/>
          <a:ext cx="3352800" cy="3263265"/>
        </p:xfrm>
        <a:graphic>
          <a:graphicData uri="http://schemas.openxmlformats.org/drawingml/2006/table">
            <a:tbl>
              <a:tblPr/>
              <a:tblGrid>
                <a:gridCol w="490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5136" name="Rectangle 384"/>
          <p:cNvSpPr>
            <a:spLocks noChangeArrowheads="1"/>
          </p:cNvSpPr>
          <p:nvPr/>
        </p:nvSpPr>
        <p:spPr bwMode="auto">
          <a:xfrm>
            <a:off x="4876800" y="12954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5137" name="Rectangle 385"/>
          <p:cNvSpPr>
            <a:spLocks noChangeArrowheads="1"/>
          </p:cNvSpPr>
          <p:nvPr/>
        </p:nvSpPr>
        <p:spPr bwMode="auto">
          <a:xfrm>
            <a:off x="4876800" y="16764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5138" name="Rectangle 386"/>
          <p:cNvSpPr>
            <a:spLocks noChangeArrowheads="1"/>
          </p:cNvSpPr>
          <p:nvPr/>
        </p:nvSpPr>
        <p:spPr bwMode="auto">
          <a:xfrm>
            <a:off x="4876800" y="2133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5139" name="Rectangle 387"/>
          <p:cNvSpPr>
            <a:spLocks noChangeArrowheads="1"/>
          </p:cNvSpPr>
          <p:nvPr/>
        </p:nvSpPr>
        <p:spPr bwMode="auto">
          <a:xfrm>
            <a:off x="4876800" y="2514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5140" name="Rectangle 388"/>
          <p:cNvSpPr>
            <a:spLocks noChangeArrowheads="1"/>
          </p:cNvSpPr>
          <p:nvPr/>
        </p:nvSpPr>
        <p:spPr bwMode="auto">
          <a:xfrm>
            <a:off x="4876800" y="2971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5141" name="Rectangle 389"/>
          <p:cNvSpPr>
            <a:spLocks noChangeArrowheads="1"/>
          </p:cNvSpPr>
          <p:nvPr/>
        </p:nvSpPr>
        <p:spPr bwMode="auto">
          <a:xfrm>
            <a:off x="4876800" y="3352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5142" name="Rectangle 390"/>
          <p:cNvSpPr>
            <a:spLocks noChangeArrowheads="1"/>
          </p:cNvSpPr>
          <p:nvPr/>
        </p:nvSpPr>
        <p:spPr bwMode="auto">
          <a:xfrm>
            <a:off x="5791200" y="533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5143" name="Rectangle 391"/>
          <p:cNvSpPr>
            <a:spLocks noChangeArrowheads="1"/>
          </p:cNvSpPr>
          <p:nvPr/>
        </p:nvSpPr>
        <p:spPr bwMode="auto">
          <a:xfrm>
            <a:off x="6172200" y="533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5144" name="Rectangle 392"/>
          <p:cNvSpPr>
            <a:spLocks noChangeArrowheads="1"/>
          </p:cNvSpPr>
          <p:nvPr/>
        </p:nvSpPr>
        <p:spPr bwMode="auto">
          <a:xfrm>
            <a:off x="6629400" y="533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5145" name="Rectangle 393"/>
          <p:cNvSpPr>
            <a:spLocks noChangeArrowheads="1"/>
          </p:cNvSpPr>
          <p:nvPr/>
        </p:nvSpPr>
        <p:spPr bwMode="auto">
          <a:xfrm>
            <a:off x="7010400" y="533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5146" name="Rectangle 394"/>
          <p:cNvSpPr>
            <a:spLocks noChangeArrowheads="1"/>
          </p:cNvSpPr>
          <p:nvPr/>
        </p:nvSpPr>
        <p:spPr bwMode="auto">
          <a:xfrm>
            <a:off x="7467600" y="533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5147" name="Rectangle 395"/>
          <p:cNvSpPr>
            <a:spLocks noChangeArrowheads="1"/>
          </p:cNvSpPr>
          <p:nvPr/>
        </p:nvSpPr>
        <p:spPr bwMode="auto">
          <a:xfrm>
            <a:off x="7924800" y="533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5148" name="Rectangle 396"/>
          <p:cNvSpPr>
            <a:spLocks noChangeArrowheads="1"/>
          </p:cNvSpPr>
          <p:nvPr/>
        </p:nvSpPr>
        <p:spPr bwMode="auto">
          <a:xfrm>
            <a:off x="8229600" y="5334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grpSp>
        <p:nvGrpSpPr>
          <p:cNvPr id="3" name="Group 451"/>
          <p:cNvGrpSpPr>
            <a:grpSpLocks/>
          </p:cNvGrpSpPr>
          <p:nvPr/>
        </p:nvGrpSpPr>
        <p:grpSpPr bwMode="auto">
          <a:xfrm>
            <a:off x="5791200" y="1371600"/>
            <a:ext cx="2819400" cy="2743200"/>
            <a:chOff x="3648" y="864"/>
            <a:chExt cx="1776" cy="1728"/>
          </a:xfrm>
        </p:grpSpPr>
        <p:sp>
          <p:nvSpPr>
            <p:cNvPr id="75149" name="Rectangle 397"/>
            <p:cNvSpPr>
              <a:spLocks noChangeArrowheads="1"/>
            </p:cNvSpPr>
            <p:nvPr/>
          </p:nvSpPr>
          <p:spPr bwMode="auto">
            <a:xfrm>
              <a:off x="4656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75156" name="Rectangle 404"/>
            <p:cNvSpPr>
              <a:spLocks noChangeArrowheads="1"/>
            </p:cNvSpPr>
            <p:nvPr/>
          </p:nvSpPr>
          <p:spPr bwMode="auto">
            <a:xfrm>
              <a:off x="4416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60" name="Rectangle 408"/>
            <p:cNvSpPr>
              <a:spLocks noChangeArrowheads="1"/>
            </p:cNvSpPr>
            <p:nvPr/>
          </p:nvSpPr>
          <p:spPr bwMode="auto">
            <a:xfrm>
              <a:off x="4656" y="11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75163" name="Rectangle 411"/>
            <p:cNvSpPr>
              <a:spLocks noChangeArrowheads="1"/>
            </p:cNvSpPr>
            <p:nvPr/>
          </p:nvSpPr>
          <p:spPr bwMode="auto">
            <a:xfrm>
              <a:off x="4656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5164" name="Rectangle 412"/>
            <p:cNvSpPr>
              <a:spLocks noChangeArrowheads="1"/>
            </p:cNvSpPr>
            <p:nvPr/>
          </p:nvSpPr>
          <p:spPr bwMode="auto">
            <a:xfrm>
              <a:off x="4656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75171" name="Rectangle 419"/>
            <p:cNvSpPr>
              <a:spLocks noChangeArrowheads="1"/>
            </p:cNvSpPr>
            <p:nvPr/>
          </p:nvSpPr>
          <p:spPr bwMode="auto">
            <a:xfrm>
              <a:off x="4656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75172" name="Rectangle 420"/>
            <p:cNvSpPr>
              <a:spLocks noChangeArrowheads="1"/>
            </p:cNvSpPr>
            <p:nvPr/>
          </p:nvSpPr>
          <p:spPr bwMode="auto">
            <a:xfrm>
              <a:off x="465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75181" name="Rectangle 429"/>
            <p:cNvSpPr>
              <a:spLocks noChangeArrowheads="1"/>
            </p:cNvSpPr>
            <p:nvPr/>
          </p:nvSpPr>
          <p:spPr bwMode="auto">
            <a:xfrm>
              <a:off x="3648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86" name="Rectangle 434"/>
            <p:cNvSpPr>
              <a:spLocks noChangeArrowheads="1"/>
            </p:cNvSpPr>
            <p:nvPr/>
          </p:nvSpPr>
          <p:spPr bwMode="auto">
            <a:xfrm>
              <a:off x="3888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90" name="Rectangle 438"/>
            <p:cNvSpPr>
              <a:spLocks noChangeArrowheads="1"/>
            </p:cNvSpPr>
            <p:nvPr/>
          </p:nvSpPr>
          <p:spPr bwMode="auto">
            <a:xfrm>
              <a:off x="4128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93" name="Rectangle 441"/>
            <p:cNvSpPr>
              <a:spLocks noChangeArrowheads="1"/>
            </p:cNvSpPr>
            <p:nvPr/>
          </p:nvSpPr>
          <p:spPr bwMode="auto">
            <a:xfrm>
              <a:off x="4656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95" name="Rectangle 443"/>
            <p:cNvSpPr>
              <a:spLocks noChangeArrowheads="1"/>
            </p:cNvSpPr>
            <p:nvPr/>
          </p:nvSpPr>
          <p:spPr bwMode="auto">
            <a:xfrm>
              <a:off x="5184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96" name="Rectangle 444"/>
            <p:cNvSpPr>
              <a:spLocks noChangeArrowheads="1"/>
            </p:cNvSpPr>
            <p:nvPr/>
          </p:nvSpPr>
          <p:spPr bwMode="auto">
            <a:xfrm>
              <a:off x="4896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4" name="Group 895"/>
          <p:cNvGrpSpPr>
            <a:grpSpLocks/>
          </p:cNvGrpSpPr>
          <p:nvPr/>
        </p:nvGrpSpPr>
        <p:grpSpPr bwMode="auto">
          <a:xfrm>
            <a:off x="5791200" y="1371600"/>
            <a:ext cx="2819400" cy="2743200"/>
            <a:chOff x="3648" y="864"/>
            <a:chExt cx="1776" cy="1728"/>
          </a:xfrm>
        </p:grpSpPr>
        <p:sp>
          <p:nvSpPr>
            <p:cNvPr id="75150" name="Rectangle 398"/>
            <p:cNvSpPr>
              <a:spLocks noChangeArrowheads="1"/>
            </p:cNvSpPr>
            <p:nvPr/>
          </p:nvSpPr>
          <p:spPr bwMode="auto">
            <a:xfrm>
              <a:off x="4416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5151" name="Rectangle 399"/>
            <p:cNvSpPr>
              <a:spLocks noChangeArrowheads="1"/>
            </p:cNvSpPr>
            <p:nvPr/>
          </p:nvSpPr>
          <p:spPr bwMode="auto">
            <a:xfrm>
              <a:off x="441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5152" name="Rectangle 400"/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5153" name="Rectangle 401"/>
            <p:cNvSpPr>
              <a:spLocks noChangeArrowheads="1"/>
            </p:cNvSpPr>
            <p:nvPr/>
          </p:nvSpPr>
          <p:spPr bwMode="auto">
            <a:xfrm>
              <a:off x="3648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54" name="Rectangle 402"/>
            <p:cNvSpPr>
              <a:spLocks noChangeArrowheads="1"/>
            </p:cNvSpPr>
            <p:nvPr/>
          </p:nvSpPr>
          <p:spPr bwMode="auto">
            <a:xfrm>
              <a:off x="3888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55" name="Rectangle 403"/>
            <p:cNvSpPr>
              <a:spLocks noChangeArrowheads="1"/>
            </p:cNvSpPr>
            <p:nvPr/>
          </p:nvSpPr>
          <p:spPr bwMode="auto">
            <a:xfrm>
              <a:off x="4128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57" name="Rectangle 405"/>
            <p:cNvSpPr>
              <a:spLocks noChangeArrowheads="1"/>
            </p:cNvSpPr>
            <p:nvPr/>
          </p:nvSpPr>
          <p:spPr bwMode="auto">
            <a:xfrm>
              <a:off x="4416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58" name="Rectangle 406"/>
            <p:cNvSpPr>
              <a:spLocks noChangeArrowheads="1"/>
            </p:cNvSpPr>
            <p:nvPr/>
          </p:nvSpPr>
          <p:spPr bwMode="auto">
            <a:xfrm>
              <a:off x="4416" y="11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75159" name="Rectangle 407"/>
            <p:cNvSpPr>
              <a:spLocks noChangeArrowheads="1"/>
            </p:cNvSpPr>
            <p:nvPr/>
          </p:nvSpPr>
          <p:spPr bwMode="auto">
            <a:xfrm>
              <a:off x="4416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5161" name="Rectangle 409"/>
            <p:cNvSpPr>
              <a:spLocks noChangeArrowheads="1"/>
            </p:cNvSpPr>
            <p:nvPr/>
          </p:nvSpPr>
          <p:spPr bwMode="auto">
            <a:xfrm>
              <a:off x="4896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62" name="Rectangle 410"/>
            <p:cNvSpPr>
              <a:spLocks noChangeArrowheads="1"/>
            </p:cNvSpPr>
            <p:nvPr/>
          </p:nvSpPr>
          <p:spPr bwMode="auto">
            <a:xfrm>
              <a:off x="5184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66" name="Rectangle 414"/>
            <p:cNvSpPr>
              <a:spLocks noChangeArrowheads="1"/>
            </p:cNvSpPr>
            <p:nvPr/>
          </p:nvSpPr>
          <p:spPr bwMode="auto">
            <a:xfrm>
              <a:off x="3888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75167" name="Rectangle 415"/>
            <p:cNvSpPr>
              <a:spLocks noChangeArrowheads="1"/>
            </p:cNvSpPr>
            <p:nvPr/>
          </p:nvSpPr>
          <p:spPr bwMode="auto">
            <a:xfrm>
              <a:off x="4896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75168" name="Rectangle 416"/>
            <p:cNvSpPr>
              <a:spLocks noChangeArrowheads="1"/>
            </p:cNvSpPr>
            <p:nvPr/>
          </p:nvSpPr>
          <p:spPr bwMode="auto">
            <a:xfrm>
              <a:off x="5184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6</a:t>
              </a:r>
            </a:p>
          </p:txBody>
        </p:sp>
        <p:sp>
          <p:nvSpPr>
            <p:cNvPr id="75169" name="Rectangle 417"/>
            <p:cNvSpPr>
              <a:spLocks noChangeArrowheads="1"/>
            </p:cNvSpPr>
            <p:nvPr/>
          </p:nvSpPr>
          <p:spPr bwMode="auto">
            <a:xfrm>
              <a:off x="4128" y="11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5170" name="Rectangle 418"/>
            <p:cNvSpPr>
              <a:spLocks noChangeArrowheads="1"/>
            </p:cNvSpPr>
            <p:nvPr/>
          </p:nvSpPr>
          <p:spPr bwMode="auto">
            <a:xfrm>
              <a:off x="4896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75173" name="Rectangle 421"/>
            <p:cNvSpPr>
              <a:spLocks noChangeArrowheads="1"/>
            </p:cNvSpPr>
            <p:nvPr/>
          </p:nvSpPr>
          <p:spPr bwMode="auto">
            <a:xfrm>
              <a:off x="412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5174" name="Rectangle 422"/>
            <p:cNvSpPr>
              <a:spLocks noChangeArrowheads="1"/>
            </p:cNvSpPr>
            <p:nvPr/>
          </p:nvSpPr>
          <p:spPr bwMode="auto">
            <a:xfrm>
              <a:off x="4128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75" name="Rectangle 423"/>
            <p:cNvSpPr>
              <a:spLocks noChangeArrowheads="1"/>
            </p:cNvSpPr>
            <p:nvPr/>
          </p:nvSpPr>
          <p:spPr bwMode="auto">
            <a:xfrm>
              <a:off x="5184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76" name="Rectangle 424"/>
            <p:cNvSpPr>
              <a:spLocks noChangeArrowheads="1"/>
            </p:cNvSpPr>
            <p:nvPr/>
          </p:nvSpPr>
          <p:spPr bwMode="auto">
            <a:xfrm>
              <a:off x="4896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77" name="Rectangle 425"/>
            <p:cNvSpPr>
              <a:spLocks noChangeArrowheads="1"/>
            </p:cNvSpPr>
            <p:nvPr/>
          </p:nvSpPr>
          <p:spPr bwMode="auto">
            <a:xfrm>
              <a:off x="489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75178" name="Rectangle 426"/>
            <p:cNvSpPr>
              <a:spLocks noChangeArrowheads="1"/>
            </p:cNvSpPr>
            <p:nvPr/>
          </p:nvSpPr>
          <p:spPr bwMode="auto">
            <a:xfrm>
              <a:off x="5184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79" name="Rectangle 427"/>
            <p:cNvSpPr>
              <a:spLocks noChangeArrowheads="1"/>
            </p:cNvSpPr>
            <p:nvPr/>
          </p:nvSpPr>
          <p:spPr bwMode="auto">
            <a:xfrm>
              <a:off x="3648" y="11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80" name="Rectangle 428"/>
            <p:cNvSpPr>
              <a:spLocks noChangeArrowheads="1"/>
            </p:cNvSpPr>
            <p:nvPr/>
          </p:nvSpPr>
          <p:spPr bwMode="auto">
            <a:xfrm>
              <a:off x="364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82" name="Rectangle 430"/>
            <p:cNvSpPr>
              <a:spLocks noChangeArrowheads="1"/>
            </p:cNvSpPr>
            <p:nvPr/>
          </p:nvSpPr>
          <p:spPr bwMode="auto">
            <a:xfrm>
              <a:off x="3648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83" name="Rectangle 431"/>
            <p:cNvSpPr>
              <a:spLocks noChangeArrowheads="1"/>
            </p:cNvSpPr>
            <p:nvPr/>
          </p:nvSpPr>
          <p:spPr bwMode="auto">
            <a:xfrm>
              <a:off x="364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84" name="Rectangle 432"/>
            <p:cNvSpPr>
              <a:spLocks noChangeArrowheads="1"/>
            </p:cNvSpPr>
            <p:nvPr/>
          </p:nvSpPr>
          <p:spPr bwMode="auto">
            <a:xfrm>
              <a:off x="3888" y="11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85" name="Rectangle 433"/>
            <p:cNvSpPr>
              <a:spLocks noChangeArrowheads="1"/>
            </p:cNvSpPr>
            <p:nvPr/>
          </p:nvSpPr>
          <p:spPr bwMode="auto">
            <a:xfrm>
              <a:off x="388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87" name="Rectangle 435"/>
            <p:cNvSpPr>
              <a:spLocks noChangeArrowheads="1"/>
            </p:cNvSpPr>
            <p:nvPr/>
          </p:nvSpPr>
          <p:spPr bwMode="auto">
            <a:xfrm>
              <a:off x="3888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88" name="Rectangle 436"/>
            <p:cNvSpPr>
              <a:spLocks noChangeArrowheads="1"/>
            </p:cNvSpPr>
            <p:nvPr/>
          </p:nvSpPr>
          <p:spPr bwMode="auto">
            <a:xfrm>
              <a:off x="4128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5189" name="Rectangle 437"/>
            <p:cNvSpPr>
              <a:spLocks noChangeArrowheads="1"/>
            </p:cNvSpPr>
            <p:nvPr/>
          </p:nvSpPr>
          <p:spPr bwMode="auto">
            <a:xfrm>
              <a:off x="412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91" name="Rectangle 439"/>
            <p:cNvSpPr>
              <a:spLocks noChangeArrowheads="1"/>
            </p:cNvSpPr>
            <p:nvPr/>
          </p:nvSpPr>
          <p:spPr bwMode="auto">
            <a:xfrm>
              <a:off x="4896" y="11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75192" name="Rectangle 440"/>
            <p:cNvSpPr>
              <a:spLocks noChangeArrowheads="1"/>
            </p:cNvSpPr>
            <p:nvPr/>
          </p:nvSpPr>
          <p:spPr bwMode="auto">
            <a:xfrm>
              <a:off x="5184" y="11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94" name="Rectangle 442"/>
            <p:cNvSpPr>
              <a:spLocks noChangeArrowheads="1"/>
            </p:cNvSpPr>
            <p:nvPr/>
          </p:nvSpPr>
          <p:spPr bwMode="auto">
            <a:xfrm>
              <a:off x="5184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97" name="Rectangle 445"/>
            <p:cNvSpPr>
              <a:spLocks noChangeArrowheads="1"/>
            </p:cNvSpPr>
            <p:nvPr/>
          </p:nvSpPr>
          <p:spPr bwMode="auto">
            <a:xfrm>
              <a:off x="3648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198" name="Rectangle 446"/>
            <p:cNvSpPr>
              <a:spLocks noChangeArrowheads="1"/>
            </p:cNvSpPr>
            <p:nvPr/>
          </p:nvSpPr>
          <p:spPr bwMode="auto">
            <a:xfrm>
              <a:off x="388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</p:grpSp>
      <p:sp>
        <p:nvSpPr>
          <p:cNvPr id="75199" name="Rectangle 447"/>
          <p:cNvSpPr>
            <a:spLocks noChangeArrowheads="1"/>
          </p:cNvSpPr>
          <p:nvPr/>
        </p:nvSpPr>
        <p:spPr bwMode="auto">
          <a:xfrm>
            <a:off x="4876800" y="3733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grpSp>
        <p:nvGrpSpPr>
          <p:cNvPr id="5" name="Group 448"/>
          <p:cNvGrpSpPr>
            <a:grpSpLocks/>
          </p:cNvGrpSpPr>
          <p:nvPr/>
        </p:nvGrpSpPr>
        <p:grpSpPr bwMode="auto">
          <a:xfrm>
            <a:off x="1143000" y="1143000"/>
            <a:ext cx="2971800" cy="2819400"/>
            <a:chOff x="672" y="912"/>
            <a:chExt cx="1872" cy="1776"/>
          </a:xfrm>
        </p:grpSpPr>
        <p:sp>
          <p:nvSpPr>
            <p:cNvPr id="75201" name="Line 449"/>
            <p:cNvSpPr>
              <a:spLocks noChangeShapeType="1"/>
            </p:cNvSpPr>
            <p:nvPr/>
          </p:nvSpPr>
          <p:spPr bwMode="auto">
            <a:xfrm>
              <a:off x="1968" y="912"/>
              <a:ext cx="0" cy="17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202" name="Line 450"/>
            <p:cNvSpPr>
              <a:spLocks noChangeShapeType="1"/>
            </p:cNvSpPr>
            <p:nvPr/>
          </p:nvSpPr>
          <p:spPr bwMode="auto">
            <a:xfrm>
              <a:off x="672" y="2208"/>
              <a:ext cx="1872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748"/>
          <p:cNvGrpSpPr>
            <a:grpSpLocks/>
          </p:cNvGrpSpPr>
          <p:nvPr/>
        </p:nvGrpSpPr>
        <p:grpSpPr bwMode="auto">
          <a:xfrm>
            <a:off x="228600" y="381000"/>
            <a:ext cx="3810000" cy="3581400"/>
            <a:chOff x="1440" y="696"/>
            <a:chExt cx="2400" cy="2256"/>
          </a:xfrm>
        </p:grpSpPr>
        <p:sp>
          <p:nvSpPr>
            <p:cNvPr id="75501" name="Rectangle 749"/>
            <p:cNvSpPr>
              <a:spLocks noChangeArrowheads="1"/>
            </p:cNvSpPr>
            <p:nvPr/>
          </p:nvSpPr>
          <p:spPr bwMode="auto">
            <a:xfrm>
              <a:off x="3577" y="270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02" name="Rectangle 750"/>
            <p:cNvSpPr>
              <a:spLocks noChangeArrowheads="1"/>
            </p:cNvSpPr>
            <p:nvPr/>
          </p:nvSpPr>
          <p:spPr bwMode="auto">
            <a:xfrm>
              <a:off x="3313" y="2703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03" name="Rectangle 751"/>
            <p:cNvSpPr>
              <a:spLocks noChangeArrowheads="1"/>
            </p:cNvSpPr>
            <p:nvPr/>
          </p:nvSpPr>
          <p:spPr bwMode="auto">
            <a:xfrm>
              <a:off x="3050" y="270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04" name="Rectangle 752"/>
            <p:cNvSpPr>
              <a:spLocks noChangeArrowheads="1"/>
            </p:cNvSpPr>
            <p:nvPr/>
          </p:nvSpPr>
          <p:spPr bwMode="auto">
            <a:xfrm>
              <a:off x="2786" y="2703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05" name="Rectangle 753"/>
            <p:cNvSpPr>
              <a:spLocks noChangeArrowheads="1"/>
            </p:cNvSpPr>
            <p:nvPr/>
          </p:nvSpPr>
          <p:spPr bwMode="auto">
            <a:xfrm>
              <a:off x="2524" y="2703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06" name="Rectangle 754"/>
            <p:cNvSpPr>
              <a:spLocks noChangeArrowheads="1"/>
            </p:cNvSpPr>
            <p:nvPr/>
          </p:nvSpPr>
          <p:spPr bwMode="auto">
            <a:xfrm>
              <a:off x="2259" y="2703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07" name="Rectangle 755"/>
            <p:cNvSpPr>
              <a:spLocks noChangeArrowheads="1"/>
            </p:cNvSpPr>
            <p:nvPr/>
          </p:nvSpPr>
          <p:spPr bwMode="auto">
            <a:xfrm>
              <a:off x="1996" y="270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08" name="Rectangle 756"/>
            <p:cNvSpPr>
              <a:spLocks noChangeArrowheads="1"/>
            </p:cNvSpPr>
            <p:nvPr/>
          </p:nvSpPr>
          <p:spPr bwMode="auto">
            <a:xfrm>
              <a:off x="1680" y="2703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5509" name="Rectangle 757"/>
            <p:cNvSpPr>
              <a:spLocks noChangeArrowheads="1"/>
            </p:cNvSpPr>
            <p:nvPr/>
          </p:nvSpPr>
          <p:spPr bwMode="auto">
            <a:xfrm>
              <a:off x="3577" y="245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10" name="Rectangle 758"/>
            <p:cNvSpPr>
              <a:spLocks noChangeArrowheads="1"/>
            </p:cNvSpPr>
            <p:nvPr/>
          </p:nvSpPr>
          <p:spPr bwMode="auto">
            <a:xfrm>
              <a:off x="3313" y="2454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11" name="Rectangle 759"/>
            <p:cNvSpPr>
              <a:spLocks noChangeArrowheads="1"/>
            </p:cNvSpPr>
            <p:nvPr/>
          </p:nvSpPr>
          <p:spPr bwMode="auto">
            <a:xfrm>
              <a:off x="3050" y="245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12" name="Rectangle 760"/>
            <p:cNvSpPr>
              <a:spLocks noChangeArrowheads="1"/>
            </p:cNvSpPr>
            <p:nvPr/>
          </p:nvSpPr>
          <p:spPr bwMode="auto">
            <a:xfrm>
              <a:off x="2786" y="2454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13" name="Rectangle 761"/>
            <p:cNvSpPr>
              <a:spLocks noChangeArrowheads="1"/>
            </p:cNvSpPr>
            <p:nvPr/>
          </p:nvSpPr>
          <p:spPr bwMode="auto">
            <a:xfrm>
              <a:off x="2524" y="2454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14" name="Rectangle 762"/>
            <p:cNvSpPr>
              <a:spLocks noChangeArrowheads="1"/>
            </p:cNvSpPr>
            <p:nvPr/>
          </p:nvSpPr>
          <p:spPr bwMode="auto">
            <a:xfrm>
              <a:off x="2259" y="2454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15" name="Rectangle 763"/>
            <p:cNvSpPr>
              <a:spLocks noChangeArrowheads="1"/>
            </p:cNvSpPr>
            <p:nvPr/>
          </p:nvSpPr>
          <p:spPr bwMode="auto">
            <a:xfrm>
              <a:off x="1996" y="245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16" name="Rectangle 764"/>
            <p:cNvSpPr>
              <a:spLocks noChangeArrowheads="1"/>
            </p:cNvSpPr>
            <p:nvPr/>
          </p:nvSpPr>
          <p:spPr bwMode="auto">
            <a:xfrm>
              <a:off x="1680" y="2454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5517" name="Rectangle 765"/>
            <p:cNvSpPr>
              <a:spLocks noChangeArrowheads="1"/>
            </p:cNvSpPr>
            <p:nvPr/>
          </p:nvSpPr>
          <p:spPr bwMode="auto">
            <a:xfrm>
              <a:off x="3577" y="220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18" name="Rectangle 766"/>
            <p:cNvSpPr>
              <a:spLocks noChangeArrowheads="1"/>
            </p:cNvSpPr>
            <p:nvPr/>
          </p:nvSpPr>
          <p:spPr bwMode="auto">
            <a:xfrm>
              <a:off x="3313" y="2205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19" name="Rectangle 767"/>
            <p:cNvSpPr>
              <a:spLocks noChangeArrowheads="1"/>
            </p:cNvSpPr>
            <p:nvPr/>
          </p:nvSpPr>
          <p:spPr bwMode="auto">
            <a:xfrm>
              <a:off x="3050" y="220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20" name="Rectangle 768"/>
            <p:cNvSpPr>
              <a:spLocks noChangeArrowheads="1"/>
            </p:cNvSpPr>
            <p:nvPr/>
          </p:nvSpPr>
          <p:spPr bwMode="auto">
            <a:xfrm>
              <a:off x="2786" y="2205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21" name="Rectangle 769"/>
            <p:cNvSpPr>
              <a:spLocks noChangeArrowheads="1"/>
            </p:cNvSpPr>
            <p:nvPr/>
          </p:nvSpPr>
          <p:spPr bwMode="auto">
            <a:xfrm>
              <a:off x="2524" y="2205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22" name="Rectangle 770"/>
            <p:cNvSpPr>
              <a:spLocks noChangeArrowheads="1"/>
            </p:cNvSpPr>
            <p:nvPr/>
          </p:nvSpPr>
          <p:spPr bwMode="auto">
            <a:xfrm>
              <a:off x="2259" y="2205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23" name="Rectangle 771"/>
            <p:cNvSpPr>
              <a:spLocks noChangeArrowheads="1"/>
            </p:cNvSpPr>
            <p:nvPr/>
          </p:nvSpPr>
          <p:spPr bwMode="auto">
            <a:xfrm>
              <a:off x="1996" y="220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24" name="Rectangle 772"/>
            <p:cNvSpPr>
              <a:spLocks noChangeArrowheads="1"/>
            </p:cNvSpPr>
            <p:nvPr/>
          </p:nvSpPr>
          <p:spPr bwMode="auto">
            <a:xfrm>
              <a:off x="1680" y="2205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5525" name="Rectangle 773"/>
            <p:cNvSpPr>
              <a:spLocks noChangeArrowheads="1"/>
            </p:cNvSpPr>
            <p:nvPr/>
          </p:nvSpPr>
          <p:spPr bwMode="auto">
            <a:xfrm>
              <a:off x="3577" y="195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26" name="Rectangle 774"/>
            <p:cNvSpPr>
              <a:spLocks noChangeArrowheads="1"/>
            </p:cNvSpPr>
            <p:nvPr/>
          </p:nvSpPr>
          <p:spPr bwMode="auto">
            <a:xfrm>
              <a:off x="3313" y="1956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27" name="Rectangle 775"/>
            <p:cNvSpPr>
              <a:spLocks noChangeArrowheads="1"/>
            </p:cNvSpPr>
            <p:nvPr/>
          </p:nvSpPr>
          <p:spPr bwMode="auto">
            <a:xfrm>
              <a:off x="3050" y="195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28" name="Rectangle 776"/>
            <p:cNvSpPr>
              <a:spLocks noChangeArrowheads="1"/>
            </p:cNvSpPr>
            <p:nvPr/>
          </p:nvSpPr>
          <p:spPr bwMode="auto">
            <a:xfrm>
              <a:off x="2786" y="1956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29" name="Rectangle 777"/>
            <p:cNvSpPr>
              <a:spLocks noChangeArrowheads="1"/>
            </p:cNvSpPr>
            <p:nvPr/>
          </p:nvSpPr>
          <p:spPr bwMode="auto">
            <a:xfrm>
              <a:off x="2524" y="1956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30" name="Rectangle 778"/>
            <p:cNvSpPr>
              <a:spLocks noChangeArrowheads="1"/>
            </p:cNvSpPr>
            <p:nvPr/>
          </p:nvSpPr>
          <p:spPr bwMode="auto">
            <a:xfrm>
              <a:off x="2259" y="1956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31" name="Rectangle 779"/>
            <p:cNvSpPr>
              <a:spLocks noChangeArrowheads="1"/>
            </p:cNvSpPr>
            <p:nvPr/>
          </p:nvSpPr>
          <p:spPr bwMode="auto">
            <a:xfrm>
              <a:off x="1996" y="195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32" name="Rectangle 780"/>
            <p:cNvSpPr>
              <a:spLocks noChangeArrowheads="1"/>
            </p:cNvSpPr>
            <p:nvPr/>
          </p:nvSpPr>
          <p:spPr bwMode="auto">
            <a:xfrm>
              <a:off x="1680" y="1956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5533" name="Rectangle 781"/>
            <p:cNvSpPr>
              <a:spLocks noChangeArrowheads="1"/>
            </p:cNvSpPr>
            <p:nvPr/>
          </p:nvSpPr>
          <p:spPr bwMode="auto">
            <a:xfrm>
              <a:off x="3577" y="1707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34" name="Rectangle 782"/>
            <p:cNvSpPr>
              <a:spLocks noChangeArrowheads="1"/>
            </p:cNvSpPr>
            <p:nvPr/>
          </p:nvSpPr>
          <p:spPr bwMode="auto">
            <a:xfrm>
              <a:off x="3313" y="1707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35" name="Rectangle 783"/>
            <p:cNvSpPr>
              <a:spLocks noChangeArrowheads="1"/>
            </p:cNvSpPr>
            <p:nvPr/>
          </p:nvSpPr>
          <p:spPr bwMode="auto">
            <a:xfrm>
              <a:off x="3050" y="1707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36" name="Rectangle 784"/>
            <p:cNvSpPr>
              <a:spLocks noChangeArrowheads="1"/>
            </p:cNvSpPr>
            <p:nvPr/>
          </p:nvSpPr>
          <p:spPr bwMode="auto">
            <a:xfrm>
              <a:off x="2786" y="1707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37" name="Rectangle 785"/>
            <p:cNvSpPr>
              <a:spLocks noChangeArrowheads="1"/>
            </p:cNvSpPr>
            <p:nvPr/>
          </p:nvSpPr>
          <p:spPr bwMode="auto">
            <a:xfrm>
              <a:off x="2524" y="1707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38" name="Rectangle 786"/>
            <p:cNvSpPr>
              <a:spLocks noChangeArrowheads="1"/>
            </p:cNvSpPr>
            <p:nvPr/>
          </p:nvSpPr>
          <p:spPr bwMode="auto">
            <a:xfrm>
              <a:off x="2259" y="1707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39" name="Rectangle 787"/>
            <p:cNvSpPr>
              <a:spLocks noChangeArrowheads="1"/>
            </p:cNvSpPr>
            <p:nvPr/>
          </p:nvSpPr>
          <p:spPr bwMode="auto">
            <a:xfrm>
              <a:off x="1996" y="1707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40" name="Rectangle 788"/>
            <p:cNvSpPr>
              <a:spLocks noChangeArrowheads="1"/>
            </p:cNvSpPr>
            <p:nvPr/>
          </p:nvSpPr>
          <p:spPr bwMode="auto">
            <a:xfrm>
              <a:off x="1680" y="1707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5541" name="Rectangle 789"/>
            <p:cNvSpPr>
              <a:spLocks noChangeArrowheads="1"/>
            </p:cNvSpPr>
            <p:nvPr/>
          </p:nvSpPr>
          <p:spPr bwMode="auto">
            <a:xfrm>
              <a:off x="3577" y="1458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42" name="Rectangle 790"/>
            <p:cNvSpPr>
              <a:spLocks noChangeArrowheads="1"/>
            </p:cNvSpPr>
            <p:nvPr/>
          </p:nvSpPr>
          <p:spPr bwMode="auto">
            <a:xfrm>
              <a:off x="3313" y="1458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43" name="Rectangle 791"/>
            <p:cNvSpPr>
              <a:spLocks noChangeArrowheads="1"/>
            </p:cNvSpPr>
            <p:nvPr/>
          </p:nvSpPr>
          <p:spPr bwMode="auto">
            <a:xfrm>
              <a:off x="3050" y="1458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44" name="Rectangle 792"/>
            <p:cNvSpPr>
              <a:spLocks noChangeArrowheads="1"/>
            </p:cNvSpPr>
            <p:nvPr/>
          </p:nvSpPr>
          <p:spPr bwMode="auto">
            <a:xfrm>
              <a:off x="2786" y="1458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45" name="Rectangle 793"/>
            <p:cNvSpPr>
              <a:spLocks noChangeArrowheads="1"/>
            </p:cNvSpPr>
            <p:nvPr/>
          </p:nvSpPr>
          <p:spPr bwMode="auto">
            <a:xfrm>
              <a:off x="2524" y="1458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46" name="Rectangle 794"/>
            <p:cNvSpPr>
              <a:spLocks noChangeArrowheads="1"/>
            </p:cNvSpPr>
            <p:nvPr/>
          </p:nvSpPr>
          <p:spPr bwMode="auto">
            <a:xfrm>
              <a:off x="2259" y="1458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47" name="Rectangle 795"/>
            <p:cNvSpPr>
              <a:spLocks noChangeArrowheads="1"/>
            </p:cNvSpPr>
            <p:nvPr/>
          </p:nvSpPr>
          <p:spPr bwMode="auto">
            <a:xfrm>
              <a:off x="1996" y="1458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48" name="Rectangle 796"/>
            <p:cNvSpPr>
              <a:spLocks noChangeArrowheads="1"/>
            </p:cNvSpPr>
            <p:nvPr/>
          </p:nvSpPr>
          <p:spPr bwMode="auto">
            <a:xfrm>
              <a:off x="1680" y="1458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5549" name="Rectangle 797"/>
            <p:cNvSpPr>
              <a:spLocks noChangeArrowheads="1"/>
            </p:cNvSpPr>
            <p:nvPr/>
          </p:nvSpPr>
          <p:spPr bwMode="auto">
            <a:xfrm>
              <a:off x="3577" y="120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50" name="Rectangle 798"/>
            <p:cNvSpPr>
              <a:spLocks noChangeArrowheads="1"/>
            </p:cNvSpPr>
            <p:nvPr/>
          </p:nvSpPr>
          <p:spPr bwMode="auto">
            <a:xfrm>
              <a:off x="3313" y="1209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51" name="Rectangle 799"/>
            <p:cNvSpPr>
              <a:spLocks noChangeArrowheads="1"/>
            </p:cNvSpPr>
            <p:nvPr/>
          </p:nvSpPr>
          <p:spPr bwMode="auto">
            <a:xfrm>
              <a:off x="3050" y="120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52" name="Rectangle 800"/>
            <p:cNvSpPr>
              <a:spLocks noChangeArrowheads="1"/>
            </p:cNvSpPr>
            <p:nvPr/>
          </p:nvSpPr>
          <p:spPr bwMode="auto">
            <a:xfrm>
              <a:off x="2786" y="1209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53" name="Rectangle 801"/>
            <p:cNvSpPr>
              <a:spLocks noChangeArrowheads="1"/>
            </p:cNvSpPr>
            <p:nvPr/>
          </p:nvSpPr>
          <p:spPr bwMode="auto">
            <a:xfrm>
              <a:off x="2524" y="1209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5554" name="Rectangle 802"/>
            <p:cNvSpPr>
              <a:spLocks noChangeArrowheads="1"/>
            </p:cNvSpPr>
            <p:nvPr/>
          </p:nvSpPr>
          <p:spPr bwMode="auto">
            <a:xfrm>
              <a:off x="2259" y="1209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55" name="Rectangle 803"/>
            <p:cNvSpPr>
              <a:spLocks noChangeArrowheads="1"/>
            </p:cNvSpPr>
            <p:nvPr/>
          </p:nvSpPr>
          <p:spPr bwMode="auto">
            <a:xfrm>
              <a:off x="1996" y="120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5556" name="Rectangle 804"/>
            <p:cNvSpPr>
              <a:spLocks noChangeArrowheads="1"/>
            </p:cNvSpPr>
            <p:nvPr/>
          </p:nvSpPr>
          <p:spPr bwMode="auto">
            <a:xfrm>
              <a:off x="1680" y="1209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5557" name="Rectangle 805"/>
            <p:cNvSpPr>
              <a:spLocks noChangeArrowheads="1"/>
            </p:cNvSpPr>
            <p:nvPr/>
          </p:nvSpPr>
          <p:spPr bwMode="auto">
            <a:xfrm>
              <a:off x="3577" y="96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5558" name="Rectangle 806"/>
            <p:cNvSpPr>
              <a:spLocks noChangeArrowheads="1"/>
            </p:cNvSpPr>
            <p:nvPr/>
          </p:nvSpPr>
          <p:spPr bwMode="auto">
            <a:xfrm>
              <a:off x="3313" y="960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5559" name="Rectangle 807"/>
            <p:cNvSpPr>
              <a:spLocks noChangeArrowheads="1"/>
            </p:cNvSpPr>
            <p:nvPr/>
          </p:nvSpPr>
          <p:spPr bwMode="auto">
            <a:xfrm>
              <a:off x="3050" y="96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5560" name="Rectangle 808"/>
            <p:cNvSpPr>
              <a:spLocks noChangeArrowheads="1"/>
            </p:cNvSpPr>
            <p:nvPr/>
          </p:nvSpPr>
          <p:spPr bwMode="auto">
            <a:xfrm>
              <a:off x="2786" y="960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5561" name="Rectangle 809"/>
            <p:cNvSpPr>
              <a:spLocks noChangeArrowheads="1"/>
            </p:cNvSpPr>
            <p:nvPr/>
          </p:nvSpPr>
          <p:spPr bwMode="auto">
            <a:xfrm>
              <a:off x="2524" y="960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5562" name="Rectangle 810"/>
            <p:cNvSpPr>
              <a:spLocks noChangeArrowheads="1"/>
            </p:cNvSpPr>
            <p:nvPr/>
          </p:nvSpPr>
          <p:spPr bwMode="auto">
            <a:xfrm>
              <a:off x="2259" y="960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5563" name="Rectangle 811"/>
            <p:cNvSpPr>
              <a:spLocks noChangeArrowheads="1"/>
            </p:cNvSpPr>
            <p:nvPr/>
          </p:nvSpPr>
          <p:spPr bwMode="auto">
            <a:xfrm>
              <a:off x="1996" y="96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5564" name="Rectangle 812"/>
            <p:cNvSpPr>
              <a:spLocks noChangeArrowheads="1"/>
            </p:cNvSpPr>
            <p:nvPr/>
          </p:nvSpPr>
          <p:spPr bwMode="auto">
            <a:xfrm>
              <a:off x="1680" y="960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b="1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L</a:t>
              </a:r>
              <a:r>
                <a:rPr lang="en-US" b="1" baseline="-25000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b="1" baseline="-25000">
                <a:latin typeface="VNI-Times" pitchFamily="2" charset="0"/>
              </a:endParaRPr>
            </a:p>
          </p:txBody>
        </p:sp>
        <p:sp>
          <p:nvSpPr>
            <p:cNvPr id="75565" name="Line 813"/>
            <p:cNvSpPr>
              <a:spLocks noChangeShapeType="1"/>
            </p:cNvSpPr>
            <p:nvPr/>
          </p:nvSpPr>
          <p:spPr bwMode="auto">
            <a:xfrm>
              <a:off x="1680" y="960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66" name="Line 814"/>
            <p:cNvSpPr>
              <a:spLocks noChangeShapeType="1"/>
            </p:cNvSpPr>
            <p:nvPr/>
          </p:nvSpPr>
          <p:spPr bwMode="auto">
            <a:xfrm>
              <a:off x="1680" y="2952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67" name="Line 815"/>
            <p:cNvSpPr>
              <a:spLocks noChangeShapeType="1"/>
            </p:cNvSpPr>
            <p:nvPr/>
          </p:nvSpPr>
          <p:spPr bwMode="auto">
            <a:xfrm>
              <a:off x="1680" y="960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68" name="Line 816"/>
            <p:cNvSpPr>
              <a:spLocks noChangeShapeType="1"/>
            </p:cNvSpPr>
            <p:nvPr/>
          </p:nvSpPr>
          <p:spPr bwMode="auto">
            <a:xfrm>
              <a:off x="3840" y="960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69" name="Line 817"/>
            <p:cNvSpPr>
              <a:spLocks noChangeShapeType="1"/>
            </p:cNvSpPr>
            <p:nvPr/>
          </p:nvSpPr>
          <p:spPr bwMode="auto">
            <a:xfrm>
              <a:off x="1680" y="1209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70" name="Line 818"/>
            <p:cNvSpPr>
              <a:spLocks noChangeShapeType="1"/>
            </p:cNvSpPr>
            <p:nvPr/>
          </p:nvSpPr>
          <p:spPr bwMode="auto">
            <a:xfrm>
              <a:off x="1996" y="960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71" name="Line 819"/>
            <p:cNvSpPr>
              <a:spLocks noChangeShapeType="1"/>
            </p:cNvSpPr>
            <p:nvPr/>
          </p:nvSpPr>
          <p:spPr bwMode="auto">
            <a:xfrm>
              <a:off x="2259" y="960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72" name="Line 820"/>
            <p:cNvSpPr>
              <a:spLocks noChangeShapeType="1"/>
            </p:cNvSpPr>
            <p:nvPr/>
          </p:nvSpPr>
          <p:spPr bwMode="auto">
            <a:xfrm>
              <a:off x="2524" y="960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73" name="Line 821"/>
            <p:cNvSpPr>
              <a:spLocks noChangeShapeType="1"/>
            </p:cNvSpPr>
            <p:nvPr/>
          </p:nvSpPr>
          <p:spPr bwMode="auto">
            <a:xfrm>
              <a:off x="2786" y="960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74" name="Line 822"/>
            <p:cNvSpPr>
              <a:spLocks noChangeShapeType="1"/>
            </p:cNvSpPr>
            <p:nvPr/>
          </p:nvSpPr>
          <p:spPr bwMode="auto">
            <a:xfrm>
              <a:off x="3050" y="960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75" name="Line 823"/>
            <p:cNvSpPr>
              <a:spLocks noChangeShapeType="1"/>
            </p:cNvSpPr>
            <p:nvPr/>
          </p:nvSpPr>
          <p:spPr bwMode="auto">
            <a:xfrm>
              <a:off x="3313" y="960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76" name="Line 824"/>
            <p:cNvSpPr>
              <a:spLocks noChangeShapeType="1"/>
            </p:cNvSpPr>
            <p:nvPr/>
          </p:nvSpPr>
          <p:spPr bwMode="auto">
            <a:xfrm>
              <a:off x="3577" y="960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77" name="Line 825"/>
            <p:cNvSpPr>
              <a:spLocks noChangeShapeType="1"/>
            </p:cNvSpPr>
            <p:nvPr/>
          </p:nvSpPr>
          <p:spPr bwMode="auto">
            <a:xfrm>
              <a:off x="1680" y="1458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78" name="Line 826"/>
            <p:cNvSpPr>
              <a:spLocks noChangeShapeType="1"/>
            </p:cNvSpPr>
            <p:nvPr/>
          </p:nvSpPr>
          <p:spPr bwMode="auto">
            <a:xfrm>
              <a:off x="1680" y="1707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79" name="Line 827"/>
            <p:cNvSpPr>
              <a:spLocks noChangeShapeType="1"/>
            </p:cNvSpPr>
            <p:nvPr/>
          </p:nvSpPr>
          <p:spPr bwMode="auto">
            <a:xfrm>
              <a:off x="1680" y="1956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80" name="Line 828"/>
            <p:cNvSpPr>
              <a:spLocks noChangeShapeType="1"/>
            </p:cNvSpPr>
            <p:nvPr/>
          </p:nvSpPr>
          <p:spPr bwMode="auto">
            <a:xfrm>
              <a:off x="1680" y="2205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81" name="Line 829"/>
            <p:cNvSpPr>
              <a:spLocks noChangeShapeType="1"/>
            </p:cNvSpPr>
            <p:nvPr/>
          </p:nvSpPr>
          <p:spPr bwMode="auto">
            <a:xfrm>
              <a:off x="1680" y="2454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82" name="Line 830"/>
            <p:cNvSpPr>
              <a:spLocks noChangeShapeType="1"/>
            </p:cNvSpPr>
            <p:nvPr/>
          </p:nvSpPr>
          <p:spPr bwMode="auto">
            <a:xfrm>
              <a:off x="1680" y="2703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583" name="Rectangle 831"/>
            <p:cNvSpPr>
              <a:spLocks noChangeArrowheads="1"/>
            </p:cNvSpPr>
            <p:nvPr/>
          </p:nvSpPr>
          <p:spPr bwMode="auto">
            <a:xfrm>
              <a:off x="3072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11</a:t>
              </a:r>
            </a:p>
          </p:txBody>
        </p:sp>
        <p:sp>
          <p:nvSpPr>
            <p:cNvPr id="75584" name="Rectangle 832"/>
            <p:cNvSpPr>
              <a:spLocks noChangeArrowheads="1"/>
            </p:cNvSpPr>
            <p:nvPr/>
          </p:nvSpPr>
          <p:spPr bwMode="auto">
            <a:xfrm>
              <a:off x="2784" y="22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585" name="Rectangle 833"/>
            <p:cNvSpPr>
              <a:spLocks noChangeArrowheads="1"/>
            </p:cNvSpPr>
            <p:nvPr/>
          </p:nvSpPr>
          <p:spPr bwMode="auto">
            <a:xfrm>
              <a:off x="3072" y="124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8</a:t>
              </a:r>
            </a:p>
          </p:txBody>
        </p:sp>
        <p:sp>
          <p:nvSpPr>
            <p:cNvPr id="75586" name="Rectangle 834"/>
            <p:cNvSpPr>
              <a:spLocks noChangeArrowheads="1"/>
            </p:cNvSpPr>
            <p:nvPr/>
          </p:nvSpPr>
          <p:spPr bwMode="auto">
            <a:xfrm>
              <a:off x="3072" y="14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7</a:t>
              </a:r>
            </a:p>
          </p:txBody>
        </p:sp>
        <p:sp>
          <p:nvSpPr>
            <p:cNvPr id="75587" name="Rectangle 835"/>
            <p:cNvSpPr>
              <a:spLocks noChangeArrowheads="1"/>
            </p:cNvSpPr>
            <p:nvPr/>
          </p:nvSpPr>
          <p:spPr bwMode="auto">
            <a:xfrm>
              <a:off x="3072" y="19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5588" name="Rectangle 836"/>
            <p:cNvSpPr>
              <a:spLocks noChangeArrowheads="1"/>
            </p:cNvSpPr>
            <p:nvPr/>
          </p:nvSpPr>
          <p:spPr bwMode="auto">
            <a:xfrm>
              <a:off x="2544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589" name="Rectangle 837"/>
            <p:cNvSpPr>
              <a:spLocks noChangeArrowheads="1"/>
            </p:cNvSpPr>
            <p:nvPr/>
          </p:nvSpPr>
          <p:spPr bwMode="auto">
            <a:xfrm>
              <a:off x="2016" y="216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590" name="Rectangle 838"/>
            <p:cNvSpPr>
              <a:spLocks noChangeArrowheads="1"/>
            </p:cNvSpPr>
            <p:nvPr/>
          </p:nvSpPr>
          <p:spPr bwMode="auto">
            <a:xfrm>
              <a:off x="2256" y="22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591" name="Rectangle 839"/>
            <p:cNvSpPr>
              <a:spLocks noChangeArrowheads="1"/>
            </p:cNvSpPr>
            <p:nvPr/>
          </p:nvSpPr>
          <p:spPr bwMode="auto">
            <a:xfrm>
              <a:off x="3072" y="22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5592" name="Rectangle 840"/>
            <p:cNvSpPr>
              <a:spLocks noChangeArrowheads="1"/>
            </p:cNvSpPr>
            <p:nvPr/>
          </p:nvSpPr>
          <p:spPr bwMode="auto">
            <a:xfrm>
              <a:off x="3072" y="24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5593" name="Rectangle 841"/>
            <p:cNvSpPr>
              <a:spLocks noChangeArrowheads="1"/>
            </p:cNvSpPr>
            <p:nvPr/>
          </p:nvSpPr>
          <p:spPr bwMode="auto">
            <a:xfrm>
              <a:off x="3072" y="27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-6</a:t>
              </a:r>
            </a:p>
          </p:txBody>
        </p:sp>
        <p:sp>
          <p:nvSpPr>
            <p:cNvPr id="75594" name="Rectangle 842"/>
            <p:cNvSpPr>
              <a:spLocks noChangeArrowheads="1"/>
            </p:cNvSpPr>
            <p:nvPr/>
          </p:nvSpPr>
          <p:spPr bwMode="auto">
            <a:xfrm>
              <a:off x="3312" y="22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595" name="Rectangle 843"/>
            <p:cNvSpPr>
              <a:spLocks noChangeArrowheads="1"/>
            </p:cNvSpPr>
            <p:nvPr/>
          </p:nvSpPr>
          <p:spPr bwMode="auto">
            <a:xfrm>
              <a:off x="3600" y="22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596" name="Rectangle 844"/>
            <p:cNvSpPr>
              <a:spLocks noChangeArrowheads="1"/>
            </p:cNvSpPr>
            <p:nvPr/>
          </p:nvSpPr>
          <p:spPr bwMode="auto">
            <a:xfrm>
              <a:off x="2544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597" name="Rectangle 845"/>
            <p:cNvSpPr>
              <a:spLocks noChangeArrowheads="1"/>
            </p:cNvSpPr>
            <p:nvPr/>
          </p:nvSpPr>
          <p:spPr bwMode="auto">
            <a:xfrm>
              <a:off x="2784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75598" name="Rectangle 846"/>
            <p:cNvSpPr>
              <a:spLocks noChangeArrowheads="1"/>
            </p:cNvSpPr>
            <p:nvPr/>
          </p:nvSpPr>
          <p:spPr bwMode="auto">
            <a:xfrm>
              <a:off x="2784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75599" name="Rectangle 847"/>
            <p:cNvSpPr>
              <a:spLocks noChangeArrowheads="1"/>
            </p:cNvSpPr>
            <p:nvPr/>
          </p:nvSpPr>
          <p:spPr bwMode="auto">
            <a:xfrm>
              <a:off x="2784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75600" name="Rectangle 848"/>
            <p:cNvSpPr>
              <a:spLocks noChangeArrowheads="1"/>
            </p:cNvSpPr>
            <p:nvPr/>
          </p:nvSpPr>
          <p:spPr bwMode="auto">
            <a:xfrm>
              <a:off x="2016" y="19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601" name="Rectangle 849"/>
            <p:cNvSpPr>
              <a:spLocks noChangeArrowheads="1"/>
            </p:cNvSpPr>
            <p:nvPr/>
          </p:nvSpPr>
          <p:spPr bwMode="auto">
            <a:xfrm>
              <a:off x="2256" y="19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602" name="Rectangle 850"/>
            <p:cNvSpPr>
              <a:spLocks noChangeArrowheads="1"/>
            </p:cNvSpPr>
            <p:nvPr/>
          </p:nvSpPr>
          <p:spPr bwMode="auto">
            <a:xfrm>
              <a:off x="2784" y="19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5603" name="Rectangle 851"/>
            <p:cNvSpPr>
              <a:spLocks noChangeArrowheads="1"/>
            </p:cNvSpPr>
            <p:nvPr/>
          </p:nvSpPr>
          <p:spPr bwMode="auto">
            <a:xfrm>
              <a:off x="2784" y="24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75604" name="Rectangle 852"/>
            <p:cNvSpPr>
              <a:spLocks noChangeArrowheads="1"/>
            </p:cNvSpPr>
            <p:nvPr/>
          </p:nvSpPr>
          <p:spPr bwMode="auto">
            <a:xfrm>
              <a:off x="2784" y="27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75605" name="Rectangle 853"/>
            <p:cNvSpPr>
              <a:spLocks noChangeArrowheads="1"/>
            </p:cNvSpPr>
            <p:nvPr/>
          </p:nvSpPr>
          <p:spPr bwMode="auto">
            <a:xfrm>
              <a:off x="3312" y="19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606" name="Rectangle 854"/>
            <p:cNvSpPr>
              <a:spLocks noChangeArrowheads="1"/>
            </p:cNvSpPr>
            <p:nvPr/>
          </p:nvSpPr>
          <p:spPr bwMode="auto">
            <a:xfrm>
              <a:off x="3600" y="19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607" name="Rectangle 855"/>
            <p:cNvSpPr>
              <a:spLocks noChangeArrowheads="1"/>
            </p:cNvSpPr>
            <p:nvPr/>
          </p:nvSpPr>
          <p:spPr bwMode="auto">
            <a:xfrm>
              <a:off x="2016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608" name="Rectangle 856"/>
            <p:cNvSpPr>
              <a:spLocks noChangeArrowheads="1"/>
            </p:cNvSpPr>
            <p:nvPr/>
          </p:nvSpPr>
          <p:spPr bwMode="auto">
            <a:xfrm>
              <a:off x="2256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609" name="Rectangle 857"/>
            <p:cNvSpPr>
              <a:spLocks noChangeArrowheads="1"/>
            </p:cNvSpPr>
            <p:nvPr/>
          </p:nvSpPr>
          <p:spPr bwMode="auto">
            <a:xfrm>
              <a:off x="2544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5610" name="Rectangle 858"/>
            <p:cNvSpPr>
              <a:spLocks noChangeArrowheads="1"/>
            </p:cNvSpPr>
            <p:nvPr/>
          </p:nvSpPr>
          <p:spPr bwMode="auto">
            <a:xfrm>
              <a:off x="2544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75611" name="Rectangle 859"/>
            <p:cNvSpPr>
              <a:spLocks noChangeArrowheads="1"/>
            </p:cNvSpPr>
            <p:nvPr/>
          </p:nvSpPr>
          <p:spPr bwMode="auto">
            <a:xfrm>
              <a:off x="2544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612" name="Rectangle 860"/>
            <p:cNvSpPr>
              <a:spLocks noChangeArrowheads="1"/>
            </p:cNvSpPr>
            <p:nvPr/>
          </p:nvSpPr>
          <p:spPr bwMode="auto">
            <a:xfrm>
              <a:off x="2544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613" name="Rectangle 861"/>
            <p:cNvSpPr>
              <a:spLocks noChangeArrowheads="1"/>
            </p:cNvSpPr>
            <p:nvPr/>
          </p:nvSpPr>
          <p:spPr bwMode="auto">
            <a:xfrm>
              <a:off x="2544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75614" name="Rectangle 862"/>
            <p:cNvSpPr>
              <a:spLocks noChangeArrowheads="1"/>
            </p:cNvSpPr>
            <p:nvPr/>
          </p:nvSpPr>
          <p:spPr bwMode="auto">
            <a:xfrm>
              <a:off x="3312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5615" name="Rectangle 863"/>
            <p:cNvSpPr>
              <a:spLocks noChangeArrowheads="1"/>
            </p:cNvSpPr>
            <p:nvPr/>
          </p:nvSpPr>
          <p:spPr bwMode="auto">
            <a:xfrm>
              <a:off x="3312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-1</a:t>
              </a:r>
            </a:p>
          </p:txBody>
        </p:sp>
        <p:sp>
          <p:nvSpPr>
            <p:cNvPr id="75616" name="Rectangle 864"/>
            <p:cNvSpPr>
              <a:spLocks noChangeArrowheads="1"/>
            </p:cNvSpPr>
            <p:nvPr/>
          </p:nvSpPr>
          <p:spPr bwMode="auto">
            <a:xfrm>
              <a:off x="3312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5617" name="Rectangle 865"/>
            <p:cNvSpPr>
              <a:spLocks noChangeArrowheads="1"/>
            </p:cNvSpPr>
            <p:nvPr/>
          </p:nvSpPr>
          <p:spPr bwMode="auto">
            <a:xfrm>
              <a:off x="3600" y="17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618" name="Rectangle 866"/>
            <p:cNvSpPr>
              <a:spLocks noChangeArrowheads="1"/>
            </p:cNvSpPr>
            <p:nvPr/>
          </p:nvSpPr>
          <p:spPr bwMode="auto">
            <a:xfrm>
              <a:off x="2016" y="124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619" name="Rectangle 867"/>
            <p:cNvSpPr>
              <a:spLocks noChangeArrowheads="1"/>
            </p:cNvSpPr>
            <p:nvPr/>
          </p:nvSpPr>
          <p:spPr bwMode="auto">
            <a:xfrm>
              <a:off x="2016" y="14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620" name="Rectangle 868"/>
            <p:cNvSpPr>
              <a:spLocks noChangeArrowheads="1"/>
            </p:cNvSpPr>
            <p:nvPr/>
          </p:nvSpPr>
          <p:spPr bwMode="auto">
            <a:xfrm>
              <a:off x="2016" y="24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5621" name="Rectangle 869"/>
            <p:cNvSpPr>
              <a:spLocks noChangeArrowheads="1"/>
            </p:cNvSpPr>
            <p:nvPr/>
          </p:nvSpPr>
          <p:spPr bwMode="auto">
            <a:xfrm>
              <a:off x="2016" y="27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5622" name="Rectangle 870"/>
            <p:cNvSpPr>
              <a:spLocks noChangeArrowheads="1"/>
            </p:cNvSpPr>
            <p:nvPr/>
          </p:nvSpPr>
          <p:spPr bwMode="auto">
            <a:xfrm>
              <a:off x="2256" y="124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5623" name="Rectangle 871"/>
            <p:cNvSpPr>
              <a:spLocks noChangeArrowheads="1"/>
            </p:cNvSpPr>
            <p:nvPr/>
          </p:nvSpPr>
          <p:spPr bwMode="auto">
            <a:xfrm>
              <a:off x="2256" y="14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624" name="Rectangle 872"/>
            <p:cNvSpPr>
              <a:spLocks noChangeArrowheads="1"/>
            </p:cNvSpPr>
            <p:nvPr/>
          </p:nvSpPr>
          <p:spPr bwMode="auto">
            <a:xfrm>
              <a:off x="2256" y="24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625" name="Rectangle 873"/>
            <p:cNvSpPr>
              <a:spLocks noChangeArrowheads="1"/>
            </p:cNvSpPr>
            <p:nvPr/>
          </p:nvSpPr>
          <p:spPr bwMode="auto">
            <a:xfrm>
              <a:off x="2256" y="27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626" name="Rectangle 874"/>
            <p:cNvSpPr>
              <a:spLocks noChangeArrowheads="1"/>
            </p:cNvSpPr>
            <p:nvPr/>
          </p:nvSpPr>
          <p:spPr bwMode="auto">
            <a:xfrm>
              <a:off x="3312" y="24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5627" name="Rectangle 875"/>
            <p:cNvSpPr>
              <a:spLocks noChangeArrowheads="1"/>
            </p:cNvSpPr>
            <p:nvPr/>
          </p:nvSpPr>
          <p:spPr bwMode="auto">
            <a:xfrm>
              <a:off x="3312" y="27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  <a:endParaRPr lang="en-US"/>
            </a:p>
          </p:txBody>
        </p:sp>
        <p:sp>
          <p:nvSpPr>
            <p:cNvPr id="75628" name="Rectangle 876"/>
            <p:cNvSpPr>
              <a:spLocks noChangeArrowheads="1"/>
            </p:cNvSpPr>
            <p:nvPr/>
          </p:nvSpPr>
          <p:spPr bwMode="auto">
            <a:xfrm>
              <a:off x="3600" y="124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5629" name="Rectangle 877"/>
            <p:cNvSpPr>
              <a:spLocks noChangeArrowheads="1"/>
            </p:cNvSpPr>
            <p:nvPr/>
          </p:nvSpPr>
          <p:spPr bwMode="auto">
            <a:xfrm>
              <a:off x="3600" y="14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630" name="Rectangle 878"/>
            <p:cNvSpPr>
              <a:spLocks noChangeArrowheads="1"/>
            </p:cNvSpPr>
            <p:nvPr/>
          </p:nvSpPr>
          <p:spPr bwMode="auto">
            <a:xfrm>
              <a:off x="3600" y="24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5631" name="Rectangle 879"/>
            <p:cNvSpPr>
              <a:spLocks noChangeArrowheads="1"/>
            </p:cNvSpPr>
            <p:nvPr/>
          </p:nvSpPr>
          <p:spPr bwMode="auto">
            <a:xfrm>
              <a:off x="3600" y="27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5632" name="Rectangle 880"/>
            <p:cNvSpPr>
              <a:spLocks noChangeArrowheads="1"/>
            </p:cNvSpPr>
            <p:nvPr/>
          </p:nvSpPr>
          <p:spPr bwMode="auto">
            <a:xfrm>
              <a:off x="1440" y="1176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5633" name="Rectangle 881"/>
            <p:cNvSpPr>
              <a:spLocks noChangeArrowheads="1"/>
            </p:cNvSpPr>
            <p:nvPr/>
          </p:nvSpPr>
          <p:spPr bwMode="auto">
            <a:xfrm>
              <a:off x="1440" y="146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5634" name="Rectangle 882"/>
            <p:cNvSpPr>
              <a:spLocks noChangeArrowheads="1"/>
            </p:cNvSpPr>
            <p:nvPr/>
          </p:nvSpPr>
          <p:spPr bwMode="auto">
            <a:xfrm>
              <a:off x="1440" y="17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5635" name="Rectangle 883"/>
            <p:cNvSpPr>
              <a:spLocks noChangeArrowheads="1"/>
            </p:cNvSpPr>
            <p:nvPr/>
          </p:nvSpPr>
          <p:spPr bwMode="auto">
            <a:xfrm>
              <a:off x="1440" y="194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5636" name="Rectangle 884"/>
            <p:cNvSpPr>
              <a:spLocks noChangeArrowheads="1"/>
            </p:cNvSpPr>
            <p:nvPr/>
          </p:nvSpPr>
          <p:spPr bwMode="auto">
            <a:xfrm>
              <a:off x="1440" y="218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5637" name="Rectangle 885"/>
            <p:cNvSpPr>
              <a:spLocks noChangeArrowheads="1"/>
            </p:cNvSpPr>
            <p:nvPr/>
          </p:nvSpPr>
          <p:spPr bwMode="auto">
            <a:xfrm>
              <a:off x="1440" y="242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5638" name="Rectangle 886"/>
            <p:cNvSpPr>
              <a:spLocks noChangeArrowheads="1"/>
            </p:cNvSpPr>
            <p:nvPr/>
          </p:nvSpPr>
          <p:spPr bwMode="auto">
            <a:xfrm>
              <a:off x="1440" y="266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5639" name="Rectangle 887"/>
            <p:cNvSpPr>
              <a:spLocks noChangeArrowheads="1"/>
            </p:cNvSpPr>
            <p:nvPr/>
          </p:nvSpPr>
          <p:spPr bwMode="auto">
            <a:xfrm>
              <a:off x="2016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5640" name="Rectangle 888"/>
            <p:cNvSpPr>
              <a:spLocks noChangeArrowheads="1"/>
            </p:cNvSpPr>
            <p:nvPr/>
          </p:nvSpPr>
          <p:spPr bwMode="auto">
            <a:xfrm>
              <a:off x="2304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5641" name="Rectangle 889"/>
            <p:cNvSpPr>
              <a:spLocks noChangeArrowheads="1"/>
            </p:cNvSpPr>
            <p:nvPr/>
          </p:nvSpPr>
          <p:spPr bwMode="auto">
            <a:xfrm>
              <a:off x="2544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5642" name="Rectangle 890"/>
            <p:cNvSpPr>
              <a:spLocks noChangeArrowheads="1"/>
            </p:cNvSpPr>
            <p:nvPr/>
          </p:nvSpPr>
          <p:spPr bwMode="auto">
            <a:xfrm>
              <a:off x="2832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5643" name="Rectangle 891"/>
            <p:cNvSpPr>
              <a:spLocks noChangeArrowheads="1"/>
            </p:cNvSpPr>
            <p:nvPr/>
          </p:nvSpPr>
          <p:spPr bwMode="auto">
            <a:xfrm>
              <a:off x="3120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5644" name="Rectangle 892"/>
            <p:cNvSpPr>
              <a:spLocks noChangeArrowheads="1"/>
            </p:cNvSpPr>
            <p:nvPr/>
          </p:nvSpPr>
          <p:spPr bwMode="auto">
            <a:xfrm>
              <a:off x="3360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5645" name="Rectangle 893"/>
            <p:cNvSpPr>
              <a:spLocks noChangeArrowheads="1"/>
            </p:cNvSpPr>
            <p:nvPr/>
          </p:nvSpPr>
          <p:spPr bwMode="auto">
            <a:xfrm>
              <a:off x="3648" y="696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sp>
        <p:nvSpPr>
          <p:cNvPr id="75646" name="Rectangle 894"/>
          <p:cNvSpPr>
            <a:spLocks noChangeArrowheads="1"/>
          </p:cNvSpPr>
          <p:nvPr/>
        </p:nvSpPr>
        <p:spPr bwMode="auto">
          <a:xfrm>
            <a:off x="2286000" y="4953000"/>
            <a:ext cx="3810000" cy="990600"/>
          </a:xfrm>
          <a:prstGeom prst="rect">
            <a:avLst/>
          </a:prstGeom>
          <a:noFill/>
          <a:ln w="38100">
            <a:solidFill>
              <a:srgbClr val="8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VNI-Times" pitchFamily="2" charset="0"/>
              </a:rPr>
              <a:t>Vì L</a:t>
            </a:r>
            <a:r>
              <a:rPr lang="en-US" sz="2400" baseline="-25000">
                <a:latin typeface="VNI-Times" pitchFamily="2" charset="0"/>
              </a:rPr>
              <a:t>4</a:t>
            </a:r>
            <a:r>
              <a:rPr lang="en-US" sz="2400">
                <a:latin typeface="VNI-Times" pitchFamily="2" charset="0"/>
              </a:rPr>
              <a:t> khoâng coù gì thayñoåi caû </a:t>
            </a:r>
          </a:p>
          <a:p>
            <a:pPr algn="ctr"/>
            <a:r>
              <a:rPr lang="en-US" sz="2400">
                <a:latin typeface="VNI-Times" pitchFamily="2" charset="0"/>
              </a:rPr>
              <a:t>neân P</a:t>
            </a:r>
            <a:r>
              <a:rPr lang="en-US" sz="2400" baseline="-25000">
                <a:latin typeface="VNI-Times" pitchFamily="2" charset="0"/>
              </a:rPr>
              <a:t>4</a:t>
            </a:r>
            <a:r>
              <a:rPr lang="en-US" sz="2400">
                <a:latin typeface="VNI-Times" pitchFamily="2" charset="0"/>
              </a:rPr>
              <a:t> vaãn giöõ nguyeân</a:t>
            </a:r>
          </a:p>
        </p:txBody>
      </p:sp>
      <p:sp>
        <p:nvSpPr>
          <p:cNvPr id="75648" name="Rectangle 896"/>
          <p:cNvSpPr>
            <a:spLocks noChangeArrowheads="1"/>
          </p:cNvSpPr>
          <p:nvPr/>
        </p:nvSpPr>
        <p:spPr bwMode="auto">
          <a:xfrm>
            <a:off x="4038600" y="152400"/>
            <a:ext cx="1447800" cy="4572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800" b="1">
                <a:solidFill>
                  <a:srgbClr val="FF0000"/>
                </a:solidFill>
              </a:rPr>
              <a:t>ìm P</a:t>
            </a:r>
            <a:r>
              <a:rPr lang="en-US" sz="2800" b="1" baseline="-25000">
                <a:solidFill>
                  <a:srgbClr val="FF0000"/>
                </a:solidFill>
              </a:rPr>
              <a:t>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7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7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7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7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7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74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74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74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74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7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7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7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7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7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7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74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7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74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74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74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74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74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74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74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74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" dur="500"/>
                                        <p:tgtEl>
                                          <p:spTgt spid="74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500"/>
                                        <p:tgtEl>
                                          <p:spTgt spid="74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74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500"/>
                                        <p:tgtEl>
                                          <p:spTgt spid="75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7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500"/>
                                        <p:tgtEl>
                                          <p:spTgt spid="7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8" dur="500"/>
                                        <p:tgtEl>
                                          <p:spTgt spid="7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1" dur="500"/>
                                        <p:tgtEl>
                                          <p:spTgt spid="7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4" dur="500"/>
                                        <p:tgtEl>
                                          <p:spTgt spid="7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500"/>
                                        <p:tgtEl>
                                          <p:spTgt spid="7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0" dur="500"/>
                                        <p:tgtEl>
                                          <p:spTgt spid="7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3" dur="500"/>
                                        <p:tgtEl>
                                          <p:spTgt spid="7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6" dur="500"/>
                                        <p:tgtEl>
                                          <p:spTgt spid="7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9" dur="500"/>
                                        <p:tgtEl>
                                          <p:spTgt spid="7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2" dur="500"/>
                                        <p:tgtEl>
                                          <p:spTgt spid="7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5" dur="500"/>
                                        <p:tgtEl>
                                          <p:spTgt spid="7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8" dur="500"/>
                                        <p:tgtEl>
                                          <p:spTgt spid="7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1" dur="500"/>
                                        <p:tgtEl>
                                          <p:spTgt spid="75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1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165" dur="20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168" dur="2000"/>
                                        <p:tgtEl>
                                          <p:spTgt spid="748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171" dur="2000"/>
                                        <p:tgtEl>
                                          <p:spTgt spid="748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174" dur="2000"/>
                                        <p:tgtEl>
                                          <p:spTgt spid="748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177" dur="2000"/>
                                        <p:tgtEl>
                                          <p:spTgt spid="748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180" dur="2000"/>
                                        <p:tgtEl>
                                          <p:spTgt spid="748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183" dur="2000"/>
                                        <p:tgtEl>
                                          <p:spTgt spid="748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186" dur="2000"/>
                                        <p:tgtEl>
                                          <p:spTgt spid="748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189" dur="2000"/>
                                        <p:tgtEl>
                                          <p:spTgt spid="748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192" dur="2000"/>
                                        <p:tgtEl>
                                          <p:spTgt spid="748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195" dur="2000"/>
                                        <p:tgtEl>
                                          <p:spTgt spid="748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198" dur="2000"/>
                                        <p:tgtEl>
                                          <p:spTgt spid="748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01" dur="2000"/>
                                        <p:tgtEl>
                                          <p:spTgt spid="748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04" dur="2000"/>
                                        <p:tgtEl>
                                          <p:spTgt spid="748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07" dur="2000"/>
                                        <p:tgtEl>
                                          <p:spTgt spid="748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10" dur="2000"/>
                                        <p:tgtEl>
                                          <p:spTgt spid="748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13" dur="2000"/>
                                        <p:tgtEl>
                                          <p:spTgt spid="748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16" dur="2000"/>
                                        <p:tgtEl>
                                          <p:spTgt spid="748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19" dur="2000"/>
                                        <p:tgtEl>
                                          <p:spTgt spid="748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22" dur="2000"/>
                                        <p:tgtEl>
                                          <p:spTgt spid="748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25" dur="2000"/>
                                        <p:tgtEl>
                                          <p:spTgt spid="748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28" dur="2000"/>
                                        <p:tgtEl>
                                          <p:spTgt spid="748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31" dur="2000"/>
                                        <p:tgtEl>
                                          <p:spTgt spid="748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34" dur="2000"/>
                                        <p:tgtEl>
                                          <p:spTgt spid="748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37" dur="2000"/>
                                        <p:tgtEl>
                                          <p:spTgt spid="748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40" dur="2000"/>
                                        <p:tgtEl>
                                          <p:spTgt spid="748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43" dur="2000"/>
                                        <p:tgtEl>
                                          <p:spTgt spid="748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46" dur="2000"/>
                                        <p:tgtEl>
                                          <p:spTgt spid="748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49" dur="2000"/>
                                        <p:tgtEl>
                                          <p:spTgt spid="748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52" dur="2000"/>
                                        <p:tgtEl>
                                          <p:spTgt spid="748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21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5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21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58" dur="2000"/>
                                        <p:tgtEl>
                                          <p:spTgt spid="749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2000"/>
                            </p:stCondLst>
                            <p:childTnLst>
                              <p:par>
                                <p:cTn id="261" presetID="16" presetClass="exit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2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2500"/>
                            </p:stCondLst>
                            <p:childTnLst>
                              <p:par>
                                <p:cTn id="26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2" dur="500"/>
                                        <p:tgtEl>
                                          <p:spTgt spid="7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839" grpId="0"/>
      <p:bldP spid="74839" grpId="1"/>
      <p:bldP spid="74840" grpId="0"/>
      <p:bldP spid="74840" grpId="1"/>
      <p:bldP spid="74841" grpId="0"/>
      <p:bldP spid="74841" grpId="1"/>
      <p:bldP spid="74842" grpId="0"/>
      <p:bldP spid="74842" grpId="1"/>
      <p:bldP spid="74843" grpId="0"/>
      <p:bldP spid="74843" grpId="1"/>
      <p:bldP spid="74844" grpId="0"/>
      <p:bldP spid="74844" grpId="1"/>
      <p:bldP spid="74845" grpId="0"/>
      <p:bldP spid="74845" grpId="1"/>
      <p:bldP spid="74846" grpId="0"/>
      <p:bldP spid="74846" grpId="1"/>
      <p:bldP spid="74847" grpId="0"/>
      <p:bldP spid="74847" grpId="1"/>
      <p:bldP spid="74848" grpId="0"/>
      <p:bldP spid="74848" grpId="1"/>
      <p:bldP spid="74849" grpId="0"/>
      <p:bldP spid="74849" grpId="1"/>
      <p:bldP spid="74850" grpId="0"/>
      <p:bldP spid="74850" grpId="1"/>
      <p:bldP spid="74851" grpId="0"/>
      <p:bldP spid="74851" grpId="1"/>
      <p:bldP spid="74852" grpId="0"/>
      <p:bldP spid="74852" grpId="1"/>
      <p:bldP spid="74853" grpId="0"/>
      <p:bldP spid="74853" grpId="1"/>
      <p:bldP spid="74854" grpId="0"/>
      <p:bldP spid="74854" grpId="1"/>
      <p:bldP spid="74855" grpId="0"/>
      <p:bldP spid="74855" grpId="1"/>
      <p:bldP spid="74856" grpId="0"/>
      <p:bldP spid="74856" grpId="1"/>
      <p:bldP spid="74857" grpId="0"/>
      <p:bldP spid="74857" grpId="1"/>
      <p:bldP spid="74858" grpId="0"/>
      <p:bldP spid="74858" grpId="1"/>
      <p:bldP spid="74859" grpId="0"/>
      <p:bldP spid="74859" grpId="1"/>
      <p:bldP spid="74860" grpId="0"/>
      <p:bldP spid="74860" grpId="1"/>
      <p:bldP spid="74861" grpId="0"/>
      <p:bldP spid="74861" grpId="1"/>
      <p:bldP spid="74862" grpId="0"/>
      <p:bldP spid="74862" grpId="1"/>
      <p:bldP spid="74863" grpId="0"/>
      <p:bldP spid="74863" grpId="1"/>
      <p:bldP spid="74864" grpId="0"/>
      <p:bldP spid="74864" grpId="1"/>
      <p:bldP spid="74865" grpId="0"/>
      <p:bldP spid="74865" grpId="1"/>
      <p:bldP spid="74866" grpId="0"/>
      <p:bldP spid="74866" grpId="1"/>
      <p:bldP spid="74867" grpId="0"/>
      <p:bldP spid="74867" grpId="1"/>
      <p:bldP spid="74902" grpId="0"/>
      <p:bldP spid="74902" grpId="1"/>
      <p:bldP spid="75136" grpId="0"/>
      <p:bldP spid="75137" grpId="0"/>
      <p:bldP spid="75138" grpId="0"/>
      <p:bldP spid="75139" grpId="0"/>
      <p:bldP spid="75140" grpId="0"/>
      <p:bldP spid="75141" grpId="0"/>
      <p:bldP spid="75142" grpId="0"/>
      <p:bldP spid="75143" grpId="0"/>
      <p:bldP spid="75144" grpId="0"/>
      <p:bldP spid="75145" grpId="0"/>
      <p:bldP spid="75146" grpId="0"/>
      <p:bldP spid="75147" grpId="0"/>
      <p:bldP spid="75148" grpId="0"/>
      <p:bldP spid="75199" grpId="0"/>
      <p:bldP spid="75646" grpId="0" animBg="1"/>
      <p:bldP spid="7564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990600" y="381000"/>
            <a:ext cx="1295400" cy="5334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800" b="1">
                <a:solidFill>
                  <a:srgbClr val="FF0000"/>
                </a:solidFill>
              </a:rPr>
              <a:t>ìm L</a:t>
            </a:r>
            <a:r>
              <a:rPr lang="en-US" sz="2800" b="1" baseline="-25000">
                <a:solidFill>
                  <a:srgbClr val="FF0000"/>
                </a:solidFill>
              </a:rPr>
              <a:t>5</a:t>
            </a:r>
          </a:p>
        </p:txBody>
      </p:sp>
      <p:graphicFrame>
        <p:nvGraphicFramePr>
          <p:cNvPr id="76805" name="Group 5"/>
          <p:cNvGraphicFramePr>
            <a:graphicFrameLocks noGrp="1"/>
          </p:cNvGraphicFramePr>
          <p:nvPr/>
        </p:nvGraphicFramePr>
        <p:xfrm>
          <a:off x="457200" y="18288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6888" name="Rectangle 88"/>
          <p:cNvSpPr>
            <a:spLocks noChangeArrowheads="1"/>
          </p:cNvSpPr>
          <p:nvPr/>
        </p:nvSpPr>
        <p:spPr bwMode="auto">
          <a:xfrm>
            <a:off x="2667000" y="3009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11</a:t>
            </a:r>
          </a:p>
        </p:txBody>
      </p:sp>
      <p:sp>
        <p:nvSpPr>
          <p:cNvPr id="76889" name="Rectangle 89"/>
          <p:cNvSpPr>
            <a:spLocks noChangeArrowheads="1"/>
          </p:cNvSpPr>
          <p:nvPr/>
        </p:nvSpPr>
        <p:spPr bwMode="auto">
          <a:xfrm>
            <a:off x="22098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890" name="Rectangle 90"/>
          <p:cNvSpPr>
            <a:spLocks noChangeArrowheads="1"/>
          </p:cNvSpPr>
          <p:nvPr/>
        </p:nvSpPr>
        <p:spPr bwMode="auto">
          <a:xfrm>
            <a:off x="2667000" y="2286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8</a:t>
            </a:r>
          </a:p>
        </p:txBody>
      </p:sp>
      <p:sp>
        <p:nvSpPr>
          <p:cNvPr id="76891" name="Rectangle 91"/>
          <p:cNvSpPr>
            <a:spLocks noChangeArrowheads="1"/>
          </p:cNvSpPr>
          <p:nvPr/>
        </p:nvSpPr>
        <p:spPr bwMode="auto">
          <a:xfrm>
            <a:off x="2667000" y="2667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7</a:t>
            </a:r>
          </a:p>
        </p:txBody>
      </p:sp>
      <p:sp>
        <p:nvSpPr>
          <p:cNvPr id="76892" name="Rectangle 92"/>
          <p:cNvSpPr>
            <a:spLocks noChangeArrowheads="1"/>
          </p:cNvSpPr>
          <p:nvPr/>
        </p:nvSpPr>
        <p:spPr bwMode="auto">
          <a:xfrm>
            <a:off x="26670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76893" name="Rectangle 93"/>
          <p:cNvSpPr>
            <a:spLocks noChangeArrowheads="1"/>
          </p:cNvSpPr>
          <p:nvPr/>
        </p:nvSpPr>
        <p:spPr bwMode="auto">
          <a:xfrm>
            <a:off x="1828800" y="3771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894" name="Rectangle 94"/>
          <p:cNvSpPr>
            <a:spLocks noChangeArrowheads="1"/>
          </p:cNvSpPr>
          <p:nvPr/>
        </p:nvSpPr>
        <p:spPr bwMode="auto">
          <a:xfrm>
            <a:off x="990600" y="37338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895" name="Rectangle 95"/>
          <p:cNvSpPr>
            <a:spLocks noChangeArrowheads="1"/>
          </p:cNvSpPr>
          <p:nvPr/>
        </p:nvSpPr>
        <p:spPr bwMode="auto">
          <a:xfrm>
            <a:off x="13716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896" name="Rectangle 96"/>
          <p:cNvSpPr>
            <a:spLocks noChangeArrowheads="1"/>
          </p:cNvSpPr>
          <p:nvPr/>
        </p:nvSpPr>
        <p:spPr bwMode="auto">
          <a:xfrm>
            <a:off x="26670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6897" name="Rectangle 97"/>
          <p:cNvSpPr>
            <a:spLocks noChangeArrowheads="1"/>
          </p:cNvSpPr>
          <p:nvPr/>
        </p:nvSpPr>
        <p:spPr bwMode="auto">
          <a:xfrm>
            <a:off x="2667000" y="4267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76898" name="Rectangle 98"/>
          <p:cNvSpPr>
            <a:spLocks noChangeArrowheads="1"/>
          </p:cNvSpPr>
          <p:nvPr/>
        </p:nvSpPr>
        <p:spPr bwMode="auto">
          <a:xfrm>
            <a:off x="26670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sp>
        <p:nvSpPr>
          <p:cNvPr id="76899" name="Rectangle 99"/>
          <p:cNvSpPr>
            <a:spLocks noChangeArrowheads="1"/>
          </p:cNvSpPr>
          <p:nvPr/>
        </p:nvSpPr>
        <p:spPr bwMode="auto">
          <a:xfrm>
            <a:off x="30480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00" name="Rectangle 100"/>
          <p:cNvSpPr>
            <a:spLocks noChangeArrowheads="1"/>
          </p:cNvSpPr>
          <p:nvPr/>
        </p:nvSpPr>
        <p:spPr bwMode="auto">
          <a:xfrm>
            <a:off x="35052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02" name="Rectangle 102"/>
          <p:cNvSpPr>
            <a:spLocks noChangeArrowheads="1"/>
          </p:cNvSpPr>
          <p:nvPr/>
        </p:nvSpPr>
        <p:spPr bwMode="auto">
          <a:xfrm>
            <a:off x="1828800" y="3390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03" name="Rectangle 103"/>
          <p:cNvSpPr>
            <a:spLocks noChangeArrowheads="1"/>
          </p:cNvSpPr>
          <p:nvPr/>
        </p:nvSpPr>
        <p:spPr bwMode="auto">
          <a:xfrm>
            <a:off x="2209800" y="2628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4</a:t>
            </a:r>
          </a:p>
        </p:txBody>
      </p:sp>
      <p:sp>
        <p:nvSpPr>
          <p:cNvPr id="76904" name="Rectangle 104"/>
          <p:cNvSpPr>
            <a:spLocks noChangeArrowheads="1"/>
          </p:cNvSpPr>
          <p:nvPr/>
        </p:nvSpPr>
        <p:spPr bwMode="auto">
          <a:xfrm>
            <a:off x="2209800" y="2247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5</a:t>
            </a:r>
          </a:p>
        </p:txBody>
      </p:sp>
      <p:sp>
        <p:nvSpPr>
          <p:cNvPr id="76905" name="Rectangle 105"/>
          <p:cNvSpPr>
            <a:spLocks noChangeArrowheads="1"/>
          </p:cNvSpPr>
          <p:nvPr/>
        </p:nvSpPr>
        <p:spPr bwMode="auto">
          <a:xfrm>
            <a:off x="2209800" y="3009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76906" name="Rectangle 106"/>
          <p:cNvSpPr>
            <a:spLocks noChangeArrowheads="1"/>
          </p:cNvSpPr>
          <p:nvPr/>
        </p:nvSpPr>
        <p:spPr bwMode="auto">
          <a:xfrm>
            <a:off x="9906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07" name="Rectangle 107"/>
          <p:cNvSpPr>
            <a:spLocks noChangeArrowheads="1"/>
          </p:cNvSpPr>
          <p:nvPr/>
        </p:nvSpPr>
        <p:spPr bwMode="auto">
          <a:xfrm>
            <a:off x="13716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08" name="Rectangle 108"/>
          <p:cNvSpPr>
            <a:spLocks noChangeArrowheads="1"/>
          </p:cNvSpPr>
          <p:nvPr/>
        </p:nvSpPr>
        <p:spPr bwMode="auto">
          <a:xfrm>
            <a:off x="22098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6909" name="Rectangle 109"/>
          <p:cNvSpPr>
            <a:spLocks noChangeArrowheads="1"/>
          </p:cNvSpPr>
          <p:nvPr/>
        </p:nvSpPr>
        <p:spPr bwMode="auto">
          <a:xfrm>
            <a:off x="2209800" y="4267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76910" name="Rectangle 110"/>
          <p:cNvSpPr>
            <a:spLocks noChangeArrowheads="1"/>
          </p:cNvSpPr>
          <p:nvPr/>
        </p:nvSpPr>
        <p:spPr bwMode="auto">
          <a:xfrm>
            <a:off x="22098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76911" name="Rectangle 111"/>
          <p:cNvSpPr>
            <a:spLocks noChangeArrowheads="1"/>
          </p:cNvSpPr>
          <p:nvPr/>
        </p:nvSpPr>
        <p:spPr bwMode="auto">
          <a:xfrm>
            <a:off x="30480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12" name="Rectangle 112"/>
          <p:cNvSpPr>
            <a:spLocks noChangeArrowheads="1"/>
          </p:cNvSpPr>
          <p:nvPr/>
        </p:nvSpPr>
        <p:spPr bwMode="auto">
          <a:xfrm>
            <a:off x="35052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13" name="Rectangle 113"/>
          <p:cNvSpPr>
            <a:spLocks noChangeArrowheads="1"/>
          </p:cNvSpPr>
          <p:nvPr/>
        </p:nvSpPr>
        <p:spPr bwMode="auto">
          <a:xfrm>
            <a:off x="990600" y="3009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14" name="Rectangle 114"/>
          <p:cNvSpPr>
            <a:spLocks noChangeArrowheads="1"/>
          </p:cNvSpPr>
          <p:nvPr/>
        </p:nvSpPr>
        <p:spPr bwMode="auto">
          <a:xfrm>
            <a:off x="1371600" y="3009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15" name="Rectangle 115"/>
          <p:cNvSpPr>
            <a:spLocks noChangeArrowheads="1"/>
          </p:cNvSpPr>
          <p:nvPr/>
        </p:nvSpPr>
        <p:spPr bwMode="auto">
          <a:xfrm>
            <a:off x="1828800" y="2247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76916" name="Rectangle 116"/>
          <p:cNvSpPr>
            <a:spLocks noChangeArrowheads="1"/>
          </p:cNvSpPr>
          <p:nvPr/>
        </p:nvSpPr>
        <p:spPr bwMode="auto">
          <a:xfrm>
            <a:off x="1828800" y="2628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-4</a:t>
            </a:r>
          </a:p>
        </p:txBody>
      </p:sp>
      <p:sp>
        <p:nvSpPr>
          <p:cNvPr id="76917" name="Rectangle 117"/>
          <p:cNvSpPr>
            <a:spLocks noChangeArrowheads="1"/>
          </p:cNvSpPr>
          <p:nvPr/>
        </p:nvSpPr>
        <p:spPr bwMode="auto">
          <a:xfrm>
            <a:off x="1828800" y="3009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6918" name="Rectangle 118"/>
          <p:cNvSpPr>
            <a:spLocks noChangeArrowheads="1"/>
          </p:cNvSpPr>
          <p:nvPr/>
        </p:nvSpPr>
        <p:spPr bwMode="auto">
          <a:xfrm>
            <a:off x="1828800" y="42291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19" name="Rectangle 119"/>
          <p:cNvSpPr>
            <a:spLocks noChangeArrowheads="1"/>
          </p:cNvSpPr>
          <p:nvPr/>
        </p:nvSpPr>
        <p:spPr bwMode="auto">
          <a:xfrm>
            <a:off x="1828800" y="46101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  <a:endParaRPr lang="en-US"/>
          </a:p>
        </p:txBody>
      </p:sp>
      <p:sp>
        <p:nvSpPr>
          <p:cNvPr id="76920" name="Rectangle 120"/>
          <p:cNvSpPr>
            <a:spLocks noChangeArrowheads="1"/>
          </p:cNvSpPr>
          <p:nvPr/>
        </p:nvSpPr>
        <p:spPr bwMode="auto">
          <a:xfrm>
            <a:off x="3048000" y="2247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6921" name="Rectangle 121"/>
          <p:cNvSpPr>
            <a:spLocks noChangeArrowheads="1"/>
          </p:cNvSpPr>
          <p:nvPr/>
        </p:nvSpPr>
        <p:spPr bwMode="auto">
          <a:xfrm>
            <a:off x="3048000" y="2628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-1</a:t>
            </a:r>
          </a:p>
        </p:txBody>
      </p:sp>
      <p:sp>
        <p:nvSpPr>
          <p:cNvPr id="76922" name="Rectangle 122"/>
          <p:cNvSpPr>
            <a:spLocks noChangeArrowheads="1"/>
          </p:cNvSpPr>
          <p:nvPr/>
        </p:nvSpPr>
        <p:spPr bwMode="auto">
          <a:xfrm>
            <a:off x="3048000" y="30099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76923" name="Rectangle 123"/>
          <p:cNvSpPr>
            <a:spLocks noChangeArrowheads="1"/>
          </p:cNvSpPr>
          <p:nvPr/>
        </p:nvSpPr>
        <p:spPr bwMode="auto">
          <a:xfrm>
            <a:off x="35052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24" name="Rectangle 124"/>
          <p:cNvSpPr>
            <a:spLocks noChangeArrowheads="1"/>
          </p:cNvSpPr>
          <p:nvPr/>
        </p:nvSpPr>
        <p:spPr bwMode="auto">
          <a:xfrm>
            <a:off x="990600" y="2286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6925" name="Rectangle 125"/>
          <p:cNvSpPr>
            <a:spLocks noChangeArrowheads="1"/>
          </p:cNvSpPr>
          <p:nvPr/>
        </p:nvSpPr>
        <p:spPr bwMode="auto">
          <a:xfrm>
            <a:off x="990600" y="2667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26" name="Rectangle 126"/>
          <p:cNvSpPr>
            <a:spLocks noChangeArrowheads="1"/>
          </p:cNvSpPr>
          <p:nvPr/>
        </p:nvSpPr>
        <p:spPr bwMode="auto">
          <a:xfrm>
            <a:off x="990600" y="4267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76927" name="Rectangle 127"/>
          <p:cNvSpPr>
            <a:spLocks noChangeArrowheads="1"/>
          </p:cNvSpPr>
          <p:nvPr/>
        </p:nvSpPr>
        <p:spPr bwMode="auto">
          <a:xfrm>
            <a:off x="9906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76928" name="Rectangle 128"/>
          <p:cNvSpPr>
            <a:spLocks noChangeArrowheads="1"/>
          </p:cNvSpPr>
          <p:nvPr/>
        </p:nvSpPr>
        <p:spPr bwMode="auto">
          <a:xfrm>
            <a:off x="1371600" y="2286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76929" name="Rectangle 129"/>
          <p:cNvSpPr>
            <a:spLocks noChangeArrowheads="1"/>
          </p:cNvSpPr>
          <p:nvPr/>
        </p:nvSpPr>
        <p:spPr bwMode="auto">
          <a:xfrm>
            <a:off x="1371600" y="2667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6930" name="Rectangle 130"/>
          <p:cNvSpPr>
            <a:spLocks noChangeArrowheads="1"/>
          </p:cNvSpPr>
          <p:nvPr/>
        </p:nvSpPr>
        <p:spPr bwMode="auto">
          <a:xfrm>
            <a:off x="1371600" y="4267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31" name="Rectangle 131"/>
          <p:cNvSpPr>
            <a:spLocks noChangeArrowheads="1"/>
          </p:cNvSpPr>
          <p:nvPr/>
        </p:nvSpPr>
        <p:spPr bwMode="auto">
          <a:xfrm>
            <a:off x="13716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32" name="Rectangle 132"/>
          <p:cNvSpPr>
            <a:spLocks noChangeArrowheads="1"/>
          </p:cNvSpPr>
          <p:nvPr/>
        </p:nvSpPr>
        <p:spPr bwMode="auto">
          <a:xfrm>
            <a:off x="3048000" y="4267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6933" name="Rectangle 133"/>
          <p:cNvSpPr>
            <a:spLocks noChangeArrowheads="1"/>
          </p:cNvSpPr>
          <p:nvPr/>
        </p:nvSpPr>
        <p:spPr bwMode="auto">
          <a:xfrm>
            <a:off x="30480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76934" name="Rectangle 134"/>
          <p:cNvSpPr>
            <a:spLocks noChangeArrowheads="1"/>
          </p:cNvSpPr>
          <p:nvPr/>
        </p:nvSpPr>
        <p:spPr bwMode="auto">
          <a:xfrm>
            <a:off x="3505200" y="2286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76935" name="Rectangle 135"/>
          <p:cNvSpPr>
            <a:spLocks noChangeArrowheads="1"/>
          </p:cNvSpPr>
          <p:nvPr/>
        </p:nvSpPr>
        <p:spPr bwMode="auto">
          <a:xfrm>
            <a:off x="3505200" y="2667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36" name="Rectangle 136"/>
          <p:cNvSpPr>
            <a:spLocks noChangeArrowheads="1"/>
          </p:cNvSpPr>
          <p:nvPr/>
        </p:nvSpPr>
        <p:spPr bwMode="auto">
          <a:xfrm>
            <a:off x="3505200" y="4267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6937" name="Rectangle 137"/>
          <p:cNvSpPr>
            <a:spLocks noChangeArrowheads="1"/>
          </p:cNvSpPr>
          <p:nvPr/>
        </p:nvSpPr>
        <p:spPr bwMode="auto">
          <a:xfrm>
            <a:off x="35052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grpSp>
        <p:nvGrpSpPr>
          <p:cNvPr id="2" name="Group 138"/>
          <p:cNvGrpSpPr>
            <a:grpSpLocks/>
          </p:cNvGrpSpPr>
          <p:nvPr/>
        </p:nvGrpSpPr>
        <p:grpSpPr bwMode="auto">
          <a:xfrm>
            <a:off x="76200" y="1409700"/>
            <a:ext cx="3733800" cy="3505200"/>
            <a:chOff x="3216" y="624"/>
            <a:chExt cx="2352" cy="2208"/>
          </a:xfrm>
        </p:grpSpPr>
        <p:sp>
          <p:nvSpPr>
            <p:cNvPr id="76939" name="Rectangle 139"/>
            <p:cNvSpPr>
              <a:spLocks noChangeArrowheads="1"/>
            </p:cNvSpPr>
            <p:nvPr/>
          </p:nvSpPr>
          <p:spPr bwMode="auto">
            <a:xfrm>
              <a:off x="3216" y="11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6940" name="Rectangle 140"/>
            <p:cNvSpPr>
              <a:spLocks noChangeArrowheads="1"/>
            </p:cNvSpPr>
            <p:nvPr/>
          </p:nvSpPr>
          <p:spPr bwMode="auto">
            <a:xfrm>
              <a:off x="3216" y="13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6941" name="Rectangle 141"/>
            <p:cNvSpPr>
              <a:spLocks noChangeArrowheads="1"/>
            </p:cNvSpPr>
            <p:nvPr/>
          </p:nvSpPr>
          <p:spPr bwMode="auto">
            <a:xfrm>
              <a:off x="3216" y="163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6942" name="Rectangle 142"/>
            <p:cNvSpPr>
              <a:spLocks noChangeArrowheads="1"/>
            </p:cNvSpPr>
            <p:nvPr/>
          </p:nvSpPr>
          <p:spPr bwMode="auto">
            <a:xfrm>
              <a:off x="3216" y="187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6943" name="Rectangle 143"/>
            <p:cNvSpPr>
              <a:spLocks noChangeArrowheads="1"/>
            </p:cNvSpPr>
            <p:nvPr/>
          </p:nvSpPr>
          <p:spPr bwMode="auto">
            <a:xfrm>
              <a:off x="3216" y="211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6944" name="Rectangle 144"/>
            <p:cNvSpPr>
              <a:spLocks noChangeArrowheads="1"/>
            </p:cNvSpPr>
            <p:nvPr/>
          </p:nvSpPr>
          <p:spPr bwMode="auto">
            <a:xfrm>
              <a:off x="3216" y="235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6945" name="Rectangle 145"/>
            <p:cNvSpPr>
              <a:spLocks noChangeArrowheads="1"/>
            </p:cNvSpPr>
            <p:nvPr/>
          </p:nvSpPr>
          <p:spPr bwMode="auto">
            <a:xfrm>
              <a:off x="3216" y="25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6946" name="Rectangle 146"/>
            <p:cNvSpPr>
              <a:spLocks noChangeArrowheads="1"/>
            </p:cNvSpPr>
            <p:nvPr/>
          </p:nvSpPr>
          <p:spPr bwMode="auto">
            <a:xfrm>
              <a:off x="3792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6947" name="Rectangle 147"/>
            <p:cNvSpPr>
              <a:spLocks noChangeArrowheads="1"/>
            </p:cNvSpPr>
            <p:nvPr/>
          </p:nvSpPr>
          <p:spPr bwMode="auto">
            <a:xfrm>
              <a:off x="408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6948" name="Rectangle 148"/>
            <p:cNvSpPr>
              <a:spLocks noChangeArrowheads="1"/>
            </p:cNvSpPr>
            <p:nvPr/>
          </p:nvSpPr>
          <p:spPr bwMode="auto">
            <a:xfrm>
              <a:off x="432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6949" name="Rectangle 149"/>
            <p:cNvSpPr>
              <a:spLocks noChangeArrowheads="1"/>
            </p:cNvSpPr>
            <p:nvPr/>
          </p:nvSpPr>
          <p:spPr bwMode="auto">
            <a:xfrm>
              <a:off x="4608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6950" name="Rectangle 150"/>
            <p:cNvSpPr>
              <a:spLocks noChangeArrowheads="1"/>
            </p:cNvSpPr>
            <p:nvPr/>
          </p:nvSpPr>
          <p:spPr bwMode="auto">
            <a:xfrm>
              <a:off x="489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6951" name="Rectangle 151"/>
            <p:cNvSpPr>
              <a:spLocks noChangeArrowheads="1"/>
            </p:cNvSpPr>
            <p:nvPr/>
          </p:nvSpPr>
          <p:spPr bwMode="auto">
            <a:xfrm>
              <a:off x="513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6952" name="Rectangle 152"/>
            <p:cNvSpPr>
              <a:spLocks noChangeArrowheads="1"/>
            </p:cNvSpPr>
            <p:nvPr/>
          </p:nvSpPr>
          <p:spPr bwMode="auto">
            <a:xfrm>
              <a:off x="5424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graphicFrame>
        <p:nvGraphicFramePr>
          <p:cNvPr id="76953" name="Group 153"/>
          <p:cNvGraphicFramePr>
            <a:graphicFrameLocks noGrp="1"/>
          </p:cNvGraphicFramePr>
          <p:nvPr/>
        </p:nvGraphicFramePr>
        <p:xfrm>
          <a:off x="5334000" y="18669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7036" name="Rectangle 236"/>
          <p:cNvSpPr>
            <a:spLocks noChangeArrowheads="1"/>
          </p:cNvSpPr>
          <p:nvPr/>
        </p:nvSpPr>
        <p:spPr bwMode="auto">
          <a:xfrm>
            <a:off x="75438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0</a:t>
            </a:r>
          </a:p>
        </p:txBody>
      </p:sp>
      <p:sp>
        <p:nvSpPr>
          <p:cNvPr id="77038" name="Rectangle 238"/>
          <p:cNvSpPr>
            <a:spLocks noChangeArrowheads="1"/>
          </p:cNvSpPr>
          <p:nvPr/>
        </p:nvSpPr>
        <p:spPr bwMode="auto">
          <a:xfrm>
            <a:off x="7543800" y="23241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-3</a:t>
            </a:r>
          </a:p>
        </p:txBody>
      </p:sp>
      <p:sp>
        <p:nvSpPr>
          <p:cNvPr id="77039" name="Rectangle 239"/>
          <p:cNvSpPr>
            <a:spLocks noChangeArrowheads="1"/>
          </p:cNvSpPr>
          <p:nvPr/>
        </p:nvSpPr>
        <p:spPr bwMode="auto">
          <a:xfrm>
            <a:off x="7543800" y="27051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-4</a:t>
            </a:r>
          </a:p>
        </p:txBody>
      </p:sp>
      <p:sp>
        <p:nvSpPr>
          <p:cNvPr id="77045" name="Rectangle 245"/>
          <p:cNvSpPr>
            <a:spLocks noChangeArrowheads="1"/>
          </p:cNvSpPr>
          <p:nvPr/>
        </p:nvSpPr>
        <p:spPr bwMode="auto">
          <a:xfrm>
            <a:off x="7543800" y="4305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sp>
        <p:nvSpPr>
          <p:cNvPr id="77047" name="Rectangle 247"/>
          <p:cNvSpPr>
            <a:spLocks noChangeArrowheads="1"/>
          </p:cNvSpPr>
          <p:nvPr/>
        </p:nvSpPr>
        <p:spPr bwMode="auto">
          <a:xfrm>
            <a:off x="7924800" y="38481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7050" name="Rectangle 250"/>
          <p:cNvSpPr>
            <a:spLocks noChangeArrowheads="1"/>
          </p:cNvSpPr>
          <p:nvPr/>
        </p:nvSpPr>
        <p:spPr bwMode="auto">
          <a:xfrm>
            <a:off x="7086600" y="2667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0</a:t>
            </a:r>
          </a:p>
        </p:txBody>
      </p:sp>
      <p:sp>
        <p:nvSpPr>
          <p:cNvPr id="77051" name="Rectangle 251"/>
          <p:cNvSpPr>
            <a:spLocks noChangeArrowheads="1"/>
          </p:cNvSpPr>
          <p:nvPr/>
        </p:nvSpPr>
        <p:spPr bwMode="auto">
          <a:xfrm>
            <a:off x="7086600" y="2286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1</a:t>
            </a:r>
          </a:p>
        </p:txBody>
      </p:sp>
      <p:sp>
        <p:nvSpPr>
          <p:cNvPr id="77052" name="Rectangle 252"/>
          <p:cNvSpPr>
            <a:spLocks noChangeArrowheads="1"/>
          </p:cNvSpPr>
          <p:nvPr/>
        </p:nvSpPr>
        <p:spPr bwMode="auto">
          <a:xfrm>
            <a:off x="70866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4</a:t>
            </a:r>
          </a:p>
        </p:txBody>
      </p:sp>
      <p:sp>
        <p:nvSpPr>
          <p:cNvPr id="77056" name="Rectangle 256"/>
          <p:cNvSpPr>
            <a:spLocks noChangeArrowheads="1"/>
          </p:cNvSpPr>
          <p:nvPr/>
        </p:nvSpPr>
        <p:spPr bwMode="auto">
          <a:xfrm>
            <a:off x="7086600" y="4305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77058" name="Rectangle 258"/>
          <p:cNvSpPr>
            <a:spLocks noChangeArrowheads="1"/>
          </p:cNvSpPr>
          <p:nvPr/>
        </p:nvSpPr>
        <p:spPr bwMode="auto">
          <a:xfrm>
            <a:off x="7924800" y="34671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7065" name="Rectangle 265"/>
          <p:cNvSpPr>
            <a:spLocks noChangeArrowheads="1"/>
          </p:cNvSpPr>
          <p:nvPr/>
        </p:nvSpPr>
        <p:spPr bwMode="auto">
          <a:xfrm>
            <a:off x="6705600" y="4267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7067" name="Rectangle 267"/>
          <p:cNvSpPr>
            <a:spLocks noChangeArrowheads="1"/>
          </p:cNvSpPr>
          <p:nvPr/>
        </p:nvSpPr>
        <p:spPr bwMode="auto">
          <a:xfrm>
            <a:off x="7924800" y="2286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7068" name="Rectangle 268"/>
          <p:cNvSpPr>
            <a:spLocks noChangeArrowheads="1"/>
          </p:cNvSpPr>
          <p:nvPr/>
        </p:nvSpPr>
        <p:spPr bwMode="auto">
          <a:xfrm>
            <a:off x="7924800" y="2667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-1</a:t>
            </a:r>
          </a:p>
        </p:txBody>
      </p:sp>
      <p:sp>
        <p:nvSpPr>
          <p:cNvPr id="77069" name="Rectangle 269"/>
          <p:cNvSpPr>
            <a:spLocks noChangeArrowheads="1"/>
          </p:cNvSpPr>
          <p:nvPr/>
        </p:nvSpPr>
        <p:spPr bwMode="auto">
          <a:xfrm>
            <a:off x="7924800" y="3048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77073" name="Rectangle 273"/>
          <p:cNvSpPr>
            <a:spLocks noChangeArrowheads="1"/>
          </p:cNvSpPr>
          <p:nvPr/>
        </p:nvSpPr>
        <p:spPr bwMode="auto">
          <a:xfrm>
            <a:off x="5867400" y="4305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  <a:endParaRPr lang="en-US" b="1"/>
          </a:p>
        </p:txBody>
      </p:sp>
      <p:sp>
        <p:nvSpPr>
          <p:cNvPr id="77077" name="Rectangle 277"/>
          <p:cNvSpPr>
            <a:spLocks noChangeArrowheads="1"/>
          </p:cNvSpPr>
          <p:nvPr/>
        </p:nvSpPr>
        <p:spPr bwMode="auto">
          <a:xfrm>
            <a:off x="6248400" y="4305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7079" name="Rectangle 279"/>
          <p:cNvSpPr>
            <a:spLocks noChangeArrowheads="1"/>
          </p:cNvSpPr>
          <p:nvPr/>
        </p:nvSpPr>
        <p:spPr bwMode="auto">
          <a:xfrm>
            <a:off x="7924800" y="4305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7080" name="Rectangle 280"/>
          <p:cNvSpPr>
            <a:spLocks noChangeArrowheads="1"/>
          </p:cNvSpPr>
          <p:nvPr/>
        </p:nvSpPr>
        <p:spPr bwMode="auto">
          <a:xfrm>
            <a:off x="7924800" y="468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4</a:t>
            </a:r>
            <a:endParaRPr lang="en-US"/>
          </a:p>
        </p:txBody>
      </p:sp>
      <p:sp>
        <p:nvSpPr>
          <p:cNvPr id="77083" name="Rectangle 283"/>
          <p:cNvSpPr>
            <a:spLocks noChangeArrowheads="1"/>
          </p:cNvSpPr>
          <p:nvPr/>
        </p:nvSpPr>
        <p:spPr bwMode="auto">
          <a:xfrm>
            <a:off x="8382000" y="4305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77057" name="Rectangle 257"/>
          <p:cNvSpPr>
            <a:spLocks noChangeArrowheads="1"/>
          </p:cNvSpPr>
          <p:nvPr/>
        </p:nvSpPr>
        <p:spPr bwMode="auto">
          <a:xfrm>
            <a:off x="7086600" y="468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5</a:t>
            </a:r>
          </a:p>
        </p:txBody>
      </p:sp>
      <p:sp>
        <p:nvSpPr>
          <p:cNvPr id="77046" name="Rectangle 246"/>
          <p:cNvSpPr>
            <a:spLocks noChangeArrowheads="1"/>
          </p:cNvSpPr>
          <p:nvPr/>
        </p:nvSpPr>
        <p:spPr bwMode="auto">
          <a:xfrm>
            <a:off x="7543800" y="46863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-6</a:t>
            </a:r>
          </a:p>
        </p:txBody>
      </p:sp>
      <p:grpSp>
        <p:nvGrpSpPr>
          <p:cNvPr id="3" name="Group 388"/>
          <p:cNvGrpSpPr>
            <a:grpSpLocks/>
          </p:cNvGrpSpPr>
          <p:nvPr/>
        </p:nvGrpSpPr>
        <p:grpSpPr bwMode="auto">
          <a:xfrm>
            <a:off x="5867400" y="2286000"/>
            <a:ext cx="2895600" cy="2705100"/>
            <a:chOff x="3696" y="1440"/>
            <a:chExt cx="1824" cy="1704"/>
          </a:xfrm>
        </p:grpSpPr>
        <p:sp>
          <p:nvSpPr>
            <p:cNvPr id="77037" name="Rectangle 237"/>
            <p:cNvSpPr>
              <a:spLocks noChangeArrowheads="1"/>
            </p:cNvSpPr>
            <p:nvPr/>
          </p:nvSpPr>
          <p:spPr bwMode="auto">
            <a:xfrm>
              <a:off x="4464" y="24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40" name="Rectangle 240"/>
            <p:cNvSpPr>
              <a:spLocks noChangeArrowheads="1"/>
            </p:cNvSpPr>
            <p:nvPr/>
          </p:nvSpPr>
          <p:spPr bwMode="auto">
            <a:xfrm>
              <a:off x="4752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7041" name="Rectangle 241"/>
            <p:cNvSpPr>
              <a:spLocks noChangeArrowheads="1"/>
            </p:cNvSpPr>
            <p:nvPr/>
          </p:nvSpPr>
          <p:spPr bwMode="auto">
            <a:xfrm>
              <a:off x="4224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42" name="Rectangle 242"/>
            <p:cNvSpPr>
              <a:spLocks noChangeArrowheads="1"/>
            </p:cNvSpPr>
            <p:nvPr/>
          </p:nvSpPr>
          <p:spPr bwMode="auto">
            <a:xfrm>
              <a:off x="3696" y="237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43" name="Rectangle 243"/>
            <p:cNvSpPr>
              <a:spLocks noChangeArrowheads="1"/>
            </p:cNvSpPr>
            <p:nvPr/>
          </p:nvSpPr>
          <p:spPr bwMode="auto">
            <a:xfrm>
              <a:off x="3936" y="24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44" name="Rectangle 244"/>
            <p:cNvSpPr>
              <a:spLocks noChangeArrowheads="1"/>
            </p:cNvSpPr>
            <p:nvPr/>
          </p:nvSpPr>
          <p:spPr bwMode="auto">
            <a:xfrm>
              <a:off x="4752" y="24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7048" name="Rectangle 248"/>
            <p:cNvSpPr>
              <a:spLocks noChangeArrowheads="1"/>
            </p:cNvSpPr>
            <p:nvPr/>
          </p:nvSpPr>
          <p:spPr bwMode="auto">
            <a:xfrm>
              <a:off x="5280" y="24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49" name="Rectangle 249"/>
            <p:cNvSpPr>
              <a:spLocks noChangeArrowheads="1"/>
            </p:cNvSpPr>
            <p:nvPr/>
          </p:nvSpPr>
          <p:spPr bwMode="auto">
            <a:xfrm>
              <a:off x="4224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53" name="Rectangle 253"/>
            <p:cNvSpPr>
              <a:spLocks noChangeArrowheads="1"/>
            </p:cNvSpPr>
            <p:nvPr/>
          </p:nvSpPr>
          <p:spPr bwMode="auto">
            <a:xfrm>
              <a:off x="3696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54" name="Rectangle 254"/>
            <p:cNvSpPr>
              <a:spLocks noChangeArrowheads="1"/>
            </p:cNvSpPr>
            <p:nvPr/>
          </p:nvSpPr>
          <p:spPr bwMode="auto">
            <a:xfrm>
              <a:off x="3936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55" name="Rectangle 255"/>
            <p:cNvSpPr>
              <a:spLocks noChangeArrowheads="1"/>
            </p:cNvSpPr>
            <p:nvPr/>
          </p:nvSpPr>
          <p:spPr bwMode="auto">
            <a:xfrm>
              <a:off x="4464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7059" name="Rectangle 259"/>
            <p:cNvSpPr>
              <a:spLocks noChangeArrowheads="1"/>
            </p:cNvSpPr>
            <p:nvPr/>
          </p:nvSpPr>
          <p:spPr bwMode="auto">
            <a:xfrm>
              <a:off x="5280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60" name="Rectangle 260"/>
            <p:cNvSpPr>
              <a:spLocks noChangeArrowheads="1"/>
            </p:cNvSpPr>
            <p:nvPr/>
          </p:nvSpPr>
          <p:spPr bwMode="auto">
            <a:xfrm>
              <a:off x="3696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61" name="Rectangle 261"/>
            <p:cNvSpPr>
              <a:spLocks noChangeArrowheads="1"/>
            </p:cNvSpPr>
            <p:nvPr/>
          </p:nvSpPr>
          <p:spPr bwMode="auto">
            <a:xfrm>
              <a:off x="3936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62" name="Rectangle 262"/>
            <p:cNvSpPr>
              <a:spLocks noChangeArrowheads="1"/>
            </p:cNvSpPr>
            <p:nvPr/>
          </p:nvSpPr>
          <p:spPr bwMode="auto">
            <a:xfrm>
              <a:off x="4224" y="14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7063" name="Rectangle 263"/>
            <p:cNvSpPr>
              <a:spLocks noChangeArrowheads="1"/>
            </p:cNvSpPr>
            <p:nvPr/>
          </p:nvSpPr>
          <p:spPr bwMode="auto">
            <a:xfrm>
              <a:off x="4224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77064" name="Rectangle 264"/>
            <p:cNvSpPr>
              <a:spLocks noChangeArrowheads="1"/>
            </p:cNvSpPr>
            <p:nvPr/>
          </p:nvSpPr>
          <p:spPr bwMode="auto">
            <a:xfrm>
              <a:off x="4224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7066" name="Rectangle 266"/>
            <p:cNvSpPr>
              <a:spLocks noChangeArrowheads="1"/>
            </p:cNvSpPr>
            <p:nvPr/>
          </p:nvSpPr>
          <p:spPr bwMode="auto">
            <a:xfrm>
              <a:off x="4224" y="29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77070" name="Rectangle 270"/>
            <p:cNvSpPr>
              <a:spLocks noChangeArrowheads="1"/>
            </p:cNvSpPr>
            <p:nvPr/>
          </p:nvSpPr>
          <p:spPr bwMode="auto">
            <a:xfrm>
              <a:off x="5280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71" name="Rectangle 271"/>
            <p:cNvSpPr>
              <a:spLocks noChangeArrowheads="1"/>
            </p:cNvSpPr>
            <p:nvPr/>
          </p:nvSpPr>
          <p:spPr bwMode="auto">
            <a:xfrm>
              <a:off x="3696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7072" name="Rectangle 272"/>
            <p:cNvSpPr>
              <a:spLocks noChangeArrowheads="1"/>
            </p:cNvSpPr>
            <p:nvPr/>
          </p:nvSpPr>
          <p:spPr bwMode="auto">
            <a:xfrm>
              <a:off x="3696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74" name="Rectangle 274"/>
            <p:cNvSpPr>
              <a:spLocks noChangeArrowheads="1"/>
            </p:cNvSpPr>
            <p:nvPr/>
          </p:nvSpPr>
          <p:spPr bwMode="auto">
            <a:xfrm>
              <a:off x="3696" y="29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7075" name="Rectangle 275"/>
            <p:cNvSpPr>
              <a:spLocks noChangeArrowheads="1"/>
            </p:cNvSpPr>
            <p:nvPr/>
          </p:nvSpPr>
          <p:spPr bwMode="auto">
            <a:xfrm>
              <a:off x="3936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7076" name="Rectangle 276"/>
            <p:cNvSpPr>
              <a:spLocks noChangeArrowheads="1"/>
            </p:cNvSpPr>
            <p:nvPr/>
          </p:nvSpPr>
          <p:spPr bwMode="auto">
            <a:xfrm>
              <a:off x="3936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7078" name="Rectangle 278"/>
            <p:cNvSpPr>
              <a:spLocks noChangeArrowheads="1"/>
            </p:cNvSpPr>
            <p:nvPr/>
          </p:nvSpPr>
          <p:spPr bwMode="auto">
            <a:xfrm>
              <a:off x="3936" y="29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81" name="Rectangle 281"/>
            <p:cNvSpPr>
              <a:spLocks noChangeArrowheads="1"/>
            </p:cNvSpPr>
            <p:nvPr/>
          </p:nvSpPr>
          <p:spPr bwMode="auto">
            <a:xfrm>
              <a:off x="5280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7082" name="Rectangle 282"/>
            <p:cNvSpPr>
              <a:spLocks noChangeArrowheads="1"/>
            </p:cNvSpPr>
            <p:nvPr/>
          </p:nvSpPr>
          <p:spPr bwMode="auto">
            <a:xfrm>
              <a:off x="5280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7084" name="Rectangle 284"/>
            <p:cNvSpPr>
              <a:spLocks noChangeArrowheads="1"/>
            </p:cNvSpPr>
            <p:nvPr/>
          </p:nvSpPr>
          <p:spPr bwMode="auto">
            <a:xfrm>
              <a:off x="5280" y="29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4" name="Group 285"/>
          <p:cNvGrpSpPr>
            <a:grpSpLocks/>
          </p:cNvGrpSpPr>
          <p:nvPr/>
        </p:nvGrpSpPr>
        <p:grpSpPr bwMode="auto">
          <a:xfrm>
            <a:off x="4953000" y="1447800"/>
            <a:ext cx="3733800" cy="3505200"/>
            <a:chOff x="3216" y="624"/>
            <a:chExt cx="2352" cy="2208"/>
          </a:xfrm>
        </p:grpSpPr>
        <p:sp>
          <p:nvSpPr>
            <p:cNvPr id="77086" name="Rectangle 286"/>
            <p:cNvSpPr>
              <a:spLocks noChangeArrowheads="1"/>
            </p:cNvSpPr>
            <p:nvPr/>
          </p:nvSpPr>
          <p:spPr bwMode="auto">
            <a:xfrm>
              <a:off x="3216" y="11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7087" name="Rectangle 287"/>
            <p:cNvSpPr>
              <a:spLocks noChangeArrowheads="1"/>
            </p:cNvSpPr>
            <p:nvPr/>
          </p:nvSpPr>
          <p:spPr bwMode="auto">
            <a:xfrm>
              <a:off x="3216" y="13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7088" name="Rectangle 288"/>
            <p:cNvSpPr>
              <a:spLocks noChangeArrowheads="1"/>
            </p:cNvSpPr>
            <p:nvPr/>
          </p:nvSpPr>
          <p:spPr bwMode="auto">
            <a:xfrm>
              <a:off x="3216" y="163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7089" name="Rectangle 289"/>
            <p:cNvSpPr>
              <a:spLocks noChangeArrowheads="1"/>
            </p:cNvSpPr>
            <p:nvPr/>
          </p:nvSpPr>
          <p:spPr bwMode="auto">
            <a:xfrm>
              <a:off x="3216" y="187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7090" name="Rectangle 290"/>
            <p:cNvSpPr>
              <a:spLocks noChangeArrowheads="1"/>
            </p:cNvSpPr>
            <p:nvPr/>
          </p:nvSpPr>
          <p:spPr bwMode="auto">
            <a:xfrm>
              <a:off x="3216" y="211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7091" name="Rectangle 291"/>
            <p:cNvSpPr>
              <a:spLocks noChangeArrowheads="1"/>
            </p:cNvSpPr>
            <p:nvPr/>
          </p:nvSpPr>
          <p:spPr bwMode="auto">
            <a:xfrm>
              <a:off x="3216" y="235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7092" name="Rectangle 292"/>
            <p:cNvSpPr>
              <a:spLocks noChangeArrowheads="1"/>
            </p:cNvSpPr>
            <p:nvPr/>
          </p:nvSpPr>
          <p:spPr bwMode="auto">
            <a:xfrm>
              <a:off x="3216" y="25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7093" name="Rectangle 293"/>
            <p:cNvSpPr>
              <a:spLocks noChangeArrowheads="1"/>
            </p:cNvSpPr>
            <p:nvPr/>
          </p:nvSpPr>
          <p:spPr bwMode="auto">
            <a:xfrm>
              <a:off x="3792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7094" name="Rectangle 294"/>
            <p:cNvSpPr>
              <a:spLocks noChangeArrowheads="1"/>
            </p:cNvSpPr>
            <p:nvPr/>
          </p:nvSpPr>
          <p:spPr bwMode="auto">
            <a:xfrm>
              <a:off x="408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7095" name="Rectangle 295"/>
            <p:cNvSpPr>
              <a:spLocks noChangeArrowheads="1"/>
            </p:cNvSpPr>
            <p:nvPr/>
          </p:nvSpPr>
          <p:spPr bwMode="auto">
            <a:xfrm>
              <a:off x="432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7096" name="Rectangle 296"/>
            <p:cNvSpPr>
              <a:spLocks noChangeArrowheads="1"/>
            </p:cNvSpPr>
            <p:nvPr/>
          </p:nvSpPr>
          <p:spPr bwMode="auto">
            <a:xfrm>
              <a:off x="4608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7097" name="Rectangle 297"/>
            <p:cNvSpPr>
              <a:spLocks noChangeArrowheads="1"/>
            </p:cNvSpPr>
            <p:nvPr/>
          </p:nvSpPr>
          <p:spPr bwMode="auto">
            <a:xfrm>
              <a:off x="489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7098" name="Rectangle 298"/>
            <p:cNvSpPr>
              <a:spLocks noChangeArrowheads="1"/>
            </p:cNvSpPr>
            <p:nvPr/>
          </p:nvSpPr>
          <p:spPr bwMode="auto">
            <a:xfrm>
              <a:off x="513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7099" name="Rectangle 299"/>
            <p:cNvSpPr>
              <a:spLocks noChangeArrowheads="1"/>
            </p:cNvSpPr>
            <p:nvPr/>
          </p:nvSpPr>
          <p:spPr bwMode="auto">
            <a:xfrm>
              <a:off x="5424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grpSp>
        <p:nvGrpSpPr>
          <p:cNvPr id="5" name="Group 303"/>
          <p:cNvGrpSpPr>
            <a:grpSpLocks/>
          </p:cNvGrpSpPr>
          <p:nvPr/>
        </p:nvGrpSpPr>
        <p:grpSpPr bwMode="auto">
          <a:xfrm>
            <a:off x="609600" y="2057400"/>
            <a:ext cx="3200400" cy="2819400"/>
            <a:chOff x="432" y="1296"/>
            <a:chExt cx="2016" cy="1776"/>
          </a:xfrm>
        </p:grpSpPr>
        <p:sp>
          <p:nvSpPr>
            <p:cNvPr id="77101" name="Line 301"/>
            <p:cNvSpPr>
              <a:spLocks noChangeShapeType="1"/>
            </p:cNvSpPr>
            <p:nvPr/>
          </p:nvSpPr>
          <p:spPr bwMode="auto">
            <a:xfrm>
              <a:off x="2160" y="1296"/>
              <a:ext cx="0" cy="17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02" name="Line 302"/>
            <p:cNvSpPr>
              <a:spLocks noChangeShapeType="1"/>
            </p:cNvSpPr>
            <p:nvPr/>
          </p:nvSpPr>
          <p:spPr bwMode="auto">
            <a:xfrm>
              <a:off x="432" y="2832"/>
              <a:ext cx="2016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16"/>
          <p:cNvGrpSpPr>
            <a:grpSpLocks/>
          </p:cNvGrpSpPr>
          <p:nvPr/>
        </p:nvGrpSpPr>
        <p:grpSpPr bwMode="auto">
          <a:xfrm>
            <a:off x="2514600" y="457200"/>
            <a:ext cx="5867400" cy="3886200"/>
            <a:chOff x="1584" y="288"/>
            <a:chExt cx="3696" cy="2448"/>
          </a:xfrm>
        </p:grpSpPr>
        <p:sp>
          <p:nvSpPr>
            <p:cNvPr id="77105" name="Rectangle 305"/>
            <p:cNvSpPr>
              <a:spLocks noChangeArrowheads="1"/>
            </p:cNvSpPr>
            <p:nvPr/>
          </p:nvSpPr>
          <p:spPr bwMode="auto">
            <a:xfrm>
              <a:off x="4704" y="288"/>
              <a:ext cx="57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1+0&lt;5</a:t>
              </a:r>
            </a:p>
          </p:txBody>
        </p:sp>
        <p:sp>
          <p:nvSpPr>
            <p:cNvPr id="77111" name="Line 311"/>
            <p:cNvSpPr>
              <a:spLocks noChangeShapeType="1"/>
            </p:cNvSpPr>
            <p:nvPr/>
          </p:nvSpPr>
          <p:spPr bwMode="auto">
            <a:xfrm>
              <a:off x="4656" y="816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12" name="Line 312"/>
            <p:cNvSpPr>
              <a:spLocks noChangeShapeType="1"/>
            </p:cNvSpPr>
            <p:nvPr/>
          </p:nvSpPr>
          <p:spPr bwMode="auto">
            <a:xfrm>
              <a:off x="4512" y="816"/>
              <a:ext cx="0" cy="19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13" name="Line 313"/>
            <p:cNvSpPr>
              <a:spLocks noChangeShapeType="1"/>
            </p:cNvSpPr>
            <p:nvPr/>
          </p:nvSpPr>
          <p:spPr bwMode="auto">
            <a:xfrm>
              <a:off x="5184" y="480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14" name="Line 314"/>
            <p:cNvSpPr>
              <a:spLocks noChangeShapeType="1"/>
            </p:cNvSpPr>
            <p:nvPr/>
          </p:nvSpPr>
          <p:spPr bwMode="auto">
            <a:xfrm>
              <a:off x="1584" y="816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15" name="Line 315"/>
            <p:cNvSpPr>
              <a:spLocks noChangeShapeType="1"/>
            </p:cNvSpPr>
            <p:nvPr/>
          </p:nvSpPr>
          <p:spPr bwMode="auto">
            <a:xfrm>
              <a:off x="1584" y="816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23"/>
          <p:cNvGrpSpPr>
            <a:grpSpLocks/>
          </p:cNvGrpSpPr>
          <p:nvPr/>
        </p:nvGrpSpPr>
        <p:grpSpPr bwMode="auto">
          <a:xfrm>
            <a:off x="2438400" y="457200"/>
            <a:ext cx="5562600" cy="3886200"/>
            <a:chOff x="1536" y="288"/>
            <a:chExt cx="3504" cy="2448"/>
          </a:xfrm>
        </p:grpSpPr>
        <p:sp>
          <p:nvSpPr>
            <p:cNvPr id="77106" name="Rectangle 306"/>
            <p:cNvSpPr>
              <a:spLocks noChangeArrowheads="1"/>
            </p:cNvSpPr>
            <p:nvPr/>
          </p:nvSpPr>
          <p:spPr bwMode="auto">
            <a:xfrm>
              <a:off x="3744" y="288"/>
              <a:ext cx="57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1+(-1)&lt;4</a:t>
              </a:r>
            </a:p>
          </p:txBody>
        </p:sp>
        <p:sp>
          <p:nvSpPr>
            <p:cNvPr id="77117" name="Line 317"/>
            <p:cNvSpPr>
              <a:spLocks noChangeShapeType="1"/>
            </p:cNvSpPr>
            <p:nvPr/>
          </p:nvSpPr>
          <p:spPr bwMode="auto">
            <a:xfrm>
              <a:off x="4560" y="672"/>
              <a:ext cx="0" cy="20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18" name="Line 318"/>
            <p:cNvSpPr>
              <a:spLocks noChangeShapeType="1"/>
            </p:cNvSpPr>
            <p:nvPr/>
          </p:nvSpPr>
          <p:spPr bwMode="auto">
            <a:xfrm>
              <a:off x="5040" y="67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19" name="Line 319"/>
            <p:cNvSpPr>
              <a:spLocks noChangeShapeType="1"/>
            </p:cNvSpPr>
            <p:nvPr/>
          </p:nvSpPr>
          <p:spPr bwMode="auto">
            <a:xfrm>
              <a:off x="4656" y="672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20" name="Line 320"/>
            <p:cNvSpPr>
              <a:spLocks noChangeShapeType="1"/>
            </p:cNvSpPr>
            <p:nvPr/>
          </p:nvSpPr>
          <p:spPr bwMode="auto">
            <a:xfrm>
              <a:off x="1536" y="672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21" name="Line 321"/>
            <p:cNvSpPr>
              <a:spLocks noChangeShapeType="1"/>
            </p:cNvSpPr>
            <p:nvPr/>
          </p:nvSpPr>
          <p:spPr bwMode="auto">
            <a:xfrm>
              <a:off x="1536" y="672"/>
              <a:ext cx="35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22" name="Line 322"/>
            <p:cNvSpPr>
              <a:spLocks noChangeShapeType="1"/>
            </p:cNvSpPr>
            <p:nvPr/>
          </p:nvSpPr>
          <p:spPr bwMode="auto">
            <a:xfrm flipV="1">
              <a:off x="4032" y="48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331"/>
          <p:cNvGrpSpPr>
            <a:grpSpLocks/>
          </p:cNvGrpSpPr>
          <p:nvPr/>
        </p:nvGrpSpPr>
        <p:grpSpPr bwMode="auto">
          <a:xfrm>
            <a:off x="2514600" y="228600"/>
            <a:ext cx="5715000" cy="4191000"/>
            <a:chOff x="1584" y="144"/>
            <a:chExt cx="3600" cy="2640"/>
          </a:xfrm>
        </p:grpSpPr>
        <p:sp>
          <p:nvSpPr>
            <p:cNvPr id="77107" name="Rectangle 307"/>
            <p:cNvSpPr>
              <a:spLocks noChangeArrowheads="1"/>
            </p:cNvSpPr>
            <p:nvPr/>
          </p:nvSpPr>
          <p:spPr bwMode="auto">
            <a:xfrm>
              <a:off x="2784" y="288"/>
              <a:ext cx="57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1+3&lt;8</a:t>
              </a:r>
            </a:p>
          </p:txBody>
        </p:sp>
        <p:sp>
          <p:nvSpPr>
            <p:cNvPr id="77124" name="Line 324"/>
            <p:cNvSpPr>
              <a:spLocks noChangeShapeType="1"/>
            </p:cNvSpPr>
            <p:nvPr/>
          </p:nvSpPr>
          <p:spPr bwMode="auto">
            <a:xfrm>
              <a:off x="1584" y="384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25" name="Line 325"/>
            <p:cNvSpPr>
              <a:spLocks noChangeShapeType="1"/>
            </p:cNvSpPr>
            <p:nvPr/>
          </p:nvSpPr>
          <p:spPr bwMode="auto">
            <a:xfrm>
              <a:off x="4512" y="144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26" name="Line 326"/>
            <p:cNvSpPr>
              <a:spLocks noChangeShapeType="1"/>
            </p:cNvSpPr>
            <p:nvPr/>
          </p:nvSpPr>
          <p:spPr bwMode="auto">
            <a:xfrm>
              <a:off x="5184" y="144"/>
              <a:ext cx="0" cy="19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27" name="Line 327"/>
            <p:cNvSpPr>
              <a:spLocks noChangeShapeType="1"/>
            </p:cNvSpPr>
            <p:nvPr/>
          </p:nvSpPr>
          <p:spPr bwMode="auto">
            <a:xfrm>
              <a:off x="4656" y="144"/>
              <a:ext cx="0" cy="18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28" name="Line 328"/>
            <p:cNvSpPr>
              <a:spLocks noChangeShapeType="1"/>
            </p:cNvSpPr>
            <p:nvPr/>
          </p:nvSpPr>
          <p:spPr bwMode="auto">
            <a:xfrm flipH="1">
              <a:off x="3072" y="144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29" name="Line 329"/>
            <p:cNvSpPr>
              <a:spLocks noChangeShapeType="1"/>
            </p:cNvSpPr>
            <p:nvPr/>
          </p:nvSpPr>
          <p:spPr bwMode="auto">
            <a:xfrm>
              <a:off x="1584" y="38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30" name="Line 330"/>
            <p:cNvSpPr>
              <a:spLocks noChangeShapeType="1"/>
            </p:cNvSpPr>
            <p:nvPr/>
          </p:nvSpPr>
          <p:spPr bwMode="auto">
            <a:xfrm>
              <a:off x="3072" y="14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339"/>
          <p:cNvGrpSpPr>
            <a:grpSpLocks/>
          </p:cNvGrpSpPr>
          <p:nvPr/>
        </p:nvGrpSpPr>
        <p:grpSpPr bwMode="auto">
          <a:xfrm>
            <a:off x="2971800" y="2438400"/>
            <a:ext cx="5410200" cy="3505200"/>
            <a:chOff x="1872" y="1536"/>
            <a:chExt cx="3408" cy="2208"/>
          </a:xfrm>
        </p:grpSpPr>
        <p:sp>
          <p:nvSpPr>
            <p:cNvPr id="77108" name="Rectangle 308"/>
            <p:cNvSpPr>
              <a:spLocks noChangeArrowheads="1"/>
            </p:cNvSpPr>
            <p:nvPr/>
          </p:nvSpPr>
          <p:spPr bwMode="auto">
            <a:xfrm>
              <a:off x="4704" y="3552"/>
              <a:ext cx="57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-3+0&lt;8</a:t>
              </a:r>
            </a:p>
          </p:txBody>
        </p:sp>
        <p:sp>
          <p:nvSpPr>
            <p:cNvPr id="77132" name="Line 332"/>
            <p:cNvSpPr>
              <a:spLocks noChangeShapeType="1"/>
            </p:cNvSpPr>
            <p:nvPr/>
          </p:nvSpPr>
          <p:spPr bwMode="auto">
            <a:xfrm flipV="1">
              <a:off x="5184" y="1536"/>
              <a:ext cx="0" cy="2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33" name="Line 333"/>
            <p:cNvSpPr>
              <a:spLocks noChangeShapeType="1"/>
            </p:cNvSpPr>
            <p:nvPr/>
          </p:nvSpPr>
          <p:spPr bwMode="auto">
            <a:xfrm flipV="1">
              <a:off x="4896" y="2832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34" name="Line 334"/>
            <p:cNvSpPr>
              <a:spLocks noChangeShapeType="1"/>
            </p:cNvSpPr>
            <p:nvPr/>
          </p:nvSpPr>
          <p:spPr bwMode="auto">
            <a:xfrm flipV="1">
              <a:off x="4944" y="1584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35" name="Line 335"/>
            <p:cNvSpPr>
              <a:spLocks noChangeShapeType="1"/>
            </p:cNvSpPr>
            <p:nvPr/>
          </p:nvSpPr>
          <p:spPr bwMode="auto">
            <a:xfrm flipV="1">
              <a:off x="1872" y="1536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36" name="Line 336"/>
            <p:cNvSpPr>
              <a:spLocks noChangeShapeType="1"/>
            </p:cNvSpPr>
            <p:nvPr/>
          </p:nvSpPr>
          <p:spPr bwMode="auto">
            <a:xfrm>
              <a:off x="1872" y="3264"/>
              <a:ext cx="2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37" name="Line 337"/>
            <p:cNvSpPr>
              <a:spLocks noChangeShapeType="1"/>
            </p:cNvSpPr>
            <p:nvPr/>
          </p:nvSpPr>
          <p:spPr bwMode="auto">
            <a:xfrm>
              <a:off x="4800" y="32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353"/>
          <p:cNvGrpSpPr>
            <a:grpSpLocks/>
          </p:cNvGrpSpPr>
          <p:nvPr/>
        </p:nvGrpSpPr>
        <p:grpSpPr bwMode="auto">
          <a:xfrm>
            <a:off x="2743200" y="1371600"/>
            <a:ext cx="5334000" cy="4572000"/>
            <a:chOff x="1728" y="864"/>
            <a:chExt cx="3360" cy="2880"/>
          </a:xfrm>
        </p:grpSpPr>
        <p:sp>
          <p:nvSpPr>
            <p:cNvPr id="77140" name="Line 340"/>
            <p:cNvSpPr>
              <a:spLocks noChangeShapeType="1"/>
            </p:cNvSpPr>
            <p:nvPr/>
          </p:nvSpPr>
          <p:spPr bwMode="auto">
            <a:xfrm>
              <a:off x="2976" y="2880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09" name="Rectangle 309"/>
            <p:cNvSpPr>
              <a:spLocks noChangeArrowheads="1"/>
            </p:cNvSpPr>
            <p:nvPr/>
          </p:nvSpPr>
          <p:spPr bwMode="auto">
            <a:xfrm>
              <a:off x="3408" y="3552"/>
              <a:ext cx="62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-3+(-1)&lt;7</a:t>
              </a:r>
            </a:p>
          </p:txBody>
        </p:sp>
        <p:sp>
          <p:nvSpPr>
            <p:cNvPr id="77141" name="Line 341"/>
            <p:cNvSpPr>
              <a:spLocks noChangeShapeType="1"/>
            </p:cNvSpPr>
            <p:nvPr/>
          </p:nvSpPr>
          <p:spPr bwMode="auto">
            <a:xfrm>
              <a:off x="2976" y="1872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42" name="Line 342"/>
            <p:cNvSpPr>
              <a:spLocks noChangeShapeType="1"/>
            </p:cNvSpPr>
            <p:nvPr/>
          </p:nvSpPr>
          <p:spPr bwMode="auto">
            <a:xfrm>
              <a:off x="2976" y="1728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45" name="Line 345"/>
            <p:cNvSpPr>
              <a:spLocks noChangeShapeType="1"/>
            </p:cNvSpPr>
            <p:nvPr/>
          </p:nvSpPr>
          <p:spPr bwMode="auto">
            <a:xfrm>
              <a:off x="3744" y="340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46" name="Line 346"/>
            <p:cNvSpPr>
              <a:spLocks noChangeShapeType="1"/>
            </p:cNvSpPr>
            <p:nvPr/>
          </p:nvSpPr>
          <p:spPr bwMode="auto">
            <a:xfrm>
              <a:off x="2976" y="340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48" name="Line 348"/>
            <p:cNvSpPr>
              <a:spLocks noChangeShapeType="1"/>
            </p:cNvSpPr>
            <p:nvPr/>
          </p:nvSpPr>
          <p:spPr bwMode="auto">
            <a:xfrm>
              <a:off x="1728" y="864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49" name="Line 349"/>
            <p:cNvSpPr>
              <a:spLocks noChangeShapeType="1"/>
            </p:cNvSpPr>
            <p:nvPr/>
          </p:nvSpPr>
          <p:spPr bwMode="auto">
            <a:xfrm>
              <a:off x="1728" y="864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52" name="Line 352"/>
            <p:cNvSpPr>
              <a:spLocks noChangeShapeType="1"/>
            </p:cNvSpPr>
            <p:nvPr/>
          </p:nvSpPr>
          <p:spPr bwMode="auto">
            <a:xfrm>
              <a:off x="2976" y="864"/>
              <a:ext cx="0" cy="2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360"/>
          <p:cNvGrpSpPr>
            <a:grpSpLocks/>
          </p:cNvGrpSpPr>
          <p:nvPr/>
        </p:nvGrpSpPr>
        <p:grpSpPr bwMode="auto">
          <a:xfrm>
            <a:off x="2667000" y="3200400"/>
            <a:ext cx="5410200" cy="2743200"/>
            <a:chOff x="1680" y="2016"/>
            <a:chExt cx="3408" cy="1728"/>
          </a:xfrm>
        </p:grpSpPr>
        <p:sp>
          <p:nvSpPr>
            <p:cNvPr id="77110" name="Rectangle 310"/>
            <p:cNvSpPr>
              <a:spLocks noChangeArrowheads="1"/>
            </p:cNvSpPr>
            <p:nvPr/>
          </p:nvSpPr>
          <p:spPr bwMode="auto">
            <a:xfrm>
              <a:off x="2400" y="3552"/>
              <a:ext cx="576" cy="192"/>
            </a:xfrm>
            <a:prstGeom prst="rect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-3+3&lt;11</a:t>
              </a:r>
            </a:p>
          </p:txBody>
        </p:sp>
        <p:sp>
          <p:nvSpPr>
            <p:cNvPr id="77154" name="Line 354"/>
            <p:cNvSpPr>
              <a:spLocks noChangeShapeType="1"/>
            </p:cNvSpPr>
            <p:nvPr/>
          </p:nvSpPr>
          <p:spPr bwMode="auto">
            <a:xfrm flipV="1">
              <a:off x="4800" y="2784"/>
              <a:ext cx="0" cy="864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55" name="Line 355"/>
            <p:cNvSpPr>
              <a:spLocks noChangeShapeType="1"/>
            </p:cNvSpPr>
            <p:nvPr/>
          </p:nvSpPr>
          <p:spPr bwMode="auto">
            <a:xfrm flipV="1">
              <a:off x="5088" y="2064"/>
              <a:ext cx="0" cy="1584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56" name="Line 356"/>
            <p:cNvSpPr>
              <a:spLocks noChangeShapeType="1"/>
            </p:cNvSpPr>
            <p:nvPr/>
          </p:nvSpPr>
          <p:spPr bwMode="auto">
            <a:xfrm flipV="1">
              <a:off x="4848" y="2064"/>
              <a:ext cx="0" cy="1584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57" name="Line 357"/>
            <p:cNvSpPr>
              <a:spLocks noChangeShapeType="1"/>
            </p:cNvSpPr>
            <p:nvPr/>
          </p:nvSpPr>
          <p:spPr bwMode="auto">
            <a:xfrm flipV="1">
              <a:off x="1680" y="2016"/>
              <a:ext cx="0" cy="1632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58" name="Line 358"/>
            <p:cNvSpPr>
              <a:spLocks noChangeShapeType="1"/>
            </p:cNvSpPr>
            <p:nvPr/>
          </p:nvSpPr>
          <p:spPr bwMode="auto">
            <a:xfrm>
              <a:off x="1680" y="3648"/>
              <a:ext cx="720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59" name="Line 359"/>
            <p:cNvSpPr>
              <a:spLocks noChangeShapeType="1"/>
            </p:cNvSpPr>
            <p:nvPr/>
          </p:nvSpPr>
          <p:spPr bwMode="auto">
            <a:xfrm flipH="1">
              <a:off x="2976" y="3648"/>
              <a:ext cx="2112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370"/>
          <p:cNvGrpSpPr>
            <a:grpSpLocks/>
          </p:cNvGrpSpPr>
          <p:nvPr/>
        </p:nvGrpSpPr>
        <p:grpSpPr bwMode="auto">
          <a:xfrm>
            <a:off x="990600" y="3733800"/>
            <a:ext cx="7467600" cy="2514600"/>
            <a:chOff x="624" y="2352"/>
            <a:chExt cx="4704" cy="1584"/>
          </a:xfrm>
        </p:grpSpPr>
        <p:sp>
          <p:nvSpPr>
            <p:cNvPr id="77161" name="Rectangle 361"/>
            <p:cNvSpPr>
              <a:spLocks noChangeArrowheads="1"/>
            </p:cNvSpPr>
            <p:nvPr/>
          </p:nvSpPr>
          <p:spPr bwMode="auto">
            <a:xfrm>
              <a:off x="624" y="3648"/>
              <a:ext cx="1200" cy="288"/>
            </a:xfrm>
            <a:prstGeom prst="rect">
              <a:avLst/>
            </a:prstGeom>
            <a:noFill/>
            <a:ln w="9525">
              <a:solidFill>
                <a:srgbClr val="FFCC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>
                  <a:latin typeface="VNI-Times" pitchFamily="2" charset="0"/>
                </a:rPr>
                <a:t>Do </a:t>
              </a:r>
              <a:r>
                <a:rPr lang="en-US" sz="2000" b="1">
                  <a:sym typeface="Symbol" pitchFamily="18" charset="2"/>
                </a:rPr>
                <a:t></a:t>
              </a:r>
              <a:r>
                <a:rPr lang="en-US" sz="2000"/>
                <a:t>  </a:t>
              </a:r>
              <a:r>
                <a:rPr lang="en-US" sz="2000">
                  <a:latin typeface="VNI-Times" pitchFamily="2" charset="0"/>
                </a:rPr>
                <a:t>neân vieát laïi</a:t>
              </a:r>
            </a:p>
          </p:txBody>
        </p:sp>
        <p:sp>
          <p:nvSpPr>
            <p:cNvPr id="77162" name="Line 362"/>
            <p:cNvSpPr>
              <a:spLocks noChangeShapeType="1"/>
            </p:cNvSpPr>
            <p:nvPr/>
          </p:nvSpPr>
          <p:spPr bwMode="auto">
            <a:xfrm flipV="1">
              <a:off x="3744" y="2784"/>
              <a:ext cx="0" cy="1056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63" name="Line 363"/>
            <p:cNvSpPr>
              <a:spLocks noChangeShapeType="1"/>
            </p:cNvSpPr>
            <p:nvPr/>
          </p:nvSpPr>
          <p:spPr bwMode="auto">
            <a:xfrm flipV="1">
              <a:off x="3984" y="2784"/>
              <a:ext cx="0" cy="1056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64" name="Line 364"/>
            <p:cNvSpPr>
              <a:spLocks noChangeShapeType="1"/>
            </p:cNvSpPr>
            <p:nvPr/>
          </p:nvSpPr>
          <p:spPr bwMode="auto">
            <a:xfrm flipV="1">
              <a:off x="4272" y="2784"/>
              <a:ext cx="0" cy="1056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65" name="Line 365"/>
            <p:cNvSpPr>
              <a:spLocks noChangeShapeType="1"/>
            </p:cNvSpPr>
            <p:nvPr/>
          </p:nvSpPr>
          <p:spPr bwMode="auto">
            <a:xfrm flipV="1">
              <a:off x="5328" y="2784"/>
              <a:ext cx="0" cy="1056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66" name="Line 366"/>
            <p:cNvSpPr>
              <a:spLocks noChangeShapeType="1"/>
            </p:cNvSpPr>
            <p:nvPr/>
          </p:nvSpPr>
          <p:spPr bwMode="auto">
            <a:xfrm>
              <a:off x="2880" y="2352"/>
              <a:ext cx="2208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67" name="Line 367"/>
            <p:cNvSpPr>
              <a:spLocks noChangeShapeType="1"/>
            </p:cNvSpPr>
            <p:nvPr/>
          </p:nvSpPr>
          <p:spPr bwMode="auto">
            <a:xfrm>
              <a:off x="2880" y="2592"/>
              <a:ext cx="2208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68" name="Line 368"/>
            <p:cNvSpPr>
              <a:spLocks noChangeShapeType="1"/>
            </p:cNvSpPr>
            <p:nvPr/>
          </p:nvSpPr>
          <p:spPr bwMode="auto">
            <a:xfrm>
              <a:off x="2880" y="2352"/>
              <a:ext cx="0" cy="1488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69" name="Line 369"/>
            <p:cNvSpPr>
              <a:spLocks noChangeShapeType="1"/>
            </p:cNvSpPr>
            <p:nvPr/>
          </p:nvSpPr>
          <p:spPr bwMode="auto">
            <a:xfrm flipH="1">
              <a:off x="1824" y="3840"/>
              <a:ext cx="3504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378"/>
          <p:cNvGrpSpPr>
            <a:grpSpLocks/>
          </p:cNvGrpSpPr>
          <p:nvPr/>
        </p:nvGrpSpPr>
        <p:grpSpPr bwMode="auto">
          <a:xfrm>
            <a:off x="2133600" y="4419600"/>
            <a:ext cx="6019800" cy="1295400"/>
            <a:chOff x="1344" y="2784"/>
            <a:chExt cx="3792" cy="816"/>
          </a:xfrm>
        </p:grpSpPr>
        <p:sp>
          <p:nvSpPr>
            <p:cNvPr id="77172" name="Rectangle 372"/>
            <p:cNvSpPr>
              <a:spLocks noChangeArrowheads="1"/>
            </p:cNvSpPr>
            <p:nvPr/>
          </p:nvSpPr>
          <p:spPr bwMode="auto">
            <a:xfrm>
              <a:off x="1344" y="3360"/>
              <a:ext cx="67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1+4&lt;7</a:t>
              </a:r>
            </a:p>
          </p:txBody>
        </p:sp>
        <p:sp>
          <p:nvSpPr>
            <p:cNvPr id="77173" name="Line 373"/>
            <p:cNvSpPr>
              <a:spLocks noChangeShapeType="1"/>
            </p:cNvSpPr>
            <p:nvPr/>
          </p:nvSpPr>
          <p:spPr bwMode="auto">
            <a:xfrm flipV="1">
              <a:off x="1440" y="30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74" name="Line 374"/>
            <p:cNvSpPr>
              <a:spLocks noChangeShapeType="1"/>
            </p:cNvSpPr>
            <p:nvPr/>
          </p:nvSpPr>
          <p:spPr bwMode="auto">
            <a:xfrm flipV="1">
              <a:off x="4512" y="2784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75" name="Line 375"/>
            <p:cNvSpPr>
              <a:spLocks noChangeShapeType="1"/>
            </p:cNvSpPr>
            <p:nvPr/>
          </p:nvSpPr>
          <p:spPr bwMode="auto">
            <a:xfrm flipV="1">
              <a:off x="4704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76" name="Line 376"/>
            <p:cNvSpPr>
              <a:spLocks noChangeShapeType="1"/>
            </p:cNvSpPr>
            <p:nvPr/>
          </p:nvSpPr>
          <p:spPr bwMode="auto">
            <a:xfrm flipH="1">
              <a:off x="2016" y="345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77" name="Line 377"/>
            <p:cNvSpPr>
              <a:spLocks noChangeShapeType="1"/>
            </p:cNvSpPr>
            <p:nvPr/>
          </p:nvSpPr>
          <p:spPr bwMode="auto">
            <a:xfrm flipV="1">
              <a:off x="5136" y="302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387"/>
          <p:cNvGrpSpPr>
            <a:grpSpLocks/>
          </p:cNvGrpSpPr>
          <p:nvPr/>
        </p:nvGrpSpPr>
        <p:grpSpPr bwMode="auto">
          <a:xfrm>
            <a:off x="2743200" y="4419600"/>
            <a:ext cx="5257800" cy="1219200"/>
            <a:chOff x="1728" y="2784"/>
            <a:chExt cx="3312" cy="768"/>
          </a:xfrm>
        </p:grpSpPr>
        <p:sp>
          <p:nvSpPr>
            <p:cNvPr id="77183" name="Line 383"/>
            <p:cNvSpPr>
              <a:spLocks noChangeShapeType="1"/>
            </p:cNvSpPr>
            <p:nvPr/>
          </p:nvSpPr>
          <p:spPr bwMode="auto">
            <a:xfrm flipV="1">
              <a:off x="4752" y="3072"/>
              <a:ext cx="0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80" name="Rectangle 380"/>
            <p:cNvSpPr>
              <a:spLocks noChangeArrowheads="1"/>
            </p:cNvSpPr>
            <p:nvPr/>
          </p:nvSpPr>
          <p:spPr bwMode="auto">
            <a:xfrm>
              <a:off x="1728" y="3312"/>
              <a:ext cx="672" cy="240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4+(-3)&gt;-6</a:t>
              </a:r>
            </a:p>
          </p:txBody>
        </p:sp>
        <p:sp>
          <p:nvSpPr>
            <p:cNvPr id="77181" name="Line 381"/>
            <p:cNvSpPr>
              <a:spLocks noChangeShapeType="1"/>
            </p:cNvSpPr>
            <p:nvPr/>
          </p:nvSpPr>
          <p:spPr bwMode="auto">
            <a:xfrm flipV="1">
              <a:off x="1824" y="3072"/>
              <a:ext cx="0" cy="24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82" name="Line 382"/>
            <p:cNvSpPr>
              <a:spLocks noChangeShapeType="1"/>
            </p:cNvSpPr>
            <p:nvPr/>
          </p:nvSpPr>
          <p:spPr bwMode="auto">
            <a:xfrm flipV="1">
              <a:off x="5040" y="3072"/>
              <a:ext cx="0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84" name="Line 384"/>
            <p:cNvSpPr>
              <a:spLocks noChangeShapeType="1"/>
            </p:cNvSpPr>
            <p:nvPr/>
          </p:nvSpPr>
          <p:spPr bwMode="auto">
            <a:xfrm flipV="1">
              <a:off x="4800" y="2784"/>
              <a:ext cx="0" cy="62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185" name="Line 385"/>
            <p:cNvSpPr>
              <a:spLocks noChangeShapeType="1"/>
            </p:cNvSpPr>
            <p:nvPr/>
          </p:nvSpPr>
          <p:spPr bwMode="auto">
            <a:xfrm flipH="1">
              <a:off x="2400" y="3408"/>
              <a:ext cx="264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7189" name="Rectangle 389"/>
          <p:cNvSpPr>
            <a:spLocks noChangeArrowheads="1"/>
          </p:cNvSpPr>
          <p:nvPr/>
        </p:nvSpPr>
        <p:spPr bwMode="auto">
          <a:xfrm>
            <a:off x="5562600" y="5334000"/>
            <a:ext cx="2971800" cy="5334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>
                <a:latin typeface="VNI-Times" pitchFamily="2" charset="0"/>
              </a:rPr>
              <a:t>Coù L</a:t>
            </a:r>
            <a:r>
              <a:rPr lang="en-US" sz="2800" baseline="-25000">
                <a:latin typeface="VNI-Times" pitchFamily="2" charset="0"/>
              </a:rPr>
              <a:t>5</a:t>
            </a:r>
            <a:r>
              <a:rPr lang="en-US" sz="2800">
                <a:latin typeface="VNI-Times" pitchFamily="2" charset="0"/>
              </a:rPr>
              <a:t>. Tìm P</a:t>
            </a:r>
            <a:r>
              <a:rPr lang="en-US" sz="2800" baseline="-25000">
                <a:latin typeface="VNI-Times" pitchFamily="2" charset="0"/>
              </a:rPr>
              <a:t>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76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6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76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76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76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76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76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7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7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7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7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7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7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7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7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7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7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7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7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76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76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76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7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7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7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7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" dur="500"/>
                                        <p:tgtEl>
                                          <p:spTgt spid="7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500"/>
                                        <p:tgtEl>
                                          <p:spTgt spid="7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7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7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7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0" dur="500"/>
                                        <p:tgtEl>
                                          <p:spTgt spid="7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7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6" dur="500"/>
                                        <p:tgtEl>
                                          <p:spTgt spid="7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500"/>
                                        <p:tgtEl>
                                          <p:spTgt spid="7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7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5" dur="500"/>
                                        <p:tgtEl>
                                          <p:spTgt spid="76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8" dur="500"/>
                                        <p:tgtEl>
                                          <p:spTgt spid="76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1" dur="500"/>
                                        <p:tgtEl>
                                          <p:spTgt spid="76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4" dur="500"/>
                                        <p:tgtEl>
                                          <p:spTgt spid="76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7" dur="500"/>
                                        <p:tgtEl>
                                          <p:spTgt spid="76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0" dur="500"/>
                                        <p:tgtEl>
                                          <p:spTgt spid="76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3" dur="500"/>
                                        <p:tgtEl>
                                          <p:spTgt spid="76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6" dur="500"/>
                                        <p:tgtEl>
                                          <p:spTgt spid="76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9" dur="500"/>
                                        <p:tgtEl>
                                          <p:spTgt spid="76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2" dur="500"/>
                                        <p:tgtEl>
                                          <p:spTgt spid="76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5" dur="500"/>
                                        <p:tgtEl>
                                          <p:spTgt spid="76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8" dur="500"/>
                                        <p:tgtEl>
                                          <p:spTgt spid="76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5" dur="500"/>
                                        <p:tgtEl>
                                          <p:spTgt spid="76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500"/>
                            </p:stCondLst>
                            <p:childTnLst>
                              <p:par>
                                <p:cTn id="16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9" dur="500"/>
                                        <p:tgtEl>
                                          <p:spTgt spid="770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4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2" dur="500"/>
                                        <p:tgtEl>
                                          <p:spTgt spid="770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5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5" dur="500"/>
                                        <p:tgtEl>
                                          <p:spTgt spid="770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6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8" dur="500"/>
                                        <p:tgtEl>
                                          <p:spTgt spid="770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6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1" dur="500"/>
                                        <p:tgtEl>
                                          <p:spTgt spid="770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6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4" dur="500"/>
                                        <p:tgtEl>
                                          <p:spTgt spid="770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7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7" dur="500"/>
                                        <p:tgtEl>
                                          <p:spTgt spid="770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8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0" dur="500"/>
                                        <p:tgtEl>
                                          <p:spTgt spid="77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7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3" dur="500"/>
                                        <p:tgtEl>
                                          <p:spTgt spid="770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7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6" dur="500"/>
                                        <p:tgtEl>
                                          <p:spTgt spid="770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6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9" dur="500"/>
                                        <p:tgtEl>
                                          <p:spTgt spid="770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2" dur="500"/>
                                        <p:tgtEl>
                                          <p:spTgt spid="770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5" dur="500"/>
                                        <p:tgtEl>
                                          <p:spTgt spid="770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8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5" dur="500"/>
                                        <p:tgtEl>
                                          <p:spTgt spid="770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00"/>
                            </p:stCondLst>
                            <p:childTnLst>
                              <p:par>
                                <p:cTn id="2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9" dur="500"/>
                                        <p:tgtEl>
                                          <p:spTgt spid="77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500"/>
                            </p:stCondLst>
                            <p:childTnLst>
                              <p:par>
                                <p:cTn id="24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4" dur="500"/>
                                        <p:tgtEl>
                                          <p:spTgt spid="770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2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500"/>
                            </p:stCondLst>
                            <p:childTnLst>
                              <p:par>
                                <p:cTn id="26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8" dur="500"/>
                                        <p:tgtEl>
                                          <p:spTgt spid="770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500"/>
                            </p:stCondLst>
                            <p:childTnLst>
                              <p:par>
                                <p:cTn id="27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2" dur="500"/>
                                        <p:tgtEl>
                                          <p:spTgt spid="770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3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500"/>
                            </p:stCondLst>
                            <p:childTnLst>
                              <p:par>
                                <p:cTn id="28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6" dur="500"/>
                                        <p:tgtEl>
                                          <p:spTgt spid="770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3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500"/>
                            </p:stCondLst>
                            <p:childTnLst>
                              <p:par>
                                <p:cTn id="30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0" dur="500"/>
                                        <p:tgtEl>
                                          <p:spTgt spid="770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0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5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1000"/>
                            </p:stCondLst>
                            <p:childTnLst>
                              <p:par>
                                <p:cTn id="3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6" dur="500"/>
                                        <p:tgtEl>
                                          <p:spTgt spid="7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3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9" dur="500"/>
                                        <p:tgtEl>
                                          <p:spTgt spid="7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 animBg="1"/>
      <p:bldP spid="76888" grpId="0"/>
      <p:bldP spid="76889" grpId="0"/>
      <p:bldP spid="76890" grpId="0"/>
      <p:bldP spid="76891" grpId="0"/>
      <p:bldP spid="76892" grpId="0"/>
      <p:bldP spid="76893" grpId="0"/>
      <p:bldP spid="76894" grpId="0"/>
      <p:bldP spid="76895" grpId="0"/>
      <p:bldP spid="76896" grpId="0"/>
      <p:bldP spid="76897" grpId="0"/>
      <p:bldP spid="76898" grpId="0"/>
      <p:bldP spid="76899" grpId="0"/>
      <p:bldP spid="76900" grpId="0"/>
      <p:bldP spid="76902" grpId="0"/>
      <p:bldP spid="76903" grpId="0"/>
      <p:bldP spid="76904" grpId="0"/>
      <p:bldP spid="76905" grpId="0"/>
      <p:bldP spid="76906" grpId="0"/>
      <p:bldP spid="76907" grpId="0"/>
      <p:bldP spid="76908" grpId="0"/>
      <p:bldP spid="76909" grpId="0"/>
      <p:bldP spid="76910" grpId="0"/>
      <p:bldP spid="76911" grpId="0"/>
      <p:bldP spid="76912" grpId="0"/>
      <p:bldP spid="76913" grpId="0"/>
      <p:bldP spid="76914" grpId="0"/>
      <p:bldP spid="76915" grpId="0"/>
      <p:bldP spid="76916" grpId="0"/>
      <p:bldP spid="76917" grpId="0"/>
      <p:bldP spid="76918" grpId="0"/>
      <p:bldP spid="76919" grpId="0"/>
      <p:bldP spid="76920" grpId="0"/>
      <p:bldP spid="76921" grpId="0"/>
      <p:bldP spid="76922" grpId="0"/>
      <p:bldP spid="76923" grpId="0"/>
      <p:bldP spid="76924" grpId="0"/>
      <p:bldP spid="76925" grpId="0"/>
      <p:bldP spid="76926" grpId="0"/>
      <p:bldP spid="76927" grpId="0"/>
      <p:bldP spid="76928" grpId="0"/>
      <p:bldP spid="76929" grpId="0"/>
      <p:bldP spid="76930" grpId="0"/>
      <p:bldP spid="76931" grpId="0"/>
      <p:bldP spid="76932" grpId="0"/>
      <p:bldP spid="76933" grpId="0"/>
      <p:bldP spid="76934" grpId="0"/>
      <p:bldP spid="76935" grpId="0"/>
      <p:bldP spid="76936" grpId="0"/>
      <p:bldP spid="76937" grpId="0"/>
      <p:bldP spid="77036" grpId="0"/>
      <p:bldP spid="77038" grpId="0"/>
      <p:bldP spid="77039" grpId="0"/>
      <p:bldP spid="77045" grpId="0"/>
      <p:bldP spid="77047" grpId="0"/>
      <p:bldP spid="77050" grpId="0"/>
      <p:bldP spid="77051" grpId="0"/>
      <p:bldP spid="77052" grpId="0"/>
      <p:bldP spid="77056" grpId="0"/>
      <p:bldP spid="77058" grpId="0"/>
      <p:bldP spid="77065" grpId="0"/>
      <p:bldP spid="77067" grpId="0"/>
      <p:bldP spid="77068" grpId="0"/>
      <p:bldP spid="77069" grpId="0"/>
      <p:bldP spid="77073" grpId="0"/>
      <p:bldP spid="77077" grpId="0"/>
      <p:bldP spid="77079" grpId="0"/>
      <p:bldP spid="77080" grpId="0"/>
      <p:bldP spid="77083" grpId="0"/>
      <p:bldP spid="77057" grpId="0"/>
      <p:bldP spid="77046" grpId="0"/>
      <p:bldP spid="7718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129" name="Group 305"/>
          <p:cNvGraphicFramePr>
            <a:graphicFrameLocks noGrp="1"/>
          </p:cNvGraphicFramePr>
          <p:nvPr/>
        </p:nvGraphicFramePr>
        <p:xfrm>
          <a:off x="533400" y="1066800"/>
          <a:ext cx="3352800" cy="3263265"/>
        </p:xfrm>
        <a:graphic>
          <a:graphicData uri="http://schemas.openxmlformats.org/drawingml/2006/table">
            <a:tbl>
              <a:tblPr/>
              <a:tblGrid>
                <a:gridCol w="490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8212" name="Rectangle 388"/>
          <p:cNvSpPr>
            <a:spLocks noChangeArrowheads="1"/>
          </p:cNvSpPr>
          <p:nvPr/>
        </p:nvSpPr>
        <p:spPr bwMode="auto">
          <a:xfrm>
            <a:off x="152400" y="1447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8213" name="Rectangle 389"/>
          <p:cNvSpPr>
            <a:spLocks noChangeArrowheads="1"/>
          </p:cNvSpPr>
          <p:nvPr/>
        </p:nvSpPr>
        <p:spPr bwMode="auto">
          <a:xfrm>
            <a:off x="152400" y="1828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8214" name="Rectangle 390"/>
          <p:cNvSpPr>
            <a:spLocks noChangeArrowheads="1"/>
          </p:cNvSpPr>
          <p:nvPr/>
        </p:nvSpPr>
        <p:spPr bwMode="auto">
          <a:xfrm>
            <a:off x="152400" y="22860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8215" name="Rectangle 391"/>
          <p:cNvSpPr>
            <a:spLocks noChangeArrowheads="1"/>
          </p:cNvSpPr>
          <p:nvPr/>
        </p:nvSpPr>
        <p:spPr bwMode="auto">
          <a:xfrm>
            <a:off x="152400" y="26670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8216" name="Rectangle 392"/>
          <p:cNvSpPr>
            <a:spLocks noChangeArrowheads="1"/>
          </p:cNvSpPr>
          <p:nvPr/>
        </p:nvSpPr>
        <p:spPr bwMode="auto">
          <a:xfrm>
            <a:off x="152400" y="3124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8217" name="Rectangle 393"/>
          <p:cNvSpPr>
            <a:spLocks noChangeArrowheads="1"/>
          </p:cNvSpPr>
          <p:nvPr/>
        </p:nvSpPr>
        <p:spPr bwMode="auto">
          <a:xfrm>
            <a:off x="152400" y="3505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8218" name="Rectangle 394"/>
          <p:cNvSpPr>
            <a:spLocks noChangeArrowheads="1"/>
          </p:cNvSpPr>
          <p:nvPr/>
        </p:nvSpPr>
        <p:spPr bwMode="auto">
          <a:xfrm>
            <a:off x="1066800" y="685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8219" name="Rectangle 395"/>
          <p:cNvSpPr>
            <a:spLocks noChangeArrowheads="1"/>
          </p:cNvSpPr>
          <p:nvPr/>
        </p:nvSpPr>
        <p:spPr bwMode="auto">
          <a:xfrm>
            <a:off x="1447800" y="685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8220" name="Rectangle 396"/>
          <p:cNvSpPr>
            <a:spLocks noChangeArrowheads="1"/>
          </p:cNvSpPr>
          <p:nvPr/>
        </p:nvSpPr>
        <p:spPr bwMode="auto">
          <a:xfrm>
            <a:off x="1905000" y="685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8221" name="Rectangle 397"/>
          <p:cNvSpPr>
            <a:spLocks noChangeArrowheads="1"/>
          </p:cNvSpPr>
          <p:nvPr/>
        </p:nvSpPr>
        <p:spPr bwMode="auto">
          <a:xfrm>
            <a:off x="2286000" y="685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8222" name="Rectangle 398"/>
          <p:cNvSpPr>
            <a:spLocks noChangeArrowheads="1"/>
          </p:cNvSpPr>
          <p:nvPr/>
        </p:nvSpPr>
        <p:spPr bwMode="auto">
          <a:xfrm>
            <a:off x="2743200" y="685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8223" name="Rectangle 399"/>
          <p:cNvSpPr>
            <a:spLocks noChangeArrowheads="1"/>
          </p:cNvSpPr>
          <p:nvPr/>
        </p:nvSpPr>
        <p:spPr bwMode="auto">
          <a:xfrm>
            <a:off x="3200400" y="685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8224" name="Rectangle 400"/>
          <p:cNvSpPr>
            <a:spLocks noChangeArrowheads="1"/>
          </p:cNvSpPr>
          <p:nvPr/>
        </p:nvSpPr>
        <p:spPr bwMode="auto">
          <a:xfrm>
            <a:off x="3505200" y="685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grpSp>
        <p:nvGrpSpPr>
          <p:cNvPr id="2" name="Group 401"/>
          <p:cNvGrpSpPr>
            <a:grpSpLocks/>
          </p:cNvGrpSpPr>
          <p:nvPr/>
        </p:nvGrpSpPr>
        <p:grpSpPr bwMode="auto">
          <a:xfrm>
            <a:off x="1066800" y="1524000"/>
            <a:ext cx="2819400" cy="2743200"/>
            <a:chOff x="3648" y="864"/>
            <a:chExt cx="1776" cy="1728"/>
          </a:xfrm>
        </p:grpSpPr>
        <p:sp>
          <p:nvSpPr>
            <p:cNvPr id="78226" name="Rectangle 402"/>
            <p:cNvSpPr>
              <a:spLocks noChangeArrowheads="1"/>
            </p:cNvSpPr>
            <p:nvPr/>
          </p:nvSpPr>
          <p:spPr bwMode="auto">
            <a:xfrm>
              <a:off x="4656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78227" name="Rectangle 403"/>
            <p:cNvSpPr>
              <a:spLocks noChangeArrowheads="1"/>
            </p:cNvSpPr>
            <p:nvPr/>
          </p:nvSpPr>
          <p:spPr bwMode="auto">
            <a:xfrm>
              <a:off x="4416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28" name="Rectangle 404"/>
            <p:cNvSpPr>
              <a:spLocks noChangeArrowheads="1"/>
            </p:cNvSpPr>
            <p:nvPr/>
          </p:nvSpPr>
          <p:spPr bwMode="auto">
            <a:xfrm>
              <a:off x="4656" y="11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78229" name="Rectangle 405"/>
            <p:cNvSpPr>
              <a:spLocks noChangeArrowheads="1"/>
            </p:cNvSpPr>
            <p:nvPr/>
          </p:nvSpPr>
          <p:spPr bwMode="auto">
            <a:xfrm>
              <a:off x="4656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8230" name="Rectangle 406"/>
            <p:cNvSpPr>
              <a:spLocks noChangeArrowheads="1"/>
            </p:cNvSpPr>
            <p:nvPr/>
          </p:nvSpPr>
          <p:spPr bwMode="auto">
            <a:xfrm>
              <a:off x="4656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78231" name="Rectangle 407"/>
            <p:cNvSpPr>
              <a:spLocks noChangeArrowheads="1"/>
            </p:cNvSpPr>
            <p:nvPr/>
          </p:nvSpPr>
          <p:spPr bwMode="auto">
            <a:xfrm>
              <a:off x="4656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78232" name="Rectangle 408"/>
            <p:cNvSpPr>
              <a:spLocks noChangeArrowheads="1"/>
            </p:cNvSpPr>
            <p:nvPr/>
          </p:nvSpPr>
          <p:spPr bwMode="auto">
            <a:xfrm>
              <a:off x="465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78233" name="Rectangle 409"/>
            <p:cNvSpPr>
              <a:spLocks noChangeArrowheads="1"/>
            </p:cNvSpPr>
            <p:nvPr/>
          </p:nvSpPr>
          <p:spPr bwMode="auto">
            <a:xfrm>
              <a:off x="3648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34" name="Rectangle 410"/>
            <p:cNvSpPr>
              <a:spLocks noChangeArrowheads="1"/>
            </p:cNvSpPr>
            <p:nvPr/>
          </p:nvSpPr>
          <p:spPr bwMode="auto">
            <a:xfrm>
              <a:off x="3888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35" name="Rectangle 411"/>
            <p:cNvSpPr>
              <a:spLocks noChangeArrowheads="1"/>
            </p:cNvSpPr>
            <p:nvPr/>
          </p:nvSpPr>
          <p:spPr bwMode="auto">
            <a:xfrm>
              <a:off x="4128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36" name="Rectangle 412"/>
            <p:cNvSpPr>
              <a:spLocks noChangeArrowheads="1"/>
            </p:cNvSpPr>
            <p:nvPr/>
          </p:nvSpPr>
          <p:spPr bwMode="auto">
            <a:xfrm>
              <a:off x="4656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37" name="Rectangle 413"/>
            <p:cNvSpPr>
              <a:spLocks noChangeArrowheads="1"/>
            </p:cNvSpPr>
            <p:nvPr/>
          </p:nvSpPr>
          <p:spPr bwMode="auto">
            <a:xfrm>
              <a:off x="5184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38" name="Rectangle 414"/>
            <p:cNvSpPr>
              <a:spLocks noChangeArrowheads="1"/>
            </p:cNvSpPr>
            <p:nvPr/>
          </p:nvSpPr>
          <p:spPr bwMode="auto">
            <a:xfrm>
              <a:off x="4896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3" name="Group 415"/>
          <p:cNvGrpSpPr>
            <a:grpSpLocks/>
          </p:cNvGrpSpPr>
          <p:nvPr/>
        </p:nvGrpSpPr>
        <p:grpSpPr bwMode="auto">
          <a:xfrm>
            <a:off x="1066800" y="1524000"/>
            <a:ext cx="2819400" cy="2743200"/>
            <a:chOff x="3648" y="864"/>
            <a:chExt cx="1776" cy="1728"/>
          </a:xfrm>
        </p:grpSpPr>
        <p:sp>
          <p:nvSpPr>
            <p:cNvPr id="78240" name="Rectangle 416"/>
            <p:cNvSpPr>
              <a:spLocks noChangeArrowheads="1"/>
            </p:cNvSpPr>
            <p:nvPr/>
          </p:nvSpPr>
          <p:spPr bwMode="auto">
            <a:xfrm>
              <a:off x="4416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8241" name="Rectangle 417"/>
            <p:cNvSpPr>
              <a:spLocks noChangeArrowheads="1"/>
            </p:cNvSpPr>
            <p:nvPr/>
          </p:nvSpPr>
          <p:spPr bwMode="auto">
            <a:xfrm>
              <a:off x="441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8242" name="Rectangle 418"/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8243" name="Rectangle 419"/>
            <p:cNvSpPr>
              <a:spLocks noChangeArrowheads="1"/>
            </p:cNvSpPr>
            <p:nvPr/>
          </p:nvSpPr>
          <p:spPr bwMode="auto">
            <a:xfrm>
              <a:off x="3648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44" name="Rectangle 420"/>
            <p:cNvSpPr>
              <a:spLocks noChangeArrowheads="1"/>
            </p:cNvSpPr>
            <p:nvPr/>
          </p:nvSpPr>
          <p:spPr bwMode="auto">
            <a:xfrm>
              <a:off x="3888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45" name="Rectangle 421"/>
            <p:cNvSpPr>
              <a:spLocks noChangeArrowheads="1"/>
            </p:cNvSpPr>
            <p:nvPr/>
          </p:nvSpPr>
          <p:spPr bwMode="auto">
            <a:xfrm>
              <a:off x="4128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46" name="Rectangle 422"/>
            <p:cNvSpPr>
              <a:spLocks noChangeArrowheads="1"/>
            </p:cNvSpPr>
            <p:nvPr/>
          </p:nvSpPr>
          <p:spPr bwMode="auto">
            <a:xfrm>
              <a:off x="4416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47" name="Rectangle 423"/>
            <p:cNvSpPr>
              <a:spLocks noChangeArrowheads="1"/>
            </p:cNvSpPr>
            <p:nvPr/>
          </p:nvSpPr>
          <p:spPr bwMode="auto">
            <a:xfrm>
              <a:off x="4416" y="11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78248" name="Rectangle 424"/>
            <p:cNvSpPr>
              <a:spLocks noChangeArrowheads="1"/>
            </p:cNvSpPr>
            <p:nvPr/>
          </p:nvSpPr>
          <p:spPr bwMode="auto">
            <a:xfrm>
              <a:off x="4416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8249" name="Rectangle 425"/>
            <p:cNvSpPr>
              <a:spLocks noChangeArrowheads="1"/>
            </p:cNvSpPr>
            <p:nvPr/>
          </p:nvSpPr>
          <p:spPr bwMode="auto">
            <a:xfrm>
              <a:off x="4896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50" name="Rectangle 426"/>
            <p:cNvSpPr>
              <a:spLocks noChangeArrowheads="1"/>
            </p:cNvSpPr>
            <p:nvPr/>
          </p:nvSpPr>
          <p:spPr bwMode="auto">
            <a:xfrm>
              <a:off x="5184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51" name="Rectangle 427"/>
            <p:cNvSpPr>
              <a:spLocks noChangeArrowheads="1"/>
            </p:cNvSpPr>
            <p:nvPr/>
          </p:nvSpPr>
          <p:spPr bwMode="auto">
            <a:xfrm>
              <a:off x="3888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78252" name="Rectangle 428"/>
            <p:cNvSpPr>
              <a:spLocks noChangeArrowheads="1"/>
            </p:cNvSpPr>
            <p:nvPr/>
          </p:nvSpPr>
          <p:spPr bwMode="auto">
            <a:xfrm>
              <a:off x="4896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78253" name="Rectangle 429"/>
            <p:cNvSpPr>
              <a:spLocks noChangeArrowheads="1"/>
            </p:cNvSpPr>
            <p:nvPr/>
          </p:nvSpPr>
          <p:spPr bwMode="auto">
            <a:xfrm>
              <a:off x="5184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6</a:t>
              </a:r>
            </a:p>
          </p:txBody>
        </p:sp>
        <p:sp>
          <p:nvSpPr>
            <p:cNvPr id="78254" name="Rectangle 430"/>
            <p:cNvSpPr>
              <a:spLocks noChangeArrowheads="1"/>
            </p:cNvSpPr>
            <p:nvPr/>
          </p:nvSpPr>
          <p:spPr bwMode="auto">
            <a:xfrm>
              <a:off x="4128" y="11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8255" name="Rectangle 431"/>
            <p:cNvSpPr>
              <a:spLocks noChangeArrowheads="1"/>
            </p:cNvSpPr>
            <p:nvPr/>
          </p:nvSpPr>
          <p:spPr bwMode="auto">
            <a:xfrm>
              <a:off x="4896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78256" name="Rectangle 432"/>
            <p:cNvSpPr>
              <a:spLocks noChangeArrowheads="1"/>
            </p:cNvSpPr>
            <p:nvPr/>
          </p:nvSpPr>
          <p:spPr bwMode="auto">
            <a:xfrm>
              <a:off x="412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8257" name="Rectangle 433"/>
            <p:cNvSpPr>
              <a:spLocks noChangeArrowheads="1"/>
            </p:cNvSpPr>
            <p:nvPr/>
          </p:nvSpPr>
          <p:spPr bwMode="auto">
            <a:xfrm>
              <a:off x="4128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58" name="Rectangle 434"/>
            <p:cNvSpPr>
              <a:spLocks noChangeArrowheads="1"/>
            </p:cNvSpPr>
            <p:nvPr/>
          </p:nvSpPr>
          <p:spPr bwMode="auto">
            <a:xfrm>
              <a:off x="5184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59" name="Rectangle 435"/>
            <p:cNvSpPr>
              <a:spLocks noChangeArrowheads="1"/>
            </p:cNvSpPr>
            <p:nvPr/>
          </p:nvSpPr>
          <p:spPr bwMode="auto">
            <a:xfrm>
              <a:off x="4896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60" name="Rectangle 436"/>
            <p:cNvSpPr>
              <a:spLocks noChangeArrowheads="1"/>
            </p:cNvSpPr>
            <p:nvPr/>
          </p:nvSpPr>
          <p:spPr bwMode="auto">
            <a:xfrm>
              <a:off x="489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78261" name="Rectangle 437"/>
            <p:cNvSpPr>
              <a:spLocks noChangeArrowheads="1"/>
            </p:cNvSpPr>
            <p:nvPr/>
          </p:nvSpPr>
          <p:spPr bwMode="auto">
            <a:xfrm>
              <a:off x="5184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62" name="Rectangle 438"/>
            <p:cNvSpPr>
              <a:spLocks noChangeArrowheads="1"/>
            </p:cNvSpPr>
            <p:nvPr/>
          </p:nvSpPr>
          <p:spPr bwMode="auto">
            <a:xfrm>
              <a:off x="3648" y="11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63" name="Rectangle 439"/>
            <p:cNvSpPr>
              <a:spLocks noChangeArrowheads="1"/>
            </p:cNvSpPr>
            <p:nvPr/>
          </p:nvSpPr>
          <p:spPr bwMode="auto">
            <a:xfrm>
              <a:off x="364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64" name="Rectangle 440"/>
            <p:cNvSpPr>
              <a:spLocks noChangeArrowheads="1"/>
            </p:cNvSpPr>
            <p:nvPr/>
          </p:nvSpPr>
          <p:spPr bwMode="auto">
            <a:xfrm>
              <a:off x="3648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65" name="Rectangle 441"/>
            <p:cNvSpPr>
              <a:spLocks noChangeArrowheads="1"/>
            </p:cNvSpPr>
            <p:nvPr/>
          </p:nvSpPr>
          <p:spPr bwMode="auto">
            <a:xfrm>
              <a:off x="364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66" name="Rectangle 442"/>
            <p:cNvSpPr>
              <a:spLocks noChangeArrowheads="1"/>
            </p:cNvSpPr>
            <p:nvPr/>
          </p:nvSpPr>
          <p:spPr bwMode="auto">
            <a:xfrm>
              <a:off x="3888" y="11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67" name="Rectangle 443"/>
            <p:cNvSpPr>
              <a:spLocks noChangeArrowheads="1"/>
            </p:cNvSpPr>
            <p:nvPr/>
          </p:nvSpPr>
          <p:spPr bwMode="auto">
            <a:xfrm>
              <a:off x="388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68" name="Rectangle 444"/>
            <p:cNvSpPr>
              <a:spLocks noChangeArrowheads="1"/>
            </p:cNvSpPr>
            <p:nvPr/>
          </p:nvSpPr>
          <p:spPr bwMode="auto">
            <a:xfrm>
              <a:off x="3888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69" name="Rectangle 445"/>
            <p:cNvSpPr>
              <a:spLocks noChangeArrowheads="1"/>
            </p:cNvSpPr>
            <p:nvPr/>
          </p:nvSpPr>
          <p:spPr bwMode="auto">
            <a:xfrm>
              <a:off x="4128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8270" name="Rectangle 446"/>
            <p:cNvSpPr>
              <a:spLocks noChangeArrowheads="1"/>
            </p:cNvSpPr>
            <p:nvPr/>
          </p:nvSpPr>
          <p:spPr bwMode="auto">
            <a:xfrm>
              <a:off x="4128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71" name="Rectangle 447"/>
            <p:cNvSpPr>
              <a:spLocks noChangeArrowheads="1"/>
            </p:cNvSpPr>
            <p:nvPr/>
          </p:nvSpPr>
          <p:spPr bwMode="auto">
            <a:xfrm>
              <a:off x="4896" y="11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78272" name="Rectangle 448"/>
            <p:cNvSpPr>
              <a:spLocks noChangeArrowheads="1"/>
            </p:cNvSpPr>
            <p:nvPr/>
          </p:nvSpPr>
          <p:spPr bwMode="auto">
            <a:xfrm>
              <a:off x="5184" y="11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73" name="Rectangle 449"/>
            <p:cNvSpPr>
              <a:spLocks noChangeArrowheads="1"/>
            </p:cNvSpPr>
            <p:nvPr/>
          </p:nvSpPr>
          <p:spPr bwMode="auto">
            <a:xfrm>
              <a:off x="5184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74" name="Rectangle 450"/>
            <p:cNvSpPr>
              <a:spLocks noChangeArrowheads="1"/>
            </p:cNvSpPr>
            <p:nvPr/>
          </p:nvSpPr>
          <p:spPr bwMode="auto">
            <a:xfrm>
              <a:off x="3648" y="8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275" name="Rectangle 451"/>
            <p:cNvSpPr>
              <a:spLocks noChangeArrowheads="1"/>
            </p:cNvSpPr>
            <p:nvPr/>
          </p:nvSpPr>
          <p:spPr bwMode="auto">
            <a:xfrm>
              <a:off x="388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</p:grpSp>
      <p:sp>
        <p:nvSpPr>
          <p:cNvPr id="78276" name="Rectangle 452"/>
          <p:cNvSpPr>
            <a:spLocks noChangeArrowheads="1"/>
          </p:cNvSpPr>
          <p:nvPr/>
        </p:nvSpPr>
        <p:spPr bwMode="auto">
          <a:xfrm>
            <a:off x="152400" y="3886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graphicFrame>
        <p:nvGraphicFramePr>
          <p:cNvPr id="78277" name="Group 453"/>
          <p:cNvGraphicFramePr>
            <a:graphicFrameLocks noGrp="1"/>
          </p:cNvGraphicFramePr>
          <p:nvPr/>
        </p:nvGraphicFramePr>
        <p:xfrm>
          <a:off x="5486400" y="1066800"/>
          <a:ext cx="3352800" cy="3263265"/>
        </p:xfrm>
        <a:graphic>
          <a:graphicData uri="http://schemas.openxmlformats.org/drawingml/2006/table">
            <a:tbl>
              <a:tblPr/>
              <a:tblGrid>
                <a:gridCol w="490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8360" name="Rectangle 536"/>
          <p:cNvSpPr>
            <a:spLocks noChangeArrowheads="1"/>
          </p:cNvSpPr>
          <p:nvPr/>
        </p:nvSpPr>
        <p:spPr bwMode="auto">
          <a:xfrm>
            <a:off x="5105400" y="1447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8361" name="Rectangle 537"/>
          <p:cNvSpPr>
            <a:spLocks noChangeArrowheads="1"/>
          </p:cNvSpPr>
          <p:nvPr/>
        </p:nvSpPr>
        <p:spPr bwMode="auto">
          <a:xfrm>
            <a:off x="5105400" y="1828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8362" name="Rectangle 538"/>
          <p:cNvSpPr>
            <a:spLocks noChangeArrowheads="1"/>
          </p:cNvSpPr>
          <p:nvPr/>
        </p:nvSpPr>
        <p:spPr bwMode="auto">
          <a:xfrm>
            <a:off x="5105400" y="22860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8363" name="Rectangle 539"/>
          <p:cNvSpPr>
            <a:spLocks noChangeArrowheads="1"/>
          </p:cNvSpPr>
          <p:nvPr/>
        </p:nvSpPr>
        <p:spPr bwMode="auto">
          <a:xfrm>
            <a:off x="5105400" y="26670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8364" name="Rectangle 540"/>
          <p:cNvSpPr>
            <a:spLocks noChangeArrowheads="1"/>
          </p:cNvSpPr>
          <p:nvPr/>
        </p:nvSpPr>
        <p:spPr bwMode="auto">
          <a:xfrm>
            <a:off x="5105400" y="3124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8365" name="Rectangle 541"/>
          <p:cNvSpPr>
            <a:spLocks noChangeArrowheads="1"/>
          </p:cNvSpPr>
          <p:nvPr/>
        </p:nvSpPr>
        <p:spPr bwMode="auto">
          <a:xfrm>
            <a:off x="5105400" y="3505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78366" name="Rectangle 542"/>
          <p:cNvSpPr>
            <a:spLocks noChangeArrowheads="1"/>
          </p:cNvSpPr>
          <p:nvPr/>
        </p:nvSpPr>
        <p:spPr bwMode="auto">
          <a:xfrm>
            <a:off x="6019800" y="685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8367" name="Rectangle 543"/>
          <p:cNvSpPr>
            <a:spLocks noChangeArrowheads="1"/>
          </p:cNvSpPr>
          <p:nvPr/>
        </p:nvSpPr>
        <p:spPr bwMode="auto">
          <a:xfrm>
            <a:off x="6400800" y="685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8368" name="Rectangle 544"/>
          <p:cNvSpPr>
            <a:spLocks noChangeArrowheads="1"/>
          </p:cNvSpPr>
          <p:nvPr/>
        </p:nvSpPr>
        <p:spPr bwMode="auto">
          <a:xfrm>
            <a:off x="6858000" y="685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8369" name="Rectangle 545"/>
          <p:cNvSpPr>
            <a:spLocks noChangeArrowheads="1"/>
          </p:cNvSpPr>
          <p:nvPr/>
        </p:nvSpPr>
        <p:spPr bwMode="auto">
          <a:xfrm>
            <a:off x="7239000" y="685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8370" name="Rectangle 546"/>
          <p:cNvSpPr>
            <a:spLocks noChangeArrowheads="1"/>
          </p:cNvSpPr>
          <p:nvPr/>
        </p:nvSpPr>
        <p:spPr bwMode="auto">
          <a:xfrm>
            <a:off x="7696200" y="685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8371" name="Rectangle 547"/>
          <p:cNvSpPr>
            <a:spLocks noChangeArrowheads="1"/>
          </p:cNvSpPr>
          <p:nvPr/>
        </p:nvSpPr>
        <p:spPr bwMode="auto">
          <a:xfrm>
            <a:off x="8153400" y="685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8372" name="Rectangle 548"/>
          <p:cNvSpPr>
            <a:spLocks noChangeArrowheads="1"/>
          </p:cNvSpPr>
          <p:nvPr/>
        </p:nvSpPr>
        <p:spPr bwMode="auto">
          <a:xfrm>
            <a:off x="8458200" y="685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78376" name="Rectangle 552"/>
          <p:cNvSpPr>
            <a:spLocks noChangeArrowheads="1"/>
          </p:cNvSpPr>
          <p:nvPr/>
        </p:nvSpPr>
        <p:spPr bwMode="auto">
          <a:xfrm>
            <a:off x="7620000" y="1905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2</a:t>
            </a:r>
          </a:p>
        </p:txBody>
      </p:sp>
      <p:sp>
        <p:nvSpPr>
          <p:cNvPr id="78377" name="Rectangle 553"/>
          <p:cNvSpPr>
            <a:spLocks noChangeArrowheads="1"/>
          </p:cNvSpPr>
          <p:nvPr/>
        </p:nvSpPr>
        <p:spPr bwMode="auto">
          <a:xfrm>
            <a:off x="7620000" y="1524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78378" name="Rectangle 554"/>
          <p:cNvSpPr>
            <a:spLocks noChangeArrowheads="1"/>
          </p:cNvSpPr>
          <p:nvPr/>
        </p:nvSpPr>
        <p:spPr bwMode="auto">
          <a:xfrm>
            <a:off x="7620000" y="2362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5</a:t>
            </a:r>
          </a:p>
        </p:txBody>
      </p:sp>
      <p:sp>
        <p:nvSpPr>
          <p:cNvPr id="78390" name="Rectangle 566"/>
          <p:cNvSpPr>
            <a:spLocks noChangeArrowheads="1"/>
          </p:cNvSpPr>
          <p:nvPr/>
        </p:nvSpPr>
        <p:spPr bwMode="auto">
          <a:xfrm>
            <a:off x="7239000" y="2362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5</a:t>
            </a:r>
          </a:p>
        </p:txBody>
      </p:sp>
      <p:sp>
        <p:nvSpPr>
          <p:cNvPr id="78395" name="Rectangle 571"/>
          <p:cNvSpPr>
            <a:spLocks noChangeArrowheads="1"/>
          </p:cNvSpPr>
          <p:nvPr/>
        </p:nvSpPr>
        <p:spPr bwMode="auto">
          <a:xfrm>
            <a:off x="7239000" y="1905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2</a:t>
            </a:r>
          </a:p>
        </p:txBody>
      </p:sp>
      <p:sp>
        <p:nvSpPr>
          <p:cNvPr id="78396" name="Rectangle 572"/>
          <p:cNvSpPr>
            <a:spLocks noChangeArrowheads="1"/>
          </p:cNvSpPr>
          <p:nvPr/>
        </p:nvSpPr>
        <p:spPr bwMode="auto">
          <a:xfrm>
            <a:off x="7239000" y="1524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</a:t>
            </a:r>
          </a:p>
        </p:txBody>
      </p:sp>
      <p:grpSp>
        <p:nvGrpSpPr>
          <p:cNvPr id="4" name="Group 605"/>
          <p:cNvGrpSpPr>
            <a:grpSpLocks/>
          </p:cNvGrpSpPr>
          <p:nvPr/>
        </p:nvGrpSpPr>
        <p:grpSpPr bwMode="auto">
          <a:xfrm>
            <a:off x="6019800" y="1524000"/>
            <a:ext cx="2819400" cy="2743200"/>
            <a:chOff x="3792" y="960"/>
            <a:chExt cx="1776" cy="1728"/>
          </a:xfrm>
        </p:grpSpPr>
        <p:sp>
          <p:nvSpPr>
            <p:cNvPr id="78379" name="Rectangle 555"/>
            <p:cNvSpPr>
              <a:spLocks noChangeArrowheads="1"/>
            </p:cNvSpPr>
            <p:nvPr/>
          </p:nvSpPr>
          <p:spPr bwMode="auto">
            <a:xfrm>
              <a:off x="4800" y="22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78386" name="Rectangle 562"/>
            <p:cNvSpPr>
              <a:spLocks noChangeArrowheads="1"/>
            </p:cNvSpPr>
            <p:nvPr/>
          </p:nvSpPr>
          <p:spPr bwMode="auto">
            <a:xfrm>
              <a:off x="5040" y="19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388" name="Rectangle 564"/>
            <p:cNvSpPr>
              <a:spLocks noChangeArrowheads="1"/>
            </p:cNvSpPr>
            <p:nvPr/>
          </p:nvSpPr>
          <p:spPr bwMode="auto">
            <a:xfrm>
              <a:off x="4560" y="22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8397" name="Rectangle 573"/>
            <p:cNvSpPr>
              <a:spLocks noChangeArrowheads="1"/>
            </p:cNvSpPr>
            <p:nvPr/>
          </p:nvSpPr>
          <p:spPr bwMode="auto">
            <a:xfrm>
              <a:off x="5040" y="17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400" name="Rectangle 576"/>
            <p:cNvSpPr>
              <a:spLocks noChangeArrowheads="1"/>
            </p:cNvSpPr>
            <p:nvPr/>
          </p:nvSpPr>
          <p:spPr bwMode="auto">
            <a:xfrm>
              <a:off x="5040" y="9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78403" name="Rectangle 579"/>
            <p:cNvSpPr>
              <a:spLocks noChangeArrowheads="1"/>
            </p:cNvSpPr>
            <p:nvPr/>
          </p:nvSpPr>
          <p:spPr bwMode="auto">
            <a:xfrm>
              <a:off x="5040" y="14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78405" name="Rectangle 581"/>
            <p:cNvSpPr>
              <a:spLocks noChangeArrowheads="1"/>
            </p:cNvSpPr>
            <p:nvPr/>
          </p:nvSpPr>
          <p:spPr bwMode="auto">
            <a:xfrm>
              <a:off x="4272" y="22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406" name="Rectangle 582"/>
            <p:cNvSpPr>
              <a:spLocks noChangeArrowheads="1"/>
            </p:cNvSpPr>
            <p:nvPr/>
          </p:nvSpPr>
          <p:spPr bwMode="auto">
            <a:xfrm>
              <a:off x="5328" y="22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407" name="Rectangle 583"/>
            <p:cNvSpPr>
              <a:spLocks noChangeArrowheads="1"/>
            </p:cNvSpPr>
            <p:nvPr/>
          </p:nvSpPr>
          <p:spPr bwMode="auto">
            <a:xfrm>
              <a:off x="5040" y="22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408" name="Rectangle 584"/>
            <p:cNvSpPr>
              <a:spLocks noChangeArrowheads="1"/>
            </p:cNvSpPr>
            <p:nvPr/>
          </p:nvSpPr>
          <p:spPr bwMode="auto">
            <a:xfrm>
              <a:off x="5040" y="24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78412" name="Rectangle 588"/>
            <p:cNvSpPr>
              <a:spLocks noChangeArrowheads="1"/>
            </p:cNvSpPr>
            <p:nvPr/>
          </p:nvSpPr>
          <p:spPr bwMode="auto">
            <a:xfrm>
              <a:off x="3792" y="22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416" name="Rectangle 592"/>
            <p:cNvSpPr>
              <a:spLocks noChangeArrowheads="1"/>
            </p:cNvSpPr>
            <p:nvPr/>
          </p:nvSpPr>
          <p:spPr bwMode="auto">
            <a:xfrm>
              <a:off x="4032" y="22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419" name="Rectangle 595"/>
            <p:cNvSpPr>
              <a:spLocks noChangeArrowheads="1"/>
            </p:cNvSpPr>
            <p:nvPr/>
          </p:nvSpPr>
          <p:spPr bwMode="auto">
            <a:xfrm>
              <a:off x="5040" y="12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</p:grpSp>
      <p:sp>
        <p:nvSpPr>
          <p:cNvPr id="78389" name="Rectangle 565"/>
          <p:cNvSpPr>
            <a:spLocks noChangeArrowheads="1"/>
          </p:cNvSpPr>
          <p:nvPr/>
        </p:nvSpPr>
        <p:spPr bwMode="auto">
          <a:xfrm>
            <a:off x="7239000" y="3962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olidFill>
                  <a:srgbClr val="CC00FF"/>
                </a:solidFill>
                <a:sym typeface="Symbol" pitchFamily="18" charset="2"/>
              </a:rPr>
              <a:t>2</a:t>
            </a:r>
          </a:p>
        </p:txBody>
      </p:sp>
      <p:grpSp>
        <p:nvGrpSpPr>
          <p:cNvPr id="5" name="Group 1351"/>
          <p:cNvGrpSpPr>
            <a:grpSpLocks/>
          </p:cNvGrpSpPr>
          <p:nvPr/>
        </p:nvGrpSpPr>
        <p:grpSpPr bwMode="auto">
          <a:xfrm>
            <a:off x="6019800" y="1524000"/>
            <a:ext cx="2819400" cy="2743200"/>
            <a:chOff x="3792" y="960"/>
            <a:chExt cx="1776" cy="1728"/>
          </a:xfrm>
        </p:grpSpPr>
        <p:sp>
          <p:nvSpPr>
            <p:cNvPr id="78374" name="Rectangle 550"/>
            <p:cNvSpPr>
              <a:spLocks noChangeArrowheads="1"/>
            </p:cNvSpPr>
            <p:nvPr/>
          </p:nvSpPr>
          <p:spPr bwMode="auto">
            <a:xfrm>
              <a:off x="4800" y="17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78375" name="Rectangle 551"/>
            <p:cNvSpPr>
              <a:spLocks noChangeArrowheads="1"/>
            </p:cNvSpPr>
            <p:nvPr/>
          </p:nvSpPr>
          <p:spPr bwMode="auto">
            <a:xfrm>
              <a:off x="4560" y="19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380" name="Rectangle 556"/>
            <p:cNvSpPr>
              <a:spLocks noChangeArrowheads="1"/>
            </p:cNvSpPr>
            <p:nvPr/>
          </p:nvSpPr>
          <p:spPr bwMode="auto">
            <a:xfrm>
              <a:off x="4800" y="24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78381" name="Rectangle 557"/>
            <p:cNvSpPr>
              <a:spLocks noChangeArrowheads="1"/>
            </p:cNvSpPr>
            <p:nvPr/>
          </p:nvSpPr>
          <p:spPr bwMode="auto">
            <a:xfrm>
              <a:off x="3792" y="19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382" name="Rectangle 558"/>
            <p:cNvSpPr>
              <a:spLocks noChangeArrowheads="1"/>
            </p:cNvSpPr>
            <p:nvPr/>
          </p:nvSpPr>
          <p:spPr bwMode="auto">
            <a:xfrm>
              <a:off x="4032" y="19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383" name="Rectangle 559"/>
            <p:cNvSpPr>
              <a:spLocks noChangeArrowheads="1"/>
            </p:cNvSpPr>
            <p:nvPr/>
          </p:nvSpPr>
          <p:spPr bwMode="auto">
            <a:xfrm>
              <a:off x="4272" y="19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384" name="Rectangle 560"/>
            <p:cNvSpPr>
              <a:spLocks noChangeArrowheads="1"/>
            </p:cNvSpPr>
            <p:nvPr/>
          </p:nvSpPr>
          <p:spPr bwMode="auto">
            <a:xfrm>
              <a:off x="4800" y="19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385" name="Rectangle 561"/>
            <p:cNvSpPr>
              <a:spLocks noChangeArrowheads="1"/>
            </p:cNvSpPr>
            <p:nvPr/>
          </p:nvSpPr>
          <p:spPr bwMode="auto">
            <a:xfrm>
              <a:off x="5328" y="19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391" name="Rectangle 567"/>
            <p:cNvSpPr>
              <a:spLocks noChangeArrowheads="1"/>
            </p:cNvSpPr>
            <p:nvPr/>
          </p:nvSpPr>
          <p:spPr bwMode="auto">
            <a:xfrm>
              <a:off x="3792" y="17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392" name="Rectangle 568"/>
            <p:cNvSpPr>
              <a:spLocks noChangeArrowheads="1"/>
            </p:cNvSpPr>
            <p:nvPr/>
          </p:nvSpPr>
          <p:spPr bwMode="auto">
            <a:xfrm>
              <a:off x="4032" y="17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393" name="Rectangle 569"/>
            <p:cNvSpPr>
              <a:spLocks noChangeArrowheads="1"/>
            </p:cNvSpPr>
            <p:nvPr/>
          </p:nvSpPr>
          <p:spPr bwMode="auto">
            <a:xfrm>
              <a:off x="4272" y="17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394" name="Rectangle 570"/>
            <p:cNvSpPr>
              <a:spLocks noChangeArrowheads="1"/>
            </p:cNvSpPr>
            <p:nvPr/>
          </p:nvSpPr>
          <p:spPr bwMode="auto">
            <a:xfrm>
              <a:off x="4560" y="17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398" name="Rectangle 574"/>
            <p:cNvSpPr>
              <a:spLocks noChangeArrowheads="1"/>
            </p:cNvSpPr>
            <p:nvPr/>
          </p:nvSpPr>
          <p:spPr bwMode="auto">
            <a:xfrm>
              <a:off x="5328" y="17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399" name="Rectangle 575"/>
            <p:cNvSpPr>
              <a:spLocks noChangeArrowheads="1"/>
            </p:cNvSpPr>
            <p:nvPr/>
          </p:nvSpPr>
          <p:spPr bwMode="auto">
            <a:xfrm>
              <a:off x="4032" y="9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78401" name="Rectangle 577"/>
            <p:cNvSpPr>
              <a:spLocks noChangeArrowheads="1"/>
            </p:cNvSpPr>
            <p:nvPr/>
          </p:nvSpPr>
          <p:spPr bwMode="auto">
            <a:xfrm>
              <a:off x="5328" y="9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6</a:t>
              </a:r>
            </a:p>
          </p:txBody>
        </p:sp>
        <p:sp>
          <p:nvSpPr>
            <p:cNvPr id="78402" name="Rectangle 578"/>
            <p:cNvSpPr>
              <a:spLocks noChangeArrowheads="1"/>
            </p:cNvSpPr>
            <p:nvPr/>
          </p:nvSpPr>
          <p:spPr bwMode="auto">
            <a:xfrm>
              <a:off x="4272" y="12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8404" name="Rectangle 580"/>
            <p:cNvSpPr>
              <a:spLocks noChangeArrowheads="1"/>
            </p:cNvSpPr>
            <p:nvPr/>
          </p:nvSpPr>
          <p:spPr bwMode="auto">
            <a:xfrm>
              <a:off x="4272" y="24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8409" name="Rectangle 585"/>
            <p:cNvSpPr>
              <a:spLocks noChangeArrowheads="1"/>
            </p:cNvSpPr>
            <p:nvPr/>
          </p:nvSpPr>
          <p:spPr bwMode="auto">
            <a:xfrm>
              <a:off x="5328" y="24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410" name="Rectangle 586"/>
            <p:cNvSpPr>
              <a:spLocks noChangeArrowheads="1"/>
            </p:cNvSpPr>
            <p:nvPr/>
          </p:nvSpPr>
          <p:spPr bwMode="auto">
            <a:xfrm>
              <a:off x="3792" y="12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411" name="Rectangle 587"/>
            <p:cNvSpPr>
              <a:spLocks noChangeArrowheads="1"/>
            </p:cNvSpPr>
            <p:nvPr/>
          </p:nvSpPr>
          <p:spPr bwMode="auto">
            <a:xfrm>
              <a:off x="3792" y="14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413" name="Rectangle 589"/>
            <p:cNvSpPr>
              <a:spLocks noChangeArrowheads="1"/>
            </p:cNvSpPr>
            <p:nvPr/>
          </p:nvSpPr>
          <p:spPr bwMode="auto">
            <a:xfrm>
              <a:off x="3792" y="24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414" name="Rectangle 590"/>
            <p:cNvSpPr>
              <a:spLocks noChangeArrowheads="1"/>
            </p:cNvSpPr>
            <p:nvPr/>
          </p:nvSpPr>
          <p:spPr bwMode="auto">
            <a:xfrm>
              <a:off x="4032" y="12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415" name="Rectangle 591"/>
            <p:cNvSpPr>
              <a:spLocks noChangeArrowheads="1"/>
            </p:cNvSpPr>
            <p:nvPr/>
          </p:nvSpPr>
          <p:spPr bwMode="auto">
            <a:xfrm>
              <a:off x="4032" y="14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417" name="Rectangle 593"/>
            <p:cNvSpPr>
              <a:spLocks noChangeArrowheads="1"/>
            </p:cNvSpPr>
            <p:nvPr/>
          </p:nvSpPr>
          <p:spPr bwMode="auto">
            <a:xfrm>
              <a:off x="4272" y="9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8418" name="Rectangle 594"/>
            <p:cNvSpPr>
              <a:spLocks noChangeArrowheads="1"/>
            </p:cNvSpPr>
            <p:nvPr/>
          </p:nvSpPr>
          <p:spPr bwMode="auto">
            <a:xfrm>
              <a:off x="4272" y="14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420" name="Rectangle 596"/>
            <p:cNvSpPr>
              <a:spLocks noChangeArrowheads="1"/>
            </p:cNvSpPr>
            <p:nvPr/>
          </p:nvSpPr>
          <p:spPr bwMode="auto">
            <a:xfrm>
              <a:off x="5328" y="12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421" name="Rectangle 597"/>
            <p:cNvSpPr>
              <a:spLocks noChangeArrowheads="1"/>
            </p:cNvSpPr>
            <p:nvPr/>
          </p:nvSpPr>
          <p:spPr bwMode="auto">
            <a:xfrm>
              <a:off x="5328" y="14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422" name="Rectangle 598"/>
            <p:cNvSpPr>
              <a:spLocks noChangeArrowheads="1"/>
            </p:cNvSpPr>
            <p:nvPr/>
          </p:nvSpPr>
          <p:spPr bwMode="auto">
            <a:xfrm>
              <a:off x="3792" y="9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8423" name="Rectangle 599"/>
            <p:cNvSpPr>
              <a:spLocks noChangeArrowheads="1"/>
            </p:cNvSpPr>
            <p:nvPr/>
          </p:nvSpPr>
          <p:spPr bwMode="auto">
            <a:xfrm>
              <a:off x="4032" y="24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</p:grpSp>
      <p:sp>
        <p:nvSpPr>
          <p:cNvPr id="78424" name="Rectangle 600"/>
          <p:cNvSpPr>
            <a:spLocks noChangeArrowheads="1"/>
          </p:cNvSpPr>
          <p:nvPr/>
        </p:nvSpPr>
        <p:spPr bwMode="auto">
          <a:xfrm>
            <a:off x="5105400" y="3886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grpSp>
        <p:nvGrpSpPr>
          <p:cNvPr id="6" name="Group 606"/>
          <p:cNvGrpSpPr>
            <a:grpSpLocks/>
          </p:cNvGrpSpPr>
          <p:nvPr/>
        </p:nvGrpSpPr>
        <p:grpSpPr bwMode="auto">
          <a:xfrm>
            <a:off x="609600" y="1371600"/>
            <a:ext cx="3200400" cy="2819400"/>
            <a:chOff x="480" y="1632"/>
            <a:chExt cx="2016" cy="1776"/>
          </a:xfrm>
        </p:grpSpPr>
        <p:sp>
          <p:nvSpPr>
            <p:cNvPr id="78426" name="Line 602"/>
            <p:cNvSpPr>
              <a:spLocks noChangeShapeType="1"/>
            </p:cNvSpPr>
            <p:nvPr/>
          </p:nvSpPr>
          <p:spPr bwMode="auto">
            <a:xfrm>
              <a:off x="2208" y="1632"/>
              <a:ext cx="0" cy="177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8427" name="Line 603"/>
            <p:cNvSpPr>
              <a:spLocks noChangeShapeType="1"/>
            </p:cNvSpPr>
            <p:nvPr/>
          </p:nvSpPr>
          <p:spPr bwMode="auto">
            <a:xfrm>
              <a:off x="480" y="3168"/>
              <a:ext cx="2016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9898" name="Line 1050"/>
          <p:cNvSpPr>
            <a:spLocks noChangeShapeType="1"/>
          </p:cNvSpPr>
          <p:nvPr/>
        </p:nvSpPr>
        <p:spPr bwMode="auto">
          <a:xfrm flipH="1">
            <a:off x="7772400" y="1524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9899" name="Line 1051"/>
          <p:cNvSpPr>
            <a:spLocks noChangeShapeType="1"/>
          </p:cNvSpPr>
          <p:nvPr/>
        </p:nvSpPr>
        <p:spPr bwMode="auto">
          <a:xfrm flipH="1">
            <a:off x="7391400" y="1752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9900" name="Line 1052"/>
          <p:cNvSpPr>
            <a:spLocks noChangeShapeType="1"/>
          </p:cNvSpPr>
          <p:nvPr/>
        </p:nvSpPr>
        <p:spPr bwMode="auto">
          <a:xfrm flipH="1">
            <a:off x="7391400" y="2209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9901" name="Line 1053"/>
          <p:cNvSpPr>
            <a:spLocks noChangeShapeType="1"/>
          </p:cNvSpPr>
          <p:nvPr/>
        </p:nvSpPr>
        <p:spPr bwMode="auto">
          <a:xfrm flipH="1">
            <a:off x="7391400" y="2590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9902" name="Line 1054"/>
          <p:cNvSpPr>
            <a:spLocks noChangeShapeType="1"/>
          </p:cNvSpPr>
          <p:nvPr/>
        </p:nvSpPr>
        <p:spPr bwMode="auto">
          <a:xfrm flipH="1">
            <a:off x="7772400" y="1981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9903" name="Line 1055"/>
          <p:cNvSpPr>
            <a:spLocks noChangeShapeType="1"/>
          </p:cNvSpPr>
          <p:nvPr/>
        </p:nvSpPr>
        <p:spPr bwMode="auto">
          <a:xfrm flipH="1">
            <a:off x="7772400" y="2362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0051" name="Rectangle 1203"/>
          <p:cNvSpPr>
            <a:spLocks noChangeArrowheads="1"/>
          </p:cNvSpPr>
          <p:nvPr/>
        </p:nvSpPr>
        <p:spPr bwMode="auto">
          <a:xfrm>
            <a:off x="3810000" y="152400"/>
            <a:ext cx="1371600" cy="4572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800" b="1">
                <a:solidFill>
                  <a:srgbClr val="FF0000"/>
                </a:solidFill>
              </a:rPr>
              <a:t>ìm P</a:t>
            </a:r>
            <a:r>
              <a:rPr lang="en-US" sz="2800" b="1" baseline="-25000">
                <a:solidFill>
                  <a:srgbClr val="FF0000"/>
                </a:solidFill>
              </a:rPr>
              <a:t>5</a:t>
            </a:r>
          </a:p>
        </p:txBody>
      </p:sp>
      <p:grpSp>
        <p:nvGrpSpPr>
          <p:cNvPr id="7" name="Group 1204"/>
          <p:cNvGrpSpPr>
            <a:grpSpLocks/>
          </p:cNvGrpSpPr>
          <p:nvPr/>
        </p:nvGrpSpPr>
        <p:grpSpPr bwMode="auto">
          <a:xfrm>
            <a:off x="0" y="685800"/>
            <a:ext cx="3810000" cy="3581400"/>
            <a:chOff x="1392" y="1128"/>
            <a:chExt cx="2400" cy="2256"/>
          </a:xfrm>
        </p:grpSpPr>
        <p:sp>
          <p:nvSpPr>
            <p:cNvPr id="80053" name="Rectangle 1205"/>
            <p:cNvSpPr>
              <a:spLocks noChangeArrowheads="1"/>
            </p:cNvSpPr>
            <p:nvPr/>
          </p:nvSpPr>
          <p:spPr bwMode="auto">
            <a:xfrm>
              <a:off x="3529" y="313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054" name="Rectangle 1206"/>
            <p:cNvSpPr>
              <a:spLocks noChangeArrowheads="1"/>
            </p:cNvSpPr>
            <p:nvPr/>
          </p:nvSpPr>
          <p:spPr bwMode="auto">
            <a:xfrm>
              <a:off x="3265" y="3135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55" name="Rectangle 1207"/>
            <p:cNvSpPr>
              <a:spLocks noChangeArrowheads="1"/>
            </p:cNvSpPr>
            <p:nvPr/>
          </p:nvSpPr>
          <p:spPr bwMode="auto">
            <a:xfrm>
              <a:off x="3002" y="313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056" name="Rectangle 1208"/>
            <p:cNvSpPr>
              <a:spLocks noChangeArrowheads="1"/>
            </p:cNvSpPr>
            <p:nvPr/>
          </p:nvSpPr>
          <p:spPr bwMode="auto">
            <a:xfrm>
              <a:off x="2738" y="3135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057" name="Rectangle 1209"/>
            <p:cNvSpPr>
              <a:spLocks noChangeArrowheads="1"/>
            </p:cNvSpPr>
            <p:nvPr/>
          </p:nvSpPr>
          <p:spPr bwMode="auto">
            <a:xfrm>
              <a:off x="2476" y="3135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058" name="Rectangle 1210"/>
            <p:cNvSpPr>
              <a:spLocks noChangeArrowheads="1"/>
            </p:cNvSpPr>
            <p:nvPr/>
          </p:nvSpPr>
          <p:spPr bwMode="auto">
            <a:xfrm>
              <a:off x="2211" y="3135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59" name="Rectangle 1211"/>
            <p:cNvSpPr>
              <a:spLocks noChangeArrowheads="1"/>
            </p:cNvSpPr>
            <p:nvPr/>
          </p:nvSpPr>
          <p:spPr bwMode="auto">
            <a:xfrm>
              <a:off x="1948" y="313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60" name="Rectangle 1212"/>
            <p:cNvSpPr>
              <a:spLocks noChangeArrowheads="1"/>
            </p:cNvSpPr>
            <p:nvPr/>
          </p:nvSpPr>
          <p:spPr bwMode="auto">
            <a:xfrm>
              <a:off x="1632" y="3135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061" name="Rectangle 1213"/>
            <p:cNvSpPr>
              <a:spLocks noChangeArrowheads="1"/>
            </p:cNvSpPr>
            <p:nvPr/>
          </p:nvSpPr>
          <p:spPr bwMode="auto">
            <a:xfrm>
              <a:off x="3529" y="288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62" name="Rectangle 1214"/>
            <p:cNvSpPr>
              <a:spLocks noChangeArrowheads="1"/>
            </p:cNvSpPr>
            <p:nvPr/>
          </p:nvSpPr>
          <p:spPr bwMode="auto">
            <a:xfrm>
              <a:off x="3265" y="2886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063" name="Rectangle 1215"/>
            <p:cNvSpPr>
              <a:spLocks noChangeArrowheads="1"/>
            </p:cNvSpPr>
            <p:nvPr/>
          </p:nvSpPr>
          <p:spPr bwMode="auto">
            <a:xfrm>
              <a:off x="3002" y="288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064" name="Rectangle 1216"/>
            <p:cNvSpPr>
              <a:spLocks noChangeArrowheads="1"/>
            </p:cNvSpPr>
            <p:nvPr/>
          </p:nvSpPr>
          <p:spPr bwMode="auto">
            <a:xfrm>
              <a:off x="2738" y="2886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065" name="Rectangle 1217"/>
            <p:cNvSpPr>
              <a:spLocks noChangeArrowheads="1"/>
            </p:cNvSpPr>
            <p:nvPr/>
          </p:nvSpPr>
          <p:spPr bwMode="auto">
            <a:xfrm>
              <a:off x="2476" y="2886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66" name="Rectangle 1218"/>
            <p:cNvSpPr>
              <a:spLocks noChangeArrowheads="1"/>
            </p:cNvSpPr>
            <p:nvPr/>
          </p:nvSpPr>
          <p:spPr bwMode="auto">
            <a:xfrm>
              <a:off x="2211" y="2886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67" name="Rectangle 1219"/>
            <p:cNvSpPr>
              <a:spLocks noChangeArrowheads="1"/>
            </p:cNvSpPr>
            <p:nvPr/>
          </p:nvSpPr>
          <p:spPr bwMode="auto">
            <a:xfrm>
              <a:off x="1948" y="288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68" name="Rectangle 1220"/>
            <p:cNvSpPr>
              <a:spLocks noChangeArrowheads="1"/>
            </p:cNvSpPr>
            <p:nvPr/>
          </p:nvSpPr>
          <p:spPr bwMode="auto">
            <a:xfrm>
              <a:off x="1632" y="2886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069" name="Rectangle 1221"/>
            <p:cNvSpPr>
              <a:spLocks noChangeArrowheads="1"/>
            </p:cNvSpPr>
            <p:nvPr/>
          </p:nvSpPr>
          <p:spPr bwMode="auto">
            <a:xfrm>
              <a:off x="3529" y="2637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70" name="Rectangle 1222"/>
            <p:cNvSpPr>
              <a:spLocks noChangeArrowheads="1"/>
            </p:cNvSpPr>
            <p:nvPr/>
          </p:nvSpPr>
          <p:spPr bwMode="auto">
            <a:xfrm>
              <a:off x="3265" y="2637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71" name="Rectangle 1223"/>
            <p:cNvSpPr>
              <a:spLocks noChangeArrowheads="1"/>
            </p:cNvSpPr>
            <p:nvPr/>
          </p:nvSpPr>
          <p:spPr bwMode="auto">
            <a:xfrm>
              <a:off x="3002" y="2637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072" name="Rectangle 1224"/>
            <p:cNvSpPr>
              <a:spLocks noChangeArrowheads="1"/>
            </p:cNvSpPr>
            <p:nvPr/>
          </p:nvSpPr>
          <p:spPr bwMode="auto">
            <a:xfrm>
              <a:off x="2738" y="2637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73" name="Rectangle 1225"/>
            <p:cNvSpPr>
              <a:spLocks noChangeArrowheads="1"/>
            </p:cNvSpPr>
            <p:nvPr/>
          </p:nvSpPr>
          <p:spPr bwMode="auto">
            <a:xfrm>
              <a:off x="2476" y="2637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74" name="Rectangle 1226"/>
            <p:cNvSpPr>
              <a:spLocks noChangeArrowheads="1"/>
            </p:cNvSpPr>
            <p:nvPr/>
          </p:nvSpPr>
          <p:spPr bwMode="auto">
            <a:xfrm>
              <a:off x="2211" y="2637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75" name="Rectangle 1227"/>
            <p:cNvSpPr>
              <a:spLocks noChangeArrowheads="1"/>
            </p:cNvSpPr>
            <p:nvPr/>
          </p:nvSpPr>
          <p:spPr bwMode="auto">
            <a:xfrm>
              <a:off x="1948" y="2637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76" name="Rectangle 1228"/>
            <p:cNvSpPr>
              <a:spLocks noChangeArrowheads="1"/>
            </p:cNvSpPr>
            <p:nvPr/>
          </p:nvSpPr>
          <p:spPr bwMode="auto">
            <a:xfrm>
              <a:off x="1632" y="2637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077" name="Rectangle 1229"/>
            <p:cNvSpPr>
              <a:spLocks noChangeArrowheads="1"/>
            </p:cNvSpPr>
            <p:nvPr/>
          </p:nvSpPr>
          <p:spPr bwMode="auto">
            <a:xfrm>
              <a:off x="3529" y="2388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78" name="Rectangle 1230"/>
            <p:cNvSpPr>
              <a:spLocks noChangeArrowheads="1"/>
            </p:cNvSpPr>
            <p:nvPr/>
          </p:nvSpPr>
          <p:spPr bwMode="auto">
            <a:xfrm>
              <a:off x="3265" y="2388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79" name="Rectangle 1231"/>
            <p:cNvSpPr>
              <a:spLocks noChangeArrowheads="1"/>
            </p:cNvSpPr>
            <p:nvPr/>
          </p:nvSpPr>
          <p:spPr bwMode="auto">
            <a:xfrm>
              <a:off x="3002" y="2388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080" name="Rectangle 1232"/>
            <p:cNvSpPr>
              <a:spLocks noChangeArrowheads="1"/>
            </p:cNvSpPr>
            <p:nvPr/>
          </p:nvSpPr>
          <p:spPr bwMode="auto">
            <a:xfrm>
              <a:off x="2738" y="2388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081" name="Rectangle 1233"/>
            <p:cNvSpPr>
              <a:spLocks noChangeArrowheads="1"/>
            </p:cNvSpPr>
            <p:nvPr/>
          </p:nvSpPr>
          <p:spPr bwMode="auto">
            <a:xfrm>
              <a:off x="2476" y="2388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82" name="Rectangle 1234"/>
            <p:cNvSpPr>
              <a:spLocks noChangeArrowheads="1"/>
            </p:cNvSpPr>
            <p:nvPr/>
          </p:nvSpPr>
          <p:spPr bwMode="auto">
            <a:xfrm>
              <a:off x="2211" y="2388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83" name="Rectangle 1235"/>
            <p:cNvSpPr>
              <a:spLocks noChangeArrowheads="1"/>
            </p:cNvSpPr>
            <p:nvPr/>
          </p:nvSpPr>
          <p:spPr bwMode="auto">
            <a:xfrm>
              <a:off x="1948" y="2388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84" name="Rectangle 1236"/>
            <p:cNvSpPr>
              <a:spLocks noChangeArrowheads="1"/>
            </p:cNvSpPr>
            <p:nvPr/>
          </p:nvSpPr>
          <p:spPr bwMode="auto">
            <a:xfrm>
              <a:off x="1632" y="2388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085" name="Rectangle 1237"/>
            <p:cNvSpPr>
              <a:spLocks noChangeArrowheads="1"/>
            </p:cNvSpPr>
            <p:nvPr/>
          </p:nvSpPr>
          <p:spPr bwMode="auto">
            <a:xfrm>
              <a:off x="3529" y="213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86" name="Rectangle 1238"/>
            <p:cNvSpPr>
              <a:spLocks noChangeArrowheads="1"/>
            </p:cNvSpPr>
            <p:nvPr/>
          </p:nvSpPr>
          <p:spPr bwMode="auto">
            <a:xfrm>
              <a:off x="3265" y="2139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087" name="Rectangle 1239"/>
            <p:cNvSpPr>
              <a:spLocks noChangeArrowheads="1"/>
            </p:cNvSpPr>
            <p:nvPr/>
          </p:nvSpPr>
          <p:spPr bwMode="auto">
            <a:xfrm>
              <a:off x="3002" y="213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88" name="Rectangle 1240"/>
            <p:cNvSpPr>
              <a:spLocks noChangeArrowheads="1"/>
            </p:cNvSpPr>
            <p:nvPr/>
          </p:nvSpPr>
          <p:spPr bwMode="auto">
            <a:xfrm>
              <a:off x="2738" y="2139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089" name="Rectangle 1241"/>
            <p:cNvSpPr>
              <a:spLocks noChangeArrowheads="1"/>
            </p:cNvSpPr>
            <p:nvPr/>
          </p:nvSpPr>
          <p:spPr bwMode="auto">
            <a:xfrm>
              <a:off x="2476" y="2139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090" name="Rectangle 1242"/>
            <p:cNvSpPr>
              <a:spLocks noChangeArrowheads="1"/>
            </p:cNvSpPr>
            <p:nvPr/>
          </p:nvSpPr>
          <p:spPr bwMode="auto">
            <a:xfrm>
              <a:off x="2211" y="2139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91" name="Rectangle 1243"/>
            <p:cNvSpPr>
              <a:spLocks noChangeArrowheads="1"/>
            </p:cNvSpPr>
            <p:nvPr/>
          </p:nvSpPr>
          <p:spPr bwMode="auto">
            <a:xfrm>
              <a:off x="1948" y="213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92" name="Rectangle 1244"/>
            <p:cNvSpPr>
              <a:spLocks noChangeArrowheads="1"/>
            </p:cNvSpPr>
            <p:nvPr/>
          </p:nvSpPr>
          <p:spPr bwMode="auto">
            <a:xfrm>
              <a:off x="1632" y="2139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093" name="Rectangle 1245"/>
            <p:cNvSpPr>
              <a:spLocks noChangeArrowheads="1"/>
            </p:cNvSpPr>
            <p:nvPr/>
          </p:nvSpPr>
          <p:spPr bwMode="auto">
            <a:xfrm>
              <a:off x="3529" y="189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94" name="Rectangle 1246"/>
            <p:cNvSpPr>
              <a:spLocks noChangeArrowheads="1"/>
            </p:cNvSpPr>
            <p:nvPr/>
          </p:nvSpPr>
          <p:spPr bwMode="auto">
            <a:xfrm>
              <a:off x="3265" y="1890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95" name="Rectangle 1247"/>
            <p:cNvSpPr>
              <a:spLocks noChangeArrowheads="1"/>
            </p:cNvSpPr>
            <p:nvPr/>
          </p:nvSpPr>
          <p:spPr bwMode="auto">
            <a:xfrm>
              <a:off x="3002" y="189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96" name="Rectangle 1248"/>
            <p:cNvSpPr>
              <a:spLocks noChangeArrowheads="1"/>
            </p:cNvSpPr>
            <p:nvPr/>
          </p:nvSpPr>
          <p:spPr bwMode="auto">
            <a:xfrm>
              <a:off x="2738" y="1890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097" name="Rectangle 1249"/>
            <p:cNvSpPr>
              <a:spLocks noChangeArrowheads="1"/>
            </p:cNvSpPr>
            <p:nvPr/>
          </p:nvSpPr>
          <p:spPr bwMode="auto">
            <a:xfrm>
              <a:off x="2476" y="1890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098" name="Rectangle 1250"/>
            <p:cNvSpPr>
              <a:spLocks noChangeArrowheads="1"/>
            </p:cNvSpPr>
            <p:nvPr/>
          </p:nvSpPr>
          <p:spPr bwMode="auto">
            <a:xfrm>
              <a:off x="2211" y="1890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099" name="Rectangle 1251"/>
            <p:cNvSpPr>
              <a:spLocks noChangeArrowheads="1"/>
            </p:cNvSpPr>
            <p:nvPr/>
          </p:nvSpPr>
          <p:spPr bwMode="auto">
            <a:xfrm>
              <a:off x="1948" y="189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100" name="Rectangle 1252"/>
            <p:cNvSpPr>
              <a:spLocks noChangeArrowheads="1"/>
            </p:cNvSpPr>
            <p:nvPr/>
          </p:nvSpPr>
          <p:spPr bwMode="auto">
            <a:xfrm>
              <a:off x="1632" y="1890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101" name="Rectangle 1253"/>
            <p:cNvSpPr>
              <a:spLocks noChangeArrowheads="1"/>
            </p:cNvSpPr>
            <p:nvPr/>
          </p:nvSpPr>
          <p:spPr bwMode="auto">
            <a:xfrm>
              <a:off x="3529" y="164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102" name="Rectangle 1254"/>
            <p:cNvSpPr>
              <a:spLocks noChangeArrowheads="1"/>
            </p:cNvSpPr>
            <p:nvPr/>
          </p:nvSpPr>
          <p:spPr bwMode="auto">
            <a:xfrm>
              <a:off x="3265" y="1641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103" name="Rectangle 1255"/>
            <p:cNvSpPr>
              <a:spLocks noChangeArrowheads="1"/>
            </p:cNvSpPr>
            <p:nvPr/>
          </p:nvSpPr>
          <p:spPr bwMode="auto">
            <a:xfrm>
              <a:off x="3002" y="164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104" name="Rectangle 1256"/>
            <p:cNvSpPr>
              <a:spLocks noChangeArrowheads="1"/>
            </p:cNvSpPr>
            <p:nvPr/>
          </p:nvSpPr>
          <p:spPr bwMode="auto">
            <a:xfrm>
              <a:off x="2738" y="1641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105" name="Rectangle 1257"/>
            <p:cNvSpPr>
              <a:spLocks noChangeArrowheads="1"/>
            </p:cNvSpPr>
            <p:nvPr/>
          </p:nvSpPr>
          <p:spPr bwMode="auto">
            <a:xfrm>
              <a:off x="2476" y="1641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106" name="Rectangle 1258"/>
            <p:cNvSpPr>
              <a:spLocks noChangeArrowheads="1"/>
            </p:cNvSpPr>
            <p:nvPr/>
          </p:nvSpPr>
          <p:spPr bwMode="auto">
            <a:xfrm>
              <a:off x="2211" y="1641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107" name="Rectangle 1259"/>
            <p:cNvSpPr>
              <a:spLocks noChangeArrowheads="1"/>
            </p:cNvSpPr>
            <p:nvPr/>
          </p:nvSpPr>
          <p:spPr bwMode="auto">
            <a:xfrm>
              <a:off x="1948" y="164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108" name="Rectangle 1260"/>
            <p:cNvSpPr>
              <a:spLocks noChangeArrowheads="1"/>
            </p:cNvSpPr>
            <p:nvPr/>
          </p:nvSpPr>
          <p:spPr bwMode="auto">
            <a:xfrm>
              <a:off x="1632" y="1641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109" name="Rectangle 1261"/>
            <p:cNvSpPr>
              <a:spLocks noChangeArrowheads="1"/>
            </p:cNvSpPr>
            <p:nvPr/>
          </p:nvSpPr>
          <p:spPr bwMode="auto">
            <a:xfrm>
              <a:off x="3529" y="139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110" name="Rectangle 1262"/>
            <p:cNvSpPr>
              <a:spLocks noChangeArrowheads="1"/>
            </p:cNvSpPr>
            <p:nvPr/>
          </p:nvSpPr>
          <p:spPr bwMode="auto">
            <a:xfrm>
              <a:off x="3265" y="1392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111" name="Rectangle 1263"/>
            <p:cNvSpPr>
              <a:spLocks noChangeArrowheads="1"/>
            </p:cNvSpPr>
            <p:nvPr/>
          </p:nvSpPr>
          <p:spPr bwMode="auto">
            <a:xfrm>
              <a:off x="3002" y="139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112" name="Rectangle 1264"/>
            <p:cNvSpPr>
              <a:spLocks noChangeArrowheads="1"/>
            </p:cNvSpPr>
            <p:nvPr/>
          </p:nvSpPr>
          <p:spPr bwMode="auto">
            <a:xfrm>
              <a:off x="2738" y="1392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113" name="Rectangle 1265"/>
            <p:cNvSpPr>
              <a:spLocks noChangeArrowheads="1"/>
            </p:cNvSpPr>
            <p:nvPr/>
          </p:nvSpPr>
          <p:spPr bwMode="auto">
            <a:xfrm>
              <a:off x="2476" y="1392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114" name="Rectangle 1266"/>
            <p:cNvSpPr>
              <a:spLocks noChangeArrowheads="1"/>
            </p:cNvSpPr>
            <p:nvPr/>
          </p:nvSpPr>
          <p:spPr bwMode="auto">
            <a:xfrm>
              <a:off x="2211" y="1392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115" name="Rectangle 1267"/>
            <p:cNvSpPr>
              <a:spLocks noChangeArrowheads="1"/>
            </p:cNvSpPr>
            <p:nvPr/>
          </p:nvSpPr>
          <p:spPr bwMode="auto">
            <a:xfrm>
              <a:off x="1948" y="139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116" name="Rectangle 1268"/>
            <p:cNvSpPr>
              <a:spLocks noChangeArrowheads="1"/>
            </p:cNvSpPr>
            <p:nvPr/>
          </p:nvSpPr>
          <p:spPr bwMode="auto">
            <a:xfrm>
              <a:off x="1632" y="1392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b="1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L</a:t>
              </a:r>
              <a:r>
                <a:rPr lang="en-US" b="1" baseline="-25000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b="1" baseline="-25000">
                <a:latin typeface="VNI-Times" pitchFamily="2" charset="0"/>
              </a:endParaRPr>
            </a:p>
          </p:txBody>
        </p:sp>
        <p:sp>
          <p:nvSpPr>
            <p:cNvPr id="80117" name="Line 1269"/>
            <p:cNvSpPr>
              <a:spLocks noChangeShapeType="1"/>
            </p:cNvSpPr>
            <p:nvPr/>
          </p:nvSpPr>
          <p:spPr bwMode="auto">
            <a:xfrm>
              <a:off x="1632" y="1392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18" name="Line 1270"/>
            <p:cNvSpPr>
              <a:spLocks noChangeShapeType="1"/>
            </p:cNvSpPr>
            <p:nvPr/>
          </p:nvSpPr>
          <p:spPr bwMode="auto">
            <a:xfrm>
              <a:off x="1632" y="3384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19" name="Line 1271"/>
            <p:cNvSpPr>
              <a:spLocks noChangeShapeType="1"/>
            </p:cNvSpPr>
            <p:nvPr/>
          </p:nvSpPr>
          <p:spPr bwMode="auto">
            <a:xfrm>
              <a:off x="1632" y="1392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20" name="Line 1272"/>
            <p:cNvSpPr>
              <a:spLocks noChangeShapeType="1"/>
            </p:cNvSpPr>
            <p:nvPr/>
          </p:nvSpPr>
          <p:spPr bwMode="auto">
            <a:xfrm>
              <a:off x="3792" y="1392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21" name="Line 1273"/>
            <p:cNvSpPr>
              <a:spLocks noChangeShapeType="1"/>
            </p:cNvSpPr>
            <p:nvPr/>
          </p:nvSpPr>
          <p:spPr bwMode="auto">
            <a:xfrm>
              <a:off x="1632" y="1641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22" name="Line 1274"/>
            <p:cNvSpPr>
              <a:spLocks noChangeShapeType="1"/>
            </p:cNvSpPr>
            <p:nvPr/>
          </p:nvSpPr>
          <p:spPr bwMode="auto">
            <a:xfrm>
              <a:off x="1948" y="1392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23" name="Line 1275"/>
            <p:cNvSpPr>
              <a:spLocks noChangeShapeType="1"/>
            </p:cNvSpPr>
            <p:nvPr/>
          </p:nvSpPr>
          <p:spPr bwMode="auto">
            <a:xfrm>
              <a:off x="2211" y="1392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24" name="Line 1276"/>
            <p:cNvSpPr>
              <a:spLocks noChangeShapeType="1"/>
            </p:cNvSpPr>
            <p:nvPr/>
          </p:nvSpPr>
          <p:spPr bwMode="auto">
            <a:xfrm>
              <a:off x="2476" y="1392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25" name="Line 1277"/>
            <p:cNvSpPr>
              <a:spLocks noChangeShapeType="1"/>
            </p:cNvSpPr>
            <p:nvPr/>
          </p:nvSpPr>
          <p:spPr bwMode="auto">
            <a:xfrm>
              <a:off x="2738" y="1392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26" name="Line 1278"/>
            <p:cNvSpPr>
              <a:spLocks noChangeShapeType="1"/>
            </p:cNvSpPr>
            <p:nvPr/>
          </p:nvSpPr>
          <p:spPr bwMode="auto">
            <a:xfrm>
              <a:off x="3002" y="1392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27" name="Line 1279"/>
            <p:cNvSpPr>
              <a:spLocks noChangeShapeType="1"/>
            </p:cNvSpPr>
            <p:nvPr/>
          </p:nvSpPr>
          <p:spPr bwMode="auto">
            <a:xfrm>
              <a:off x="3265" y="1392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28" name="Line 1280"/>
            <p:cNvSpPr>
              <a:spLocks noChangeShapeType="1"/>
            </p:cNvSpPr>
            <p:nvPr/>
          </p:nvSpPr>
          <p:spPr bwMode="auto">
            <a:xfrm>
              <a:off x="3529" y="1392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29" name="Line 1281"/>
            <p:cNvSpPr>
              <a:spLocks noChangeShapeType="1"/>
            </p:cNvSpPr>
            <p:nvPr/>
          </p:nvSpPr>
          <p:spPr bwMode="auto">
            <a:xfrm>
              <a:off x="1632" y="1890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30" name="Line 1282"/>
            <p:cNvSpPr>
              <a:spLocks noChangeShapeType="1"/>
            </p:cNvSpPr>
            <p:nvPr/>
          </p:nvSpPr>
          <p:spPr bwMode="auto">
            <a:xfrm>
              <a:off x="1632" y="2139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31" name="Line 1283"/>
            <p:cNvSpPr>
              <a:spLocks noChangeShapeType="1"/>
            </p:cNvSpPr>
            <p:nvPr/>
          </p:nvSpPr>
          <p:spPr bwMode="auto">
            <a:xfrm>
              <a:off x="1632" y="2388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32" name="Line 1284"/>
            <p:cNvSpPr>
              <a:spLocks noChangeShapeType="1"/>
            </p:cNvSpPr>
            <p:nvPr/>
          </p:nvSpPr>
          <p:spPr bwMode="auto">
            <a:xfrm>
              <a:off x="1632" y="2637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33" name="Line 1285"/>
            <p:cNvSpPr>
              <a:spLocks noChangeShapeType="1"/>
            </p:cNvSpPr>
            <p:nvPr/>
          </p:nvSpPr>
          <p:spPr bwMode="auto">
            <a:xfrm>
              <a:off x="1632" y="2886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34" name="Line 1286"/>
            <p:cNvSpPr>
              <a:spLocks noChangeShapeType="1"/>
            </p:cNvSpPr>
            <p:nvPr/>
          </p:nvSpPr>
          <p:spPr bwMode="auto">
            <a:xfrm>
              <a:off x="1632" y="3135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135" name="Rectangle 1287"/>
            <p:cNvSpPr>
              <a:spLocks noChangeArrowheads="1"/>
            </p:cNvSpPr>
            <p:nvPr/>
          </p:nvSpPr>
          <p:spPr bwMode="auto">
            <a:xfrm>
              <a:off x="3024" y="21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CC00FF"/>
                  </a:solidFill>
                  <a:sym typeface="Symbol" pitchFamily="18" charset="2"/>
                </a:rPr>
                <a:t>0</a:t>
              </a:r>
            </a:p>
          </p:txBody>
        </p:sp>
        <p:sp>
          <p:nvSpPr>
            <p:cNvPr id="80136" name="Rectangle 1288"/>
            <p:cNvSpPr>
              <a:spLocks noChangeArrowheads="1"/>
            </p:cNvSpPr>
            <p:nvPr/>
          </p:nvSpPr>
          <p:spPr bwMode="auto">
            <a:xfrm>
              <a:off x="3024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CC00FF"/>
                  </a:solidFill>
                  <a:sym typeface="Symbol" pitchFamily="18" charset="2"/>
                </a:rPr>
                <a:t>-3</a:t>
              </a:r>
            </a:p>
          </p:txBody>
        </p:sp>
        <p:sp>
          <p:nvSpPr>
            <p:cNvPr id="80137" name="Rectangle 1289"/>
            <p:cNvSpPr>
              <a:spLocks noChangeArrowheads="1"/>
            </p:cNvSpPr>
            <p:nvPr/>
          </p:nvSpPr>
          <p:spPr bwMode="auto">
            <a:xfrm>
              <a:off x="3024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CC00FF"/>
                  </a:solidFill>
                  <a:sym typeface="Symbol" pitchFamily="18" charset="2"/>
                </a:rPr>
                <a:t>-4</a:t>
              </a:r>
            </a:p>
          </p:txBody>
        </p:sp>
        <p:sp>
          <p:nvSpPr>
            <p:cNvPr id="80138" name="Rectangle 1290"/>
            <p:cNvSpPr>
              <a:spLocks noChangeArrowheads="1"/>
            </p:cNvSpPr>
            <p:nvPr/>
          </p:nvSpPr>
          <p:spPr bwMode="auto">
            <a:xfrm>
              <a:off x="3024" y="29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80139" name="Rectangle 1291"/>
            <p:cNvSpPr>
              <a:spLocks noChangeArrowheads="1"/>
            </p:cNvSpPr>
            <p:nvPr/>
          </p:nvSpPr>
          <p:spPr bwMode="auto">
            <a:xfrm>
              <a:off x="3264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40" name="Rectangle 1292"/>
            <p:cNvSpPr>
              <a:spLocks noChangeArrowheads="1"/>
            </p:cNvSpPr>
            <p:nvPr/>
          </p:nvSpPr>
          <p:spPr bwMode="auto">
            <a:xfrm>
              <a:off x="2736" y="18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CC00FF"/>
                  </a:solidFill>
                  <a:sym typeface="Symbol" pitchFamily="18" charset="2"/>
                </a:rPr>
                <a:t>0</a:t>
              </a:r>
            </a:p>
          </p:txBody>
        </p:sp>
        <p:sp>
          <p:nvSpPr>
            <p:cNvPr id="80141" name="Rectangle 1293"/>
            <p:cNvSpPr>
              <a:spLocks noChangeArrowheads="1"/>
            </p:cNvSpPr>
            <p:nvPr/>
          </p:nvSpPr>
          <p:spPr bwMode="auto">
            <a:xfrm>
              <a:off x="2736" y="16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CC00FF"/>
                  </a:solidFill>
                  <a:sym typeface="Symbol" pitchFamily="18" charset="2"/>
                </a:rPr>
                <a:t>1</a:t>
              </a:r>
            </a:p>
          </p:txBody>
        </p:sp>
        <p:sp>
          <p:nvSpPr>
            <p:cNvPr id="80142" name="Rectangle 1294"/>
            <p:cNvSpPr>
              <a:spLocks noChangeArrowheads="1"/>
            </p:cNvSpPr>
            <p:nvPr/>
          </p:nvSpPr>
          <p:spPr bwMode="auto">
            <a:xfrm>
              <a:off x="2736" y="21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CC00FF"/>
                  </a:solidFill>
                </a:rPr>
                <a:t>4</a:t>
              </a:r>
            </a:p>
          </p:txBody>
        </p:sp>
        <p:sp>
          <p:nvSpPr>
            <p:cNvPr id="80143" name="Rectangle 1295"/>
            <p:cNvSpPr>
              <a:spLocks noChangeArrowheads="1"/>
            </p:cNvSpPr>
            <p:nvPr/>
          </p:nvSpPr>
          <p:spPr bwMode="auto">
            <a:xfrm>
              <a:off x="2736" y="29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80144" name="Rectangle 1296"/>
            <p:cNvSpPr>
              <a:spLocks noChangeArrowheads="1"/>
            </p:cNvSpPr>
            <p:nvPr/>
          </p:nvSpPr>
          <p:spPr bwMode="auto">
            <a:xfrm>
              <a:off x="3264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45" name="Rectangle 1297"/>
            <p:cNvSpPr>
              <a:spLocks noChangeArrowheads="1"/>
            </p:cNvSpPr>
            <p:nvPr/>
          </p:nvSpPr>
          <p:spPr bwMode="auto">
            <a:xfrm>
              <a:off x="2496" y="29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46" name="Rectangle 1298"/>
            <p:cNvSpPr>
              <a:spLocks noChangeArrowheads="1"/>
            </p:cNvSpPr>
            <p:nvPr/>
          </p:nvSpPr>
          <p:spPr bwMode="auto">
            <a:xfrm>
              <a:off x="3264" y="16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0147" name="Rectangle 1299"/>
            <p:cNvSpPr>
              <a:spLocks noChangeArrowheads="1"/>
            </p:cNvSpPr>
            <p:nvPr/>
          </p:nvSpPr>
          <p:spPr bwMode="auto">
            <a:xfrm>
              <a:off x="3264" y="18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-1</a:t>
              </a:r>
            </a:p>
          </p:txBody>
        </p:sp>
        <p:sp>
          <p:nvSpPr>
            <p:cNvPr id="80148" name="Rectangle 1300"/>
            <p:cNvSpPr>
              <a:spLocks noChangeArrowheads="1"/>
            </p:cNvSpPr>
            <p:nvPr/>
          </p:nvSpPr>
          <p:spPr bwMode="auto">
            <a:xfrm>
              <a:off x="3264" y="21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0149" name="Rectangle 1301"/>
            <p:cNvSpPr>
              <a:spLocks noChangeArrowheads="1"/>
            </p:cNvSpPr>
            <p:nvPr/>
          </p:nvSpPr>
          <p:spPr bwMode="auto">
            <a:xfrm>
              <a:off x="1968" y="29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80150" name="Rectangle 1302"/>
            <p:cNvSpPr>
              <a:spLocks noChangeArrowheads="1"/>
            </p:cNvSpPr>
            <p:nvPr/>
          </p:nvSpPr>
          <p:spPr bwMode="auto">
            <a:xfrm>
              <a:off x="2208" y="29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51" name="Rectangle 1303"/>
            <p:cNvSpPr>
              <a:spLocks noChangeArrowheads="1"/>
            </p:cNvSpPr>
            <p:nvPr/>
          </p:nvSpPr>
          <p:spPr bwMode="auto">
            <a:xfrm>
              <a:off x="3264" y="29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0152" name="Rectangle 1304"/>
            <p:cNvSpPr>
              <a:spLocks noChangeArrowheads="1"/>
            </p:cNvSpPr>
            <p:nvPr/>
          </p:nvSpPr>
          <p:spPr bwMode="auto">
            <a:xfrm>
              <a:off x="3264" y="31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  <a:endParaRPr lang="en-US"/>
            </a:p>
          </p:txBody>
        </p:sp>
        <p:sp>
          <p:nvSpPr>
            <p:cNvPr id="80153" name="Rectangle 1305"/>
            <p:cNvSpPr>
              <a:spLocks noChangeArrowheads="1"/>
            </p:cNvSpPr>
            <p:nvPr/>
          </p:nvSpPr>
          <p:spPr bwMode="auto">
            <a:xfrm>
              <a:off x="3552" y="29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54" name="Rectangle 1306"/>
            <p:cNvSpPr>
              <a:spLocks noChangeArrowheads="1"/>
            </p:cNvSpPr>
            <p:nvPr/>
          </p:nvSpPr>
          <p:spPr bwMode="auto">
            <a:xfrm>
              <a:off x="2736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55" name="Rectangle 1307"/>
            <p:cNvSpPr>
              <a:spLocks noChangeArrowheads="1"/>
            </p:cNvSpPr>
            <p:nvPr/>
          </p:nvSpPr>
          <p:spPr bwMode="auto">
            <a:xfrm>
              <a:off x="3024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0156" name="Rectangle 1308"/>
            <p:cNvSpPr>
              <a:spLocks noChangeArrowheads="1"/>
            </p:cNvSpPr>
            <p:nvPr/>
          </p:nvSpPr>
          <p:spPr bwMode="auto">
            <a:xfrm>
              <a:off x="2496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57" name="Rectangle 1309"/>
            <p:cNvSpPr>
              <a:spLocks noChangeArrowheads="1"/>
            </p:cNvSpPr>
            <p:nvPr/>
          </p:nvSpPr>
          <p:spPr bwMode="auto">
            <a:xfrm>
              <a:off x="1968" y="259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58" name="Rectangle 1310"/>
            <p:cNvSpPr>
              <a:spLocks noChangeArrowheads="1"/>
            </p:cNvSpPr>
            <p:nvPr/>
          </p:nvSpPr>
          <p:spPr bwMode="auto">
            <a:xfrm>
              <a:off x="2208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59" name="Rectangle 1311"/>
            <p:cNvSpPr>
              <a:spLocks noChangeArrowheads="1"/>
            </p:cNvSpPr>
            <p:nvPr/>
          </p:nvSpPr>
          <p:spPr bwMode="auto">
            <a:xfrm>
              <a:off x="3024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0160" name="Rectangle 1312"/>
            <p:cNvSpPr>
              <a:spLocks noChangeArrowheads="1"/>
            </p:cNvSpPr>
            <p:nvPr/>
          </p:nvSpPr>
          <p:spPr bwMode="auto">
            <a:xfrm>
              <a:off x="3024" y="31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-6</a:t>
              </a:r>
            </a:p>
          </p:txBody>
        </p:sp>
        <p:sp>
          <p:nvSpPr>
            <p:cNvPr id="80161" name="Rectangle 1313"/>
            <p:cNvSpPr>
              <a:spLocks noChangeArrowheads="1"/>
            </p:cNvSpPr>
            <p:nvPr/>
          </p:nvSpPr>
          <p:spPr bwMode="auto">
            <a:xfrm>
              <a:off x="3552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62" name="Rectangle 1314"/>
            <p:cNvSpPr>
              <a:spLocks noChangeArrowheads="1"/>
            </p:cNvSpPr>
            <p:nvPr/>
          </p:nvSpPr>
          <p:spPr bwMode="auto">
            <a:xfrm>
              <a:off x="2496" y="23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63" name="Rectangle 1315"/>
            <p:cNvSpPr>
              <a:spLocks noChangeArrowheads="1"/>
            </p:cNvSpPr>
            <p:nvPr/>
          </p:nvSpPr>
          <p:spPr bwMode="auto">
            <a:xfrm>
              <a:off x="196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64" name="Rectangle 1316"/>
            <p:cNvSpPr>
              <a:spLocks noChangeArrowheads="1"/>
            </p:cNvSpPr>
            <p:nvPr/>
          </p:nvSpPr>
          <p:spPr bwMode="auto">
            <a:xfrm>
              <a:off x="220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65" name="Rectangle 1317"/>
            <p:cNvSpPr>
              <a:spLocks noChangeArrowheads="1"/>
            </p:cNvSpPr>
            <p:nvPr/>
          </p:nvSpPr>
          <p:spPr bwMode="auto">
            <a:xfrm>
              <a:off x="273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0166" name="Rectangle 1318"/>
            <p:cNvSpPr>
              <a:spLocks noChangeArrowheads="1"/>
            </p:cNvSpPr>
            <p:nvPr/>
          </p:nvSpPr>
          <p:spPr bwMode="auto">
            <a:xfrm>
              <a:off x="2736" y="31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CC00FF"/>
                  </a:solidFill>
                </a:rPr>
                <a:t>5</a:t>
              </a:r>
            </a:p>
          </p:txBody>
        </p:sp>
        <p:sp>
          <p:nvSpPr>
            <p:cNvPr id="80167" name="Rectangle 1319"/>
            <p:cNvSpPr>
              <a:spLocks noChangeArrowheads="1"/>
            </p:cNvSpPr>
            <p:nvPr/>
          </p:nvSpPr>
          <p:spPr bwMode="auto">
            <a:xfrm>
              <a:off x="3552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68" name="Rectangle 1320"/>
            <p:cNvSpPr>
              <a:spLocks noChangeArrowheads="1"/>
            </p:cNvSpPr>
            <p:nvPr/>
          </p:nvSpPr>
          <p:spPr bwMode="auto">
            <a:xfrm>
              <a:off x="1968" y="21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69" name="Rectangle 1321"/>
            <p:cNvSpPr>
              <a:spLocks noChangeArrowheads="1"/>
            </p:cNvSpPr>
            <p:nvPr/>
          </p:nvSpPr>
          <p:spPr bwMode="auto">
            <a:xfrm>
              <a:off x="2208" y="21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70" name="Rectangle 1322"/>
            <p:cNvSpPr>
              <a:spLocks noChangeArrowheads="1"/>
            </p:cNvSpPr>
            <p:nvPr/>
          </p:nvSpPr>
          <p:spPr bwMode="auto">
            <a:xfrm>
              <a:off x="2496" y="165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80171" name="Rectangle 1323"/>
            <p:cNvSpPr>
              <a:spLocks noChangeArrowheads="1"/>
            </p:cNvSpPr>
            <p:nvPr/>
          </p:nvSpPr>
          <p:spPr bwMode="auto">
            <a:xfrm>
              <a:off x="2496" y="18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80172" name="Rectangle 1324"/>
            <p:cNvSpPr>
              <a:spLocks noChangeArrowheads="1"/>
            </p:cNvSpPr>
            <p:nvPr/>
          </p:nvSpPr>
          <p:spPr bwMode="auto">
            <a:xfrm>
              <a:off x="2496" y="21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0173" name="Rectangle 1325"/>
            <p:cNvSpPr>
              <a:spLocks noChangeArrowheads="1"/>
            </p:cNvSpPr>
            <p:nvPr/>
          </p:nvSpPr>
          <p:spPr bwMode="auto">
            <a:xfrm>
              <a:off x="2496" y="31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80174" name="Rectangle 1326"/>
            <p:cNvSpPr>
              <a:spLocks noChangeArrowheads="1"/>
            </p:cNvSpPr>
            <p:nvPr/>
          </p:nvSpPr>
          <p:spPr bwMode="auto">
            <a:xfrm>
              <a:off x="3552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75" name="Rectangle 1327"/>
            <p:cNvSpPr>
              <a:spLocks noChangeArrowheads="1"/>
            </p:cNvSpPr>
            <p:nvPr/>
          </p:nvSpPr>
          <p:spPr bwMode="auto">
            <a:xfrm>
              <a:off x="1968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0176" name="Rectangle 1328"/>
            <p:cNvSpPr>
              <a:spLocks noChangeArrowheads="1"/>
            </p:cNvSpPr>
            <p:nvPr/>
          </p:nvSpPr>
          <p:spPr bwMode="auto">
            <a:xfrm>
              <a:off x="1968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77" name="Rectangle 1329"/>
            <p:cNvSpPr>
              <a:spLocks noChangeArrowheads="1"/>
            </p:cNvSpPr>
            <p:nvPr/>
          </p:nvSpPr>
          <p:spPr bwMode="auto">
            <a:xfrm>
              <a:off x="1968" y="31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80178" name="Rectangle 1330"/>
            <p:cNvSpPr>
              <a:spLocks noChangeArrowheads="1"/>
            </p:cNvSpPr>
            <p:nvPr/>
          </p:nvSpPr>
          <p:spPr bwMode="auto">
            <a:xfrm>
              <a:off x="2208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80179" name="Rectangle 1331"/>
            <p:cNvSpPr>
              <a:spLocks noChangeArrowheads="1"/>
            </p:cNvSpPr>
            <p:nvPr/>
          </p:nvSpPr>
          <p:spPr bwMode="auto">
            <a:xfrm>
              <a:off x="2208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0180" name="Rectangle 1332"/>
            <p:cNvSpPr>
              <a:spLocks noChangeArrowheads="1"/>
            </p:cNvSpPr>
            <p:nvPr/>
          </p:nvSpPr>
          <p:spPr bwMode="auto">
            <a:xfrm>
              <a:off x="2208" y="31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81" name="Rectangle 1333"/>
            <p:cNvSpPr>
              <a:spLocks noChangeArrowheads="1"/>
            </p:cNvSpPr>
            <p:nvPr/>
          </p:nvSpPr>
          <p:spPr bwMode="auto">
            <a:xfrm>
              <a:off x="3552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0182" name="Rectangle 1334"/>
            <p:cNvSpPr>
              <a:spLocks noChangeArrowheads="1"/>
            </p:cNvSpPr>
            <p:nvPr/>
          </p:nvSpPr>
          <p:spPr bwMode="auto">
            <a:xfrm>
              <a:off x="3552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0183" name="Rectangle 1335"/>
            <p:cNvSpPr>
              <a:spLocks noChangeArrowheads="1"/>
            </p:cNvSpPr>
            <p:nvPr/>
          </p:nvSpPr>
          <p:spPr bwMode="auto">
            <a:xfrm>
              <a:off x="3552" y="31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0184" name="Rectangle 1336"/>
            <p:cNvSpPr>
              <a:spLocks noChangeArrowheads="1"/>
            </p:cNvSpPr>
            <p:nvPr/>
          </p:nvSpPr>
          <p:spPr bwMode="auto">
            <a:xfrm>
              <a:off x="1392" y="1608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0185" name="Rectangle 1337"/>
            <p:cNvSpPr>
              <a:spLocks noChangeArrowheads="1"/>
            </p:cNvSpPr>
            <p:nvPr/>
          </p:nvSpPr>
          <p:spPr bwMode="auto">
            <a:xfrm>
              <a:off x="1392" y="1896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0186" name="Rectangle 1338"/>
            <p:cNvSpPr>
              <a:spLocks noChangeArrowheads="1"/>
            </p:cNvSpPr>
            <p:nvPr/>
          </p:nvSpPr>
          <p:spPr bwMode="auto">
            <a:xfrm>
              <a:off x="1392" y="2136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0187" name="Rectangle 1339"/>
            <p:cNvSpPr>
              <a:spLocks noChangeArrowheads="1"/>
            </p:cNvSpPr>
            <p:nvPr/>
          </p:nvSpPr>
          <p:spPr bwMode="auto">
            <a:xfrm>
              <a:off x="1392" y="2376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0188" name="Rectangle 1340"/>
            <p:cNvSpPr>
              <a:spLocks noChangeArrowheads="1"/>
            </p:cNvSpPr>
            <p:nvPr/>
          </p:nvSpPr>
          <p:spPr bwMode="auto">
            <a:xfrm>
              <a:off x="1392" y="2616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0189" name="Rectangle 1341"/>
            <p:cNvSpPr>
              <a:spLocks noChangeArrowheads="1"/>
            </p:cNvSpPr>
            <p:nvPr/>
          </p:nvSpPr>
          <p:spPr bwMode="auto">
            <a:xfrm>
              <a:off x="1392" y="2856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0190" name="Rectangle 1342"/>
            <p:cNvSpPr>
              <a:spLocks noChangeArrowheads="1"/>
            </p:cNvSpPr>
            <p:nvPr/>
          </p:nvSpPr>
          <p:spPr bwMode="auto">
            <a:xfrm>
              <a:off x="1392" y="3096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0191" name="Rectangle 1343"/>
            <p:cNvSpPr>
              <a:spLocks noChangeArrowheads="1"/>
            </p:cNvSpPr>
            <p:nvPr/>
          </p:nvSpPr>
          <p:spPr bwMode="auto">
            <a:xfrm>
              <a:off x="1968" y="112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0192" name="Rectangle 1344"/>
            <p:cNvSpPr>
              <a:spLocks noChangeArrowheads="1"/>
            </p:cNvSpPr>
            <p:nvPr/>
          </p:nvSpPr>
          <p:spPr bwMode="auto">
            <a:xfrm>
              <a:off x="2256" y="112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0193" name="Rectangle 1345"/>
            <p:cNvSpPr>
              <a:spLocks noChangeArrowheads="1"/>
            </p:cNvSpPr>
            <p:nvPr/>
          </p:nvSpPr>
          <p:spPr bwMode="auto">
            <a:xfrm>
              <a:off x="2496" y="112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0194" name="Rectangle 1346"/>
            <p:cNvSpPr>
              <a:spLocks noChangeArrowheads="1"/>
            </p:cNvSpPr>
            <p:nvPr/>
          </p:nvSpPr>
          <p:spPr bwMode="auto">
            <a:xfrm>
              <a:off x="2784" y="112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0195" name="Rectangle 1347"/>
            <p:cNvSpPr>
              <a:spLocks noChangeArrowheads="1"/>
            </p:cNvSpPr>
            <p:nvPr/>
          </p:nvSpPr>
          <p:spPr bwMode="auto">
            <a:xfrm>
              <a:off x="3072" y="112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0196" name="Rectangle 1348"/>
            <p:cNvSpPr>
              <a:spLocks noChangeArrowheads="1"/>
            </p:cNvSpPr>
            <p:nvPr/>
          </p:nvSpPr>
          <p:spPr bwMode="auto">
            <a:xfrm>
              <a:off x="3312" y="112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0197" name="Rectangle 1349"/>
            <p:cNvSpPr>
              <a:spLocks noChangeArrowheads="1"/>
            </p:cNvSpPr>
            <p:nvPr/>
          </p:nvSpPr>
          <p:spPr bwMode="auto">
            <a:xfrm>
              <a:off x="3600" y="1128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sp>
        <p:nvSpPr>
          <p:cNvPr id="80198" name="Line 1350"/>
          <p:cNvSpPr>
            <a:spLocks noChangeShapeType="1"/>
          </p:cNvSpPr>
          <p:nvPr/>
        </p:nvSpPr>
        <p:spPr bwMode="auto">
          <a:xfrm flipH="1">
            <a:off x="7467600" y="4267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0200" name="Rectangle 1352"/>
          <p:cNvSpPr>
            <a:spLocks noChangeArrowheads="1"/>
          </p:cNvSpPr>
          <p:nvPr/>
        </p:nvSpPr>
        <p:spPr bwMode="auto">
          <a:xfrm>
            <a:off x="5181600" y="4724400"/>
            <a:ext cx="3733800" cy="685800"/>
          </a:xfrm>
          <a:prstGeom prst="rect">
            <a:avLst/>
          </a:prstGeom>
          <a:noFill/>
          <a:ln w="28575">
            <a:solidFill>
              <a:srgbClr val="0000FF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>
                <a:latin typeface="VNI-Times" pitchFamily="2" charset="0"/>
              </a:rPr>
              <a:t>Caùc oâ coøn laïi vieát laïi heát</a:t>
            </a:r>
          </a:p>
        </p:txBody>
      </p:sp>
      <p:grpSp>
        <p:nvGrpSpPr>
          <p:cNvPr id="8" name="Group 1362"/>
          <p:cNvGrpSpPr>
            <a:grpSpLocks/>
          </p:cNvGrpSpPr>
          <p:nvPr/>
        </p:nvGrpSpPr>
        <p:grpSpPr bwMode="auto">
          <a:xfrm>
            <a:off x="2362200" y="1600200"/>
            <a:ext cx="2590800" cy="3733800"/>
            <a:chOff x="1488" y="1296"/>
            <a:chExt cx="1632" cy="2352"/>
          </a:xfrm>
        </p:grpSpPr>
        <p:sp>
          <p:nvSpPr>
            <p:cNvPr id="80201" name="Line 1353"/>
            <p:cNvSpPr>
              <a:spLocks noChangeShapeType="1"/>
            </p:cNvSpPr>
            <p:nvPr/>
          </p:nvSpPr>
          <p:spPr bwMode="auto">
            <a:xfrm flipH="1">
              <a:off x="1488" y="2928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202" name="Line 1354"/>
            <p:cNvSpPr>
              <a:spLocks noChangeShapeType="1"/>
            </p:cNvSpPr>
            <p:nvPr/>
          </p:nvSpPr>
          <p:spPr bwMode="auto">
            <a:xfrm flipH="1">
              <a:off x="1776" y="1920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203" name="Line 1355"/>
            <p:cNvSpPr>
              <a:spLocks noChangeShapeType="1"/>
            </p:cNvSpPr>
            <p:nvPr/>
          </p:nvSpPr>
          <p:spPr bwMode="auto">
            <a:xfrm flipH="1">
              <a:off x="1488" y="1776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204" name="Line 1356"/>
            <p:cNvSpPr>
              <a:spLocks noChangeShapeType="1"/>
            </p:cNvSpPr>
            <p:nvPr/>
          </p:nvSpPr>
          <p:spPr bwMode="auto">
            <a:xfrm flipH="1">
              <a:off x="1776" y="1632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205" name="Line 1357"/>
            <p:cNvSpPr>
              <a:spLocks noChangeShapeType="1"/>
            </p:cNvSpPr>
            <p:nvPr/>
          </p:nvSpPr>
          <p:spPr bwMode="auto">
            <a:xfrm flipH="1">
              <a:off x="1488" y="1536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206" name="Line 1358"/>
            <p:cNvSpPr>
              <a:spLocks noChangeShapeType="1"/>
            </p:cNvSpPr>
            <p:nvPr/>
          </p:nvSpPr>
          <p:spPr bwMode="auto">
            <a:xfrm flipH="1">
              <a:off x="1776" y="1392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207" name="Line 1359"/>
            <p:cNvSpPr>
              <a:spLocks noChangeShapeType="1"/>
            </p:cNvSpPr>
            <p:nvPr/>
          </p:nvSpPr>
          <p:spPr bwMode="auto">
            <a:xfrm flipH="1">
              <a:off x="1536" y="1296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208" name="Rectangle 1360"/>
            <p:cNvSpPr>
              <a:spLocks noChangeArrowheads="1"/>
            </p:cNvSpPr>
            <p:nvPr/>
          </p:nvSpPr>
          <p:spPr bwMode="auto">
            <a:xfrm>
              <a:off x="2256" y="3312"/>
              <a:ext cx="864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800">
                  <a:latin typeface="VNI-Times" pitchFamily="2" charset="0"/>
                </a:rPr>
                <a:t>Thay ñoåi</a:t>
              </a:r>
            </a:p>
          </p:txBody>
        </p:sp>
        <p:sp>
          <p:nvSpPr>
            <p:cNvPr id="80209" name="Line 1361"/>
            <p:cNvSpPr>
              <a:spLocks noChangeShapeType="1"/>
            </p:cNvSpPr>
            <p:nvPr/>
          </p:nvSpPr>
          <p:spPr bwMode="auto">
            <a:xfrm>
              <a:off x="2688" y="1296"/>
              <a:ext cx="0" cy="2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0211" name="Rectangle 1363"/>
          <p:cNvSpPr>
            <a:spLocks noChangeArrowheads="1"/>
          </p:cNvSpPr>
          <p:nvPr/>
        </p:nvSpPr>
        <p:spPr bwMode="auto">
          <a:xfrm>
            <a:off x="609600" y="4724400"/>
            <a:ext cx="2590800" cy="6096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>
                <a:latin typeface="VNI-Times" pitchFamily="2" charset="0"/>
              </a:rPr>
              <a:t>Coù P</a:t>
            </a:r>
            <a:r>
              <a:rPr lang="en-US" sz="2800" baseline="-25000">
                <a:latin typeface="VNI-Times" pitchFamily="2" charset="0"/>
              </a:rPr>
              <a:t>5</a:t>
            </a:r>
            <a:r>
              <a:rPr lang="en-US" sz="2800">
                <a:latin typeface="VNI-Times" pitchFamily="2" charset="0"/>
              </a:rPr>
              <a:t>. Tìm L</a:t>
            </a:r>
            <a:r>
              <a:rPr lang="en-US" sz="2800" baseline="-25000">
                <a:latin typeface="VNI-Times" pitchFamily="2" charset="0"/>
              </a:rPr>
              <a:t>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78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7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7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7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7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7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7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7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7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7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7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7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7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78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7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78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7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78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7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7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7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78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78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500"/>
                                        <p:tgtEl>
                                          <p:spTgt spid="7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78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500"/>
                                        <p:tgtEl>
                                          <p:spTgt spid="78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78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5" dur="500"/>
                                        <p:tgtEl>
                                          <p:spTgt spid="7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9" dur="500"/>
                                        <p:tgtEl>
                                          <p:spTgt spid="78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2" dur="500"/>
                                        <p:tgtEl>
                                          <p:spTgt spid="78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5" dur="500"/>
                                        <p:tgtEl>
                                          <p:spTgt spid="78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8" dur="500"/>
                                        <p:tgtEl>
                                          <p:spTgt spid="78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1" dur="500"/>
                                        <p:tgtEl>
                                          <p:spTgt spid="78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4" dur="500"/>
                                        <p:tgtEl>
                                          <p:spTgt spid="78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7" dur="500"/>
                                        <p:tgtEl>
                                          <p:spTgt spid="78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0" dur="500"/>
                                        <p:tgtEl>
                                          <p:spTgt spid="78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3" dur="500"/>
                                        <p:tgtEl>
                                          <p:spTgt spid="78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6" dur="500"/>
                                        <p:tgtEl>
                                          <p:spTgt spid="78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9" dur="500"/>
                                        <p:tgtEl>
                                          <p:spTgt spid="78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2" dur="500"/>
                                        <p:tgtEl>
                                          <p:spTgt spid="78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5" dur="500"/>
                                        <p:tgtEl>
                                          <p:spTgt spid="78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8" dur="500"/>
                                        <p:tgtEl>
                                          <p:spTgt spid="78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7" dur="500"/>
                                        <p:tgtEl>
                                          <p:spTgt spid="78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00"/>
                            </p:stCondLst>
                            <p:childTnLst>
                              <p:par>
                                <p:cTn id="170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7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500"/>
                            </p:stCondLst>
                            <p:childTnLst>
                              <p:par>
                                <p:cTn id="17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5" dur="500"/>
                                        <p:tgtEl>
                                          <p:spTgt spid="79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9" dur="500"/>
                                        <p:tgtEl>
                                          <p:spTgt spid="783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37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000"/>
                            </p:stCondLst>
                            <p:childTnLst>
                              <p:par>
                                <p:cTn id="19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3" dur="500"/>
                                        <p:tgtEl>
                                          <p:spTgt spid="79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500"/>
                            </p:stCondLst>
                            <p:childTnLst>
                              <p:par>
                                <p:cTn id="19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7" dur="500"/>
                                        <p:tgtEl>
                                          <p:spTgt spid="783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39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1" dur="500"/>
                                        <p:tgtEl>
                                          <p:spTgt spid="79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2500"/>
                            </p:stCondLst>
                            <p:childTnLst>
                              <p:par>
                                <p:cTn id="20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5" dur="500"/>
                                        <p:tgtEl>
                                          <p:spTgt spid="783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37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3000"/>
                            </p:stCondLst>
                            <p:childTnLst>
                              <p:par>
                                <p:cTn id="20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9" dur="500"/>
                                        <p:tgtEl>
                                          <p:spTgt spid="7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3" dur="500"/>
                                        <p:tgtEl>
                                          <p:spTgt spid="783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39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4000"/>
                            </p:stCondLst>
                            <p:childTnLst>
                              <p:par>
                                <p:cTn id="21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7" dur="500"/>
                                        <p:tgtEl>
                                          <p:spTgt spid="7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4500"/>
                            </p:stCondLst>
                            <p:childTnLst>
                              <p:par>
                                <p:cTn id="21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1" dur="500"/>
                                        <p:tgtEl>
                                          <p:spTgt spid="783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37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5" dur="500"/>
                                        <p:tgtEl>
                                          <p:spTgt spid="79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500"/>
                            </p:stCondLst>
                            <p:childTnLst>
                              <p:par>
                                <p:cTn id="22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9" dur="500"/>
                                        <p:tgtEl>
                                          <p:spTgt spid="783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3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6000"/>
                            </p:stCondLst>
                            <p:childTnLst>
                              <p:par>
                                <p:cTn id="23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3" dur="500"/>
                                        <p:tgtEl>
                                          <p:spTgt spid="8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6500"/>
                            </p:stCondLst>
                            <p:childTnLst>
                              <p:par>
                                <p:cTn id="2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7" dur="500"/>
                                        <p:tgtEl>
                                          <p:spTgt spid="78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2" dur="500"/>
                                        <p:tgtEl>
                                          <p:spTgt spid="8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500"/>
                            </p:stCondLst>
                            <p:childTnLst>
                              <p:par>
                                <p:cTn id="2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1" dur="500"/>
                                        <p:tgtEl>
                                          <p:spTgt spid="8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212" grpId="0"/>
      <p:bldP spid="78212" grpId="1"/>
      <p:bldP spid="78213" grpId="0"/>
      <p:bldP spid="78213" grpId="1"/>
      <p:bldP spid="78214" grpId="0"/>
      <p:bldP spid="78214" grpId="1"/>
      <p:bldP spid="78215" grpId="0"/>
      <p:bldP spid="78215" grpId="1"/>
      <p:bldP spid="78216" grpId="0"/>
      <p:bldP spid="78216" grpId="1"/>
      <p:bldP spid="78217" grpId="0"/>
      <p:bldP spid="78217" grpId="1"/>
      <p:bldP spid="78218" grpId="0"/>
      <p:bldP spid="78218" grpId="1"/>
      <p:bldP spid="78219" grpId="0"/>
      <p:bldP spid="78219" grpId="1"/>
      <p:bldP spid="78220" grpId="0"/>
      <p:bldP spid="78220" grpId="1"/>
      <p:bldP spid="78221" grpId="0"/>
      <p:bldP spid="78221" grpId="1"/>
      <p:bldP spid="78222" grpId="0"/>
      <p:bldP spid="78222" grpId="1"/>
      <p:bldP spid="78223" grpId="0"/>
      <p:bldP spid="78223" grpId="1"/>
      <p:bldP spid="78224" grpId="0"/>
      <p:bldP spid="78224" grpId="1"/>
      <p:bldP spid="78276" grpId="0"/>
      <p:bldP spid="78276" grpId="1"/>
      <p:bldP spid="78360" grpId="0"/>
      <p:bldP spid="78361" grpId="0"/>
      <p:bldP spid="78362" grpId="0"/>
      <p:bldP spid="78363" grpId="0"/>
      <p:bldP spid="78364" grpId="0"/>
      <p:bldP spid="78365" grpId="0"/>
      <p:bldP spid="78366" grpId="0"/>
      <p:bldP spid="78367" grpId="0"/>
      <p:bldP spid="78368" grpId="0"/>
      <p:bldP spid="78369" grpId="0"/>
      <p:bldP spid="78370" grpId="0"/>
      <p:bldP spid="78371" grpId="0"/>
      <p:bldP spid="78372" grpId="0"/>
      <p:bldP spid="78376" grpId="0"/>
      <p:bldP spid="78377" grpId="0"/>
      <p:bldP spid="78378" grpId="0"/>
      <p:bldP spid="78390" grpId="0"/>
      <p:bldP spid="78395" grpId="0"/>
      <p:bldP spid="78396" grpId="0"/>
      <p:bldP spid="78424" grpId="0"/>
      <p:bldP spid="79898" grpId="0" animBg="1"/>
      <p:bldP spid="79899" grpId="0" animBg="1"/>
      <p:bldP spid="79900" grpId="0" animBg="1"/>
      <p:bldP spid="79901" grpId="0" animBg="1"/>
      <p:bldP spid="79902" grpId="0" animBg="1"/>
      <p:bldP spid="79903" grpId="0" animBg="1"/>
      <p:bldP spid="80051" grpId="0" animBg="1"/>
      <p:bldP spid="80198" grpId="0" animBg="1"/>
      <p:bldP spid="80200" grpId="0" animBg="1"/>
      <p:bldP spid="8021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47" name="Rectangle 299"/>
          <p:cNvSpPr>
            <a:spLocks noChangeArrowheads="1"/>
          </p:cNvSpPr>
          <p:nvPr/>
        </p:nvSpPr>
        <p:spPr bwMode="auto">
          <a:xfrm>
            <a:off x="1143000" y="381000"/>
            <a:ext cx="1295400" cy="4572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800" b="1">
                <a:solidFill>
                  <a:srgbClr val="FF0000"/>
                </a:solidFill>
              </a:rPr>
              <a:t>ìm L</a:t>
            </a:r>
            <a:r>
              <a:rPr lang="en-US" sz="2800" b="1" baseline="-25000">
                <a:solidFill>
                  <a:srgbClr val="FF0000"/>
                </a:solidFill>
              </a:rPr>
              <a:t>6</a:t>
            </a:r>
          </a:p>
        </p:txBody>
      </p:sp>
      <p:graphicFrame>
        <p:nvGraphicFramePr>
          <p:cNvPr id="79296" name="Group 448"/>
          <p:cNvGraphicFramePr>
            <a:graphicFrameLocks noGrp="1"/>
          </p:cNvGraphicFramePr>
          <p:nvPr/>
        </p:nvGraphicFramePr>
        <p:xfrm>
          <a:off x="5410200" y="1485900"/>
          <a:ext cx="3429000" cy="3169920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L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9380" name="Rectangle 532"/>
          <p:cNvSpPr>
            <a:spLocks noChangeArrowheads="1"/>
          </p:cNvSpPr>
          <p:nvPr/>
        </p:nvSpPr>
        <p:spPr bwMode="auto">
          <a:xfrm>
            <a:off x="7620000" y="19431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ym typeface="Symbol" pitchFamily="18" charset="2"/>
              </a:rPr>
              <a:t>-4</a:t>
            </a:r>
          </a:p>
        </p:txBody>
      </p:sp>
      <p:sp>
        <p:nvSpPr>
          <p:cNvPr id="79385" name="Rectangle 537"/>
          <p:cNvSpPr>
            <a:spLocks noChangeArrowheads="1"/>
          </p:cNvSpPr>
          <p:nvPr/>
        </p:nvSpPr>
        <p:spPr bwMode="auto">
          <a:xfrm>
            <a:off x="7162800" y="1905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79390" name="Rectangle 542"/>
          <p:cNvSpPr>
            <a:spLocks noChangeArrowheads="1"/>
          </p:cNvSpPr>
          <p:nvPr/>
        </p:nvSpPr>
        <p:spPr bwMode="auto">
          <a:xfrm>
            <a:off x="8001000" y="1905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0</a:t>
            </a:r>
          </a:p>
        </p:txBody>
      </p:sp>
      <p:sp>
        <p:nvSpPr>
          <p:cNvPr id="79415" name="Rectangle 567"/>
          <p:cNvSpPr>
            <a:spLocks noChangeArrowheads="1"/>
          </p:cNvSpPr>
          <p:nvPr/>
        </p:nvSpPr>
        <p:spPr bwMode="auto">
          <a:xfrm>
            <a:off x="6781800" y="1905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-3</a:t>
            </a:r>
          </a:p>
        </p:txBody>
      </p:sp>
      <p:grpSp>
        <p:nvGrpSpPr>
          <p:cNvPr id="2" name="Group 650"/>
          <p:cNvGrpSpPr>
            <a:grpSpLocks/>
          </p:cNvGrpSpPr>
          <p:nvPr/>
        </p:nvGrpSpPr>
        <p:grpSpPr bwMode="auto">
          <a:xfrm>
            <a:off x="5943600" y="1943100"/>
            <a:ext cx="2438400" cy="2286000"/>
            <a:chOff x="3744" y="1224"/>
            <a:chExt cx="1536" cy="1440"/>
          </a:xfrm>
        </p:grpSpPr>
        <p:sp>
          <p:nvSpPr>
            <p:cNvPr id="79379" name="Rectangle 531"/>
            <p:cNvSpPr>
              <a:spLocks noChangeArrowheads="1"/>
            </p:cNvSpPr>
            <p:nvPr/>
          </p:nvSpPr>
          <p:spPr bwMode="auto">
            <a:xfrm>
              <a:off x="4800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381" name="Rectangle 533"/>
            <p:cNvSpPr>
              <a:spLocks noChangeArrowheads="1"/>
            </p:cNvSpPr>
            <p:nvPr/>
          </p:nvSpPr>
          <p:spPr bwMode="auto">
            <a:xfrm>
              <a:off x="4800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-4</a:t>
              </a:r>
            </a:p>
          </p:txBody>
        </p:sp>
        <p:sp>
          <p:nvSpPr>
            <p:cNvPr id="79382" name="Rectangle 534"/>
            <p:cNvSpPr>
              <a:spLocks noChangeArrowheads="1"/>
            </p:cNvSpPr>
            <p:nvPr/>
          </p:nvSpPr>
          <p:spPr bwMode="auto">
            <a:xfrm>
              <a:off x="4800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9383" name="Rectangle 535"/>
            <p:cNvSpPr>
              <a:spLocks noChangeArrowheads="1"/>
            </p:cNvSpPr>
            <p:nvPr/>
          </p:nvSpPr>
          <p:spPr bwMode="auto">
            <a:xfrm>
              <a:off x="5040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384" name="Rectangle 536"/>
            <p:cNvSpPr>
              <a:spLocks noChangeArrowheads="1"/>
            </p:cNvSpPr>
            <p:nvPr/>
          </p:nvSpPr>
          <p:spPr bwMode="auto">
            <a:xfrm>
              <a:off x="4512" y="14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386" name="Rectangle 538"/>
            <p:cNvSpPr>
              <a:spLocks noChangeArrowheads="1"/>
            </p:cNvSpPr>
            <p:nvPr/>
          </p:nvSpPr>
          <p:spPr bwMode="auto">
            <a:xfrm>
              <a:off x="4512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79387" name="Rectangle 539"/>
            <p:cNvSpPr>
              <a:spLocks noChangeArrowheads="1"/>
            </p:cNvSpPr>
            <p:nvPr/>
          </p:nvSpPr>
          <p:spPr bwMode="auto">
            <a:xfrm>
              <a:off x="4512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79388" name="Rectangle 540"/>
            <p:cNvSpPr>
              <a:spLocks noChangeArrowheads="1"/>
            </p:cNvSpPr>
            <p:nvPr/>
          </p:nvSpPr>
          <p:spPr bwMode="auto">
            <a:xfrm>
              <a:off x="5040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389" name="Rectangle 541"/>
            <p:cNvSpPr>
              <a:spLocks noChangeArrowheads="1"/>
            </p:cNvSpPr>
            <p:nvPr/>
          </p:nvSpPr>
          <p:spPr bwMode="auto">
            <a:xfrm>
              <a:off x="4272" y="244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391" name="Rectangle 543"/>
            <p:cNvSpPr>
              <a:spLocks noChangeArrowheads="1"/>
            </p:cNvSpPr>
            <p:nvPr/>
          </p:nvSpPr>
          <p:spPr bwMode="auto">
            <a:xfrm>
              <a:off x="5040" y="14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-1</a:t>
              </a:r>
            </a:p>
          </p:txBody>
        </p:sp>
        <p:sp>
          <p:nvSpPr>
            <p:cNvPr id="79392" name="Rectangle 544"/>
            <p:cNvSpPr>
              <a:spLocks noChangeArrowheads="1"/>
            </p:cNvSpPr>
            <p:nvPr/>
          </p:nvSpPr>
          <p:spPr bwMode="auto">
            <a:xfrm>
              <a:off x="5040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9393" name="Rectangle 545"/>
            <p:cNvSpPr>
              <a:spLocks noChangeArrowheads="1"/>
            </p:cNvSpPr>
            <p:nvPr/>
          </p:nvSpPr>
          <p:spPr bwMode="auto">
            <a:xfrm>
              <a:off x="3744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9394" name="Rectangle 546"/>
            <p:cNvSpPr>
              <a:spLocks noChangeArrowheads="1"/>
            </p:cNvSpPr>
            <p:nvPr/>
          </p:nvSpPr>
          <p:spPr bwMode="auto">
            <a:xfrm>
              <a:off x="3984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395" name="Rectangle 547"/>
            <p:cNvSpPr>
              <a:spLocks noChangeArrowheads="1"/>
            </p:cNvSpPr>
            <p:nvPr/>
          </p:nvSpPr>
          <p:spPr bwMode="auto">
            <a:xfrm>
              <a:off x="5040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399" name="Rectangle 551"/>
            <p:cNvSpPr>
              <a:spLocks noChangeArrowheads="1"/>
            </p:cNvSpPr>
            <p:nvPr/>
          </p:nvSpPr>
          <p:spPr bwMode="auto">
            <a:xfrm>
              <a:off x="4512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00" name="Rectangle 552"/>
            <p:cNvSpPr>
              <a:spLocks noChangeArrowheads="1"/>
            </p:cNvSpPr>
            <p:nvPr/>
          </p:nvSpPr>
          <p:spPr bwMode="auto">
            <a:xfrm>
              <a:off x="4800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9401" name="Rectangle 553"/>
            <p:cNvSpPr>
              <a:spLocks noChangeArrowheads="1"/>
            </p:cNvSpPr>
            <p:nvPr/>
          </p:nvSpPr>
          <p:spPr bwMode="auto">
            <a:xfrm>
              <a:off x="4272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02" name="Rectangle 554"/>
            <p:cNvSpPr>
              <a:spLocks noChangeArrowheads="1"/>
            </p:cNvSpPr>
            <p:nvPr/>
          </p:nvSpPr>
          <p:spPr bwMode="auto">
            <a:xfrm>
              <a:off x="3744" y="213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03" name="Rectangle 555"/>
            <p:cNvSpPr>
              <a:spLocks noChangeArrowheads="1"/>
            </p:cNvSpPr>
            <p:nvPr/>
          </p:nvSpPr>
          <p:spPr bwMode="auto">
            <a:xfrm>
              <a:off x="3984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04" name="Rectangle 556"/>
            <p:cNvSpPr>
              <a:spLocks noChangeArrowheads="1"/>
            </p:cNvSpPr>
            <p:nvPr/>
          </p:nvSpPr>
          <p:spPr bwMode="auto">
            <a:xfrm>
              <a:off x="4800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407" name="Rectangle 559"/>
            <p:cNvSpPr>
              <a:spLocks noChangeArrowheads="1"/>
            </p:cNvSpPr>
            <p:nvPr/>
          </p:nvSpPr>
          <p:spPr bwMode="auto">
            <a:xfrm>
              <a:off x="4272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08" name="Rectangle 560"/>
            <p:cNvSpPr>
              <a:spLocks noChangeArrowheads="1"/>
            </p:cNvSpPr>
            <p:nvPr/>
          </p:nvSpPr>
          <p:spPr bwMode="auto">
            <a:xfrm>
              <a:off x="3744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09" name="Rectangle 561"/>
            <p:cNvSpPr>
              <a:spLocks noChangeArrowheads="1"/>
            </p:cNvSpPr>
            <p:nvPr/>
          </p:nvSpPr>
          <p:spPr bwMode="auto">
            <a:xfrm>
              <a:off x="3984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10" name="Rectangle 562"/>
            <p:cNvSpPr>
              <a:spLocks noChangeArrowheads="1"/>
            </p:cNvSpPr>
            <p:nvPr/>
          </p:nvSpPr>
          <p:spPr bwMode="auto">
            <a:xfrm>
              <a:off x="4512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413" name="Rectangle 565"/>
            <p:cNvSpPr>
              <a:spLocks noChangeArrowheads="1"/>
            </p:cNvSpPr>
            <p:nvPr/>
          </p:nvSpPr>
          <p:spPr bwMode="auto">
            <a:xfrm>
              <a:off x="3744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14" name="Rectangle 566"/>
            <p:cNvSpPr>
              <a:spLocks noChangeArrowheads="1"/>
            </p:cNvSpPr>
            <p:nvPr/>
          </p:nvSpPr>
          <p:spPr bwMode="auto">
            <a:xfrm>
              <a:off x="3984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16" name="Rectangle 568"/>
            <p:cNvSpPr>
              <a:spLocks noChangeArrowheads="1"/>
            </p:cNvSpPr>
            <p:nvPr/>
          </p:nvSpPr>
          <p:spPr bwMode="auto">
            <a:xfrm>
              <a:off x="4272" y="14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79417" name="Rectangle 569"/>
            <p:cNvSpPr>
              <a:spLocks noChangeArrowheads="1"/>
            </p:cNvSpPr>
            <p:nvPr/>
          </p:nvSpPr>
          <p:spPr bwMode="auto">
            <a:xfrm>
              <a:off x="4272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9420" name="Rectangle 572"/>
            <p:cNvSpPr>
              <a:spLocks noChangeArrowheads="1"/>
            </p:cNvSpPr>
            <p:nvPr/>
          </p:nvSpPr>
          <p:spPr bwMode="auto">
            <a:xfrm>
              <a:off x="3744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9421" name="Rectangle 573"/>
            <p:cNvSpPr>
              <a:spLocks noChangeArrowheads="1"/>
            </p:cNvSpPr>
            <p:nvPr/>
          </p:nvSpPr>
          <p:spPr bwMode="auto">
            <a:xfrm>
              <a:off x="3744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23" name="Rectangle 575"/>
            <p:cNvSpPr>
              <a:spLocks noChangeArrowheads="1"/>
            </p:cNvSpPr>
            <p:nvPr/>
          </p:nvSpPr>
          <p:spPr bwMode="auto">
            <a:xfrm>
              <a:off x="3984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9424" name="Rectangle 576"/>
            <p:cNvSpPr>
              <a:spLocks noChangeArrowheads="1"/>
            </p:cNvSpPr>
            <p:nvPr/>
          </p:nvSpPr>
          <p:spPr bwMode="auto">
            <a:xfrm>
              <a:off x="3984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3" name="Group 619"/>
          <p:cNvGrpSpPr>
            <a:grpSpLocks/>
          </p:cNvGrpSpPr>
          <p:nvPr/>
        </p:nvGrpSpPr>
        <p:grpSpPr bwMode="auto">
          <a:xfrm>
            <a:off x="5943600" y="1905000"/>
            <a:ext cx="2895600" cy="2667000"/>
            <a:chOff x="3744" y="1200"/>
            <a:chExt cx="1824" cy="1680"/>
          </a:xfrm>
        </p:grpSpPr>
        <p:sp>
          <p:nvSpPr>
            <p:cNvPr id="79396" name="Rectangle 548"/>
            <p:cNvSpPr>
              <a:spLocks noChangeArrowheads="1"/>
            </p:cNvSpPr>
            <p:nvPr/>
          </p:nvSpPr>
          <p:spPr bwMode="auto">
            <a:xfrm>
              <a:off x="5040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  <a:endParaRPr lang="en-US"/>
            </a:p>
          </p:txBody>
        </p:sp>
        <p:sp>
          <p:nvSpPr>
            <p:cNvPr id="79397" name="Rectangle 549"/>
            <p:cNvSpPr>
              <a:spLocks noChangeArrowheads="1"/>
            </p:cNvSpPr>
            <p:nvPr/>
          </p:nvSpPr>
          <p:spPr bwMode="auto">
            <a:xfrm>
              <a:off x="5328" y="244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05" name="Rectangle 557"/>
            <p:cNvSpPr>
              <a:spLocks noChangeArrowheads="1"/>
            </p:cNvSpPr>
            <p:nvPr/>
          </p:nvSpPr>
          <p:spPr bwMode="auto">
            <a:xfrm>
              <a:off x="4800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-6</a:t>
              </a:r>
            </a:p>
          </p:txBody>
        </p:sp>
        <p:sp>
          <p:nvSpPr>
            <p:cNvPr id="79406" name="Rectangle 558"/>
            <p:cNvSpPr>
              <a:spLocks noChangeArrowheads="1"/>
            </p:cNvSpPr>
            <p:nvPr/>
          </p:nvSpPr>
          <p:spPr bwMode="auto">
            <a:xfrm>
              <a:off x="5328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11" name="Rectangle 563"/>
            <p:cNvSpPr>
              <a:spLocks noChangeArrowheads="1"/>
            </p:cNvSpPr>
            <p:nvPr/>
          </p:nvSpPr>
          <p:spPr bwMode="auto">
            <a:xfrm>
              <a:off x="4512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79412" name="Rectangle 564"/>
            <p:cNvSpPr>
              <a:spLocks noChangeArrowheads="1"/>
            </p:cNvSpPr>
            <p:nvPr/>
          </p:nvSpPr>
          <p:spPr bwMode="auto">
            <a:xfrm>
              <a:off x="5328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18" name="Rectangle 570"/>
            <p:cNvSpPr>
              <a:spLocks noChangeArrowheads="1"/>
            </p:cNvSpPr>
            <p:nvPr/>
          </p:nvSpPr>
          <p:spPr bwMode="auto">
            <a:xfrm>
              <a:off x="4272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79419" name="Rectangle 571"/>
            <p:cNvSpPr>
              <a:spLocks noChangeArrowheads="1"/>
            </p:cNvSpPr>
            <p:nvPr/>
          </p:nvSpPr>
          <p:spPr bwMode="auto">
            <a:xfrm>
              <a:off x="5328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22" name="Rectangle 574"/>
            <p:cNvSpPr>
              <a:spLocks noChangeArrowheads="1"/>
            </p:cNvSpPr>
            <p:nvPr/>
          </p:nvSpPr>
          <p:spPr bwMode="auto">
            <a:xfrm>
              <a:off x="3744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9425" name="Rectangle 577"/>
            <p:cNvSpPr>
              <a:spLocks noChangeArrowheads="1"/>
            </p:cNvSpPr>
            <p:nvPr/>
          </p:nvSpPr>
          <p:spPr bwMode="auto">
            <a:xfrm>
              <a:off x="3984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26" name="Rectangle 578"/>
            <p:cNvSpPr>
              <a:spLocks noChangeArrowheads="1"/>
            </p:cNvSpPr>
            <p:nvPr/>
          </p:nvSpPr>
          <p:spPr bwMode="auto">
            <a:xfrm>
              <a:off x="5328" y="12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9427" name="Rectangle 579"/>
            <p:cNvSpPr>
              <a:spLocks noChangeArrowheads="1"/>
            </p:cNvSpPr>
            <p:nvPr/>
          </p:nvSpPr>
          <p:spPr bwMode="auto">
            <a:xfrm>
              <a:off x="5328" y="14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428" name="Rectangle 580"/>
            <p:cNvSpPr>
              <a:spLocks noChangeArrowheads="1"/>
            </p:cNvSpPr>
            <p:nvPr/>
          </p:nvSpPr>
          <p:spPr bwMode="auto">
            <a:xfrm>
              <a:off x="5328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4" name="Group 581"/>
          <p:cNvGrpSpPr>
            <a:grpSpLocks/>
          </p:cNvGrpSpPr>
          <p:nvPr/>
        </p:nvGrpSpPr>
        <p:grpSpPr bwMode="auto">
          <a:xfrm>
            <a:off x="5029200" y="1066800"/>
            <a:ext cx="3733800" cy="3505200"/>
            <a:chOff x="3216" y="624"/>
            <a:chExt cx="2352" cy="2208"/>
          </a:xfrm>
        </p:grpSpPr>
        <p:sp>
          <p:nvSpPr>
            <p:cNvPr id="79430" name="Rectangle 582"/>
            <p:cNvSpPr>
              <a:spLocks noChangeArrowheads="1"/>
            </p:cNvSpPr>
            <p:nvPr/>
          </p:nvSpPr>
          <p:spPr bwMode="auto">
            <a:xfrm>
              <a:off x="3216" y="1104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431" name="Rectangle 583"/>
            <p:cNvSpPr>
              <a:spLocks noChangeArrowheads="1"/>
            </p:cNvSpPr>
            <p:nvPr/>
          </p:nvSpPr>
          <p:spPr bwMode="auto">
            <a:xfrm>
              <a:off x="3216" y="13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432" name="Rectangle 584"/>
            <p:cNvSpPr>
              <a:spLocks noChangeArrowheads="1"/>
            </p:cNvSpPr>
            <p:nvPr/>
          </p:nvSpPr>
          <p:spPr bwMode="auto">
            <a:xfrm>
              <a:off x="3216" y="163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433" name="Rectangle 585"/>
            <p:cNvSpPr>
              <a:spLocks noChangeArrowheads="1"/>
            </p:cNvSpPr>
            <p:nvPr/>
          </p:nvSpPr>
          <p:spPr bwMode="auto">
            <a:xfrm>
              <a:off x="3216" y="187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434" name="Rectangle 586"/>
            <p:cNvSpPr>
              <a:spLocks noChangeArrowheads="1"/>
            </p:cNvSpPr>
            <p:nvPr/>
          </p:nvSpPr>
          <p:spPr bwMode="auto">
            <a:xfrm>
              <a:off x="3216" y="211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435" name="Rectangle 587"/>
            <p:cNvSpPr>
              <a:spLocks noChangeArrowheads="1"/>
            </p:cNvSpPr>
            <p:nvPr/>
          </p:nvSpPr>
          <p:spPr bwMode="auto">
            <a:xfrm>
              <a:off x="3216" y="235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436" name="Rectangle 588"/>
            <p:cNvSpPr>
              <a:spLocks noChangeArrowheads="1"/>
            </p:cNvSpPr>
            <p:nvPr/>
          </p:nvSpPr>
          <p:spPr bwMode="auto">
            <a:xfrm>
              <a:off x="3216" y="25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437" name="Rectangle 589"/>
            <p:cNvSpPr>
              <a:spLocks noChangeArrowheads="1"/>
            </p:cNvSpPr>
            <p:nvPr/>
          </p:nvSpPr>
          <p:spPr bwMode="auto">
            <a:xfrm>
              <a:off x="3792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438" name="Rectangle 590"/>
            <p:cNvSpPr>
              <a:spLocks noChangeArrowheads="1"/>
            </p:cNvSpPr>
            <p:nvPr/>
          </p:nvSpPr>
          <p:spPr bwMode="auto">
            <a:xfrm>
              <a:off x="408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439" name="Rectangle 591"/>
            <p:cNvSpPr>
              <a:spLocks noChangeArrowheads="1"/>
            </p:cNvSpPr>
            <p:nvPr/>
          </p:nvSpPr>
          <p:spPr bwMode="auto">
            <a:xfrm>
              <a:off x="4320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440" name="Rectangle 592"/>
            <p:cNvSpPr>
              <a:spLocks noChangeArrowheads="1"/>
            </p:cNvSpPr>
            <p:nvPr/>
          </p:nvSpPr>
          <p:spPr bwMode="auto">
            <a:xfrm>
              <a:off x="4608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441" name="Rectangle 593"/>
            <p:cNvSpPr>
              <a:spLocks noChangeArrowheads="1"/>
            </p:cNvSpPr>
            <p:nvPr/>
          </p:nvSpPr>
          <p:spPr bwMode="auto">
            <a:xfrm>
              <a:off x="489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442" name="Rectangle 594"/>
            <p:cNvSpPr>
              <a:spLocks noChangeArrowheads="1"/>
            </p:cNvSpPr>
            <p:nvPr/>
          </p:nvSpPr>
          <p:spPr bwMode="auto">
            <a:xfrm>
              <a:off x="5136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443" name="Rectangle 595"/>
            <p:cNvSpPr>
              <a:spLocks noChangeArrowheads="1"/>
            </p:cNvSpPr>
            <p:nvPr/>
          </p:nvSpPr>
          <p:spPr bwMode="auto">
            <a:xfrm>
              <a:off x="5424" y="624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grpSp>
        <p:nvGrpSpPr>
          <p:cNvPr id="5" name="Group 617"/>
          <p:cNvGrpSpPr>
            <a:grpSpLocks/>
          </p:cNvGrpSpPr>
          <p:nvPr/>
        </p:nvGrpSpPr>
        <p:grpSpPr bwMode="auto">
          <a:xfrm>
            <a:off x="152400" y="1066800"/>
            <a:ext cx="3810000" cy="3581400"/>
            <a:chOff x="96" y="672"/>
            <a:chExt cx="2400" cy="2256"/>
          </a:xfrm>
        </p:grpSpPr>
        <p:sp>
          <p:nvSpPr>
            <p:cNvPr id="79282" name="Rectangle 434"/>
            <p:cNvSpPr>
              <a:spLocks noChangeArrowheads="1"/>
            </p:cNvSpPr>
            <p:nvPr/>
          </p:nvSpPr>
          <p:spPr bwMode="auto">
            <a:xfrm>
              <a:off x="96" y="115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283" name="Rectangle 435"/>
            <p:cNvSpPr>
              <a:spLocks noChangeArrowheads="1"/>
            </p:cNvSpPr>
            <p:nvPr/>
          </p:nvSpPr>
          <p:spPr bwMode="auto">
            <a:xfrm>
              <a:off x="96" y="1440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284" name="Rectangle 436"/>
            <p:cNvSpPr>
              <a:spLocks noChangeArrowheads="1"/>
            </p:cNvSpPr>
            <p:nvPr/>
          </p:nvSpPr>
          <p:spPr bwMode="auto">
            <a:xfrm>
              <a:off x="96" y="1680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285" name="Rectangle 437"/>
            <p:cNvSpPr>
              <a:spLocks noChangeArrowheads="1"/>
            </p:cNvSpPr>
            <p:nvPr/>
          </p:nvSpPr>
          <p:spPr bwMode="auto">
            <a:xfrm>
              <a:off x="96" y="1920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286" name="Rectangle 438"/>
            <p:cNvSpPr>
              <a:spLocks noChangeArrowheads="1"/>
            </p:cNvSpPr>
            <p:nvPr/>
          </p:nvSpPr>
          <p:spPr bwMode="auto">
            <a:xfrm>
              <a:off x="96" y="2160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287" name="Rectangle 439"/>
            <p:cNvSpPr>
              <a:spLocks noChangeArrowheads="1"/>
            </p:cNvSpPr>
            <p:nvPr/>
          </p:nvSpPr>
          <p:spPr bwMode="auto">
            <a:xfrm>
              <a:off x="96" y="2400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288" name="Rectangle 440"/>
            <p:cNvSpPr>
              <a:spLocks noChangeArrowheads="1"/>
            </p:cNvSpPr>
            <p:nvPr/>
          </p:nvSpPr>
          <p:spPr bwMode="auto">
            <a:xfrm>
              <a:off x="96" y="2640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79289" name="Rectangle 441"/>
            <p:cNvSpPr>
              <a:spLocks noChangeArrowheads="1"/>
            </p:cNvSpPr>
            <p:nvPr/>
          </p:nvSpPr>
          <p:spPr bwMode="auto">
            <a:xfrm>
              <a:off x="672" y="672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290" name="Rectangle 442"/>
            <p:cNvSpPr>
              <a:spLocks noChangeArrowheads="1"/>
            </p:cNvSpPr>
            <p:nvPr/>
          </p:nvSpPr>
          <p:spPr bwMode="auto">
            <a:xfrm>
              <a:off x="960" y="672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291" name="Rectangle 443"/>
            <p:cNvSpPr>
              <a:spLocks noChangeArrowheads="1"/>
            </p:cNvSpPr>
            <p:nvPr/>
          </p:nvSpPr>
          <p:spPr bwMode="auto">
            <a:xfrm>
              <a:off x="1200" y="672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292" name="Rectangle 444"/>
            <p:cNvSpPr>
              <a:spLocks noChangeArrowheads="1"/>
            </p:cNvSpPr>
            <p:nvPr/>
          </p:nvSpPr>
          <p:spPr bwMode="auto">
            <a:xfrm>
              <a:off x="1488" y="672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293" name="Rectangle 445"/>
            <p:cNvSpPr>
              <a:spLocks noChangeArrowheads="1"/>
            </p:cNvSpPr>
            <p:nvPr/>
          </p:nvSpPr>
          <p:spPr bwMode="auto">
            <a:xfrm>
              <a:off x="1776" y="672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294" name="Rectangle 446"/>
            <p:cNvSpPr>
              <a:spLocks noChangeArrowheads="1"/>
            </p:cNvSpPr>
            <p:nvPr/>
          </p:nvSpPr>
          <p:spPr bwMode="auto">
            <a:xfrm>
              <a:off x="2016" y="672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295" name="Rectangle 447"/>
            <p:cNvSpPr>
              <a:spLocks noChangeArrowheads="1"/>
            </p:cNvSpPr>
            <p:nvPr/>
          </p:nvSpPr>
          <p:spPr bwMode="auto">
            <a:xfrm>
              <a:off x="2304" y="672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79149" name="Rectangle 301"/>
            <p:cNvSpPr>
              <a:spLocks noChangeArrowheads="1"/>
            </p:cNvSpPr>
            <p:nvPr/>
          </p:nvSpPr>
          <p:spPr bwMode="auto">
            <a:xfrm>
              <a:off x="2233" y="267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50" name="Rectangle 302"/>
            <p:cNvSpPr>
              <a:spLocks noChangeArrowheads="1"/>
            </p:cNvSpPr>
            <p:nvPr/>
          </p:nvSpPr>
          <p:spPr bwMode="auto">
            <a:xfrm>
              <a:off x="1969" y="2679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51" name="Rectangle 303"/>
            <p:cNvSpPr>
              <a:spLocks noChangeArrowheads="1"/>
            </p:cNvSpPr>
            <p:nvPr/>
          </p:nvSpPr>
          <p:spPr bwMode="auto">
            <a:xfrm>
              <a:off x="1706" y="267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52" name="Rectangle 304"/>
            <p:cNvSpPr>
              <a:spLocks noChangeArrowheads="1"/>
            </p:cNvSpPr>
            <p:nvPr/>
          </p:nvSpPr>
          <p:spPr bwMode="auto">
            <a:xfrm>
              <a:off x="1442" y="2679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53" name="Rectangle 305"/>
            <p:cNvSpPr>
              <a:spLocks noChangeArrowheads="1"/>
            </p:cNvSpPr>
            <p:nvPr/>
          </p:nvSpPr>
          <p:spPr bwMode="auto">
            <a:xfrm>
              <a:off x="1180" y="2679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54" name="Rectangle 306"/>
            <p:cNvSpPr>
              <a:spLocks noChangeArrowheads="1"/>
            </p:cNvSpPr>
            <p:nvPr/>
          </p:nvSpPr>
          <p:spPr bwMode="auto">
            <a:xfrm>
              <a:off x="915" y="2679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55" name="Rectangle 307"/>
            <p:cNvSpPr>
              <a:spLocks noChangeArrowheads="1"/>
            </p:cNvSpPr>
            <p:nvPr/>
          </p:nvSpPr>
          <p:spPr bwMode="auto">
            <a:xfrm>
              <a:off x="652" y="267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56" name="Rectangle 308"/>
            <p:cNvSpPr>
              <a:spLocks noChangeArrowheads="1"/>
            </p:cNvSpPr>
            <p:nvPr/>
          </p:nvSpPr>
          <p:spPr bwMode="auto">
            <a:xfrm>
              <a:off x="336" y="2679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157" name="Rectangle 309"/>
            <p:cNvSpPr>
              <a:spLocks noChangeArrowheads="1"/>
            </p:cNvSpPr>
            <p:nvPr/>
          </p:nvSpPr>
          <p:spPr bwMode="auto">
            <a:xfrm>
              <a:off x="2233" y="243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58" name="Rectangle 310"/>
            <p:cNvSpPr>
              <a:spLocks noChangeArrowheads="1"/>
            </p:cNvSpPr>
            <p:nvPr/>
          </p:nvSpPr>
          <p:spPr bwMode="auto">
            <a:xfrm>
              <a:off x="1969" y="2430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59" name="Rectangle 311"/>
            <p:cNvSpPr>
              <a:spLocks noChangeArrowheads="1"/>
            </p:cNvSpPr>
            <p:nvPr/>
          </p:nvSpPr>
          <p:spPr bwMode="auto">
            <a:xfrm>
              <a:off x="1706" y="243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60" name="Rectangle 312"/>
            <p:cNvSpPr>
              <a:spLocks noChangeArrowheads="1"/>
            </p:cNvSpPr>
            <p:nvPr/>
          </p:nvSpPr>
          <p:spPr bwMode="auto">
            <a:xfrm>
              <a:off x="1442" y="2430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61" name="Rectangle 313"/>
            <p:cNvSpPr>
              <a:spLocks noChangeArrowheads="1"/>
            </p:cNvSpPr>
            <p:nvPr/>
          </p:nvSpPr>
          <p:spPr bwMode="auto">
            <a:xfrm>
              <a:off x="1180" y="2430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62" name="Rectangle 314"/>
            <p:cNvSpPr>
              <a:spLocks noChangeArrowheads="1"/>
            </p:cNvSpPr>
            <p:nvPr/>
          </p:nvSpPr>
          <p:spPr bwMode="auto">
            <a:xfrm>
              <a:off x="915" y="2430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63" name="Rectangle 315"/>
            <p:cNvSpPr>
              <a:spLocks noChangeArrowheads="1"/>
            </p:cNvSpPr>
            <p:nvPr/>
          </p:nvSpPr>
          <p:spPr bwMode="auto">
            <a:xfrm>
              <a:off x="652" y="243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64" name="Rectangle 316"/>
            <p:cNvSpPr>
              <a:spLocks noChangeArrowheads="1"/>
            </p:cNvSpPr>
            <p:nvPr/>
          </p:nvSpPr>
          <p:spPr bwMode="auto">
            <a:xfrm>
              <a:off x="336" y="2430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165" name="Rectangle 317"/>
            <p:cNvSpPr>
              <a:spLocks noChangeArrowheads="1"/>
            </p:cNvSpPr>
            <p:nvPr/>
          </p:nvSpPr>
          <p:spPr bwMode="auto">
            <a:xfrm>
              <a:off x="2233" y="218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66" name="Rectangle 318"/>
            <p:cNvSpPr>
              <a:spLocks noChangeArrowheads="1"/>
            </p:cNvSpPr>
            <p:nvPr/>
          </p:nvSpPr>
          <p:spPr bwMode="auto">
            <a:xfrm>
              <a:off x="1969" y="2181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67" name="Rectangle 319"/>
            <p:cNvSpPr>
              <a:spLocks noChangeArrowheads="1"/>
            </p:cNvSpPr>
            <p:nvPr/>
          </p:nvSpPr>
          <p:spPr bwMode="auto">
            <a:xfrm>
              <a:off x="1706" y="218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68" name="Rectangle 320"/>
            <p:cNvSpPr>
              <a:spLocks noChangeArrowheads="1"/>
            </p:cNvSpPr>
            <p:nvPr/>
          </p:nvSpPr>
          <p:spPr bwMode="auto">
            <a:xfrm>
              <a:off x="1442" y="2181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69" name="Rectangle 321"/>
            <p:cNvSpPr>
              <a:spLocks noChangeArrowheads="1"/>
            </p:cNvSpPr>
            <p:nvPr/>
          </p:nvSpPr>
          <p:spPr bwMode="auto">
            <a:xfrm>
              <a:off x="1180" y="2181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70" name="Rectangle 322"/>
            <p:cNvSpPr>
              <a:spLocks noChangeArrowheads="1"/>
            </p:cNvSpPr>
            <p:nvPr/>
          </p:nvSpPr>
          <p:spPr bwMode="auto">
            <a:xfrm>
              <a:off x="915" y="2181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71" name="Rectangle 323"/>
            <p:cNvSpPr>
              <a:spLocks noChangeArrowheads="1"/>
            </p:cNvSpPr>
            <p:nvPr/>
          </p:nvSpPr>
          <p:spPr bwMode="auto">
            <a:xfrm>
              <a:off x="652" y="218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72" name="Rectangle 324"/>
            <p:cNvSpPr>
              <a:spLocks noChangeArrowheads="1"/>
            </p:cNvSpPr>
            <p:nvPr/>
          </p:nvSpPr>
          <p:spPr bwMode="auto">
            <a:xfrm>
              <a:off x="336" y="2181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173" name="Rectangle 325"/>
            <p:cNvSpPr>
              <a:spLocks noChangeArrowheads="1"/>
            </p:cNvSpPr>
            <p:nvPr/>
          </p:nvSpPr>
          <p:spPr bwMode="auto">
            <a:xfrm>
              <a:off x="2233" y="193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74" name="Rectangle 326"/>
            <p:cNvSpPr>
              <a:spLocks noChangeArrowheads="1"/>
            </p:cNvSpPr>
            <p:nvPr/>
          </p:nvSpPr>
          <p:spPr bwMode="auto">
            <a:xfrm>
              <a:off x="1969" y="1932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75" name="Rectangle 327"/>
            <p:cNvSpPr>
              <a:spLocks noChangeArrowheads="1"/>
            </p:cNvSpPr>
            <p:nvPr/>
          </p:nvSpPr>
          <p:spPr bwMode="auto">
            <a:xfrm>
              <a:off x="1706" y="193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76" name="Rectangle 328"/>
            <p:cNvSpPr>
              <a:spLocks noChangeArrowheads="1"/>
            </p:cNvSpPr>
            <p:nvPr/>
          </p:nvSpPr>
          <p:spPr bwMode="auto">
            <a:xfrm>
              <a:off x="1442" y="1932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77" name="Rectangle 329"/>
            <p:cNvSpPr>
              <a:spLocks noChangeArrowheads="1"/>
            </p:cNvSpPr>
            <p:nvPr/>
          </p:nvSpPr>
          <p:spPr bwMode="auto">
            <a:xfrm>
              <a:off x="1180" y="1932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78" name="Rectangle 330"/>
            <p:cNvSpPr>
              <a:spLocks noChangeArrowheads="1"/>
            </p:cNvSpPr>
            <p:nvPr/>
          </p:nvSpPr>
          <p:spPr bwMode="auto">
            <a:xfrm>
              <a:off x="915" y="1932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79" name="Rectangle 331"/>
            <p:cNvSpPr>
              <a:spLocks noChangeArrowheads="1"/>
            </p:cNvSpPr>
            <p:nvPr/>
          </p:nvSpPr>
          <p:spPr bwMode="auto">
            <a:xfrm>
              <a:off x="652" y="193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80" name="Rectangle 332"/>
            <p:cNvSpPr>
              <a:spLocks noChangeArrowheads="1"/>
            </p:cNvSpPr>
            <p:nvPr/>
          </p:nvSpPr>
          <p:spPr bwMode="auto">
            <a:xfrm>
              <a:off x="336" y="1932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181" name="Rectangle 333"/>
            <p:cNvSpPr>
              <a:spLocks noChangeArrowheads="1"/>
            </p:cNvSpPr>
            <p:nvPr/>
          </p:nvSpPr>
          <p:spPr bwMode="auto">
            <a:xfrm>
              <a:off x="2233" y="168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82" name="Rectangle 334"/>
            <p:cNvSpPr>
              <a:spLocks noChangeArrowheads="1"/>
            </p:cNvSpPr>
            <p:nvPr/>
          </p:nvSpPr>
          <p:spPr bwMode="auto">
            <a:xfrm>
              <a:off x="1969" y="1683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83" name="Rectangle 335"/>
            <p:cNvSpPr>
              <a:spLocks noChangeArrowheads="1"/>
            </p:cNvSpPr>
            <p:nvPr/>
          </p:nvSpPr>
          <p:spPr bwMode="auto">
            <a:xfrm>
              <a:off x="1706" y="168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84" name="Rectangle 336"/>
            <p:cNvSpPr>
              <a:spLocks noChangeArrowheads="1"/>
            </p:cNvSpPr>
            <p:nvPr/>
          </p:nvSpPr>
          <p:spPr bwMode="auto">
            <a:xfrm>
              <a:off x="1442" y="1683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85" name="Rectangle 337"/>
            <p:cNvSpPr>
              <a:spLocks noChangeArrowheads="1"/>
            </p:cNvSpPr>
            <p:nvPr/>
          </p:nvSpPr>
          <p:spPr bwMode="auto">
            <a:xfrm>
              <a:off x="1180" y="1683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86" name="Rectangle 338"/>
            <p:cNvSpPr>
              <a:spLocks noChangeArrowheads="1"/>
            </p:cNvSpPr>
            <p:nvPr/>
          </p:nvSpPr>
          <p:spPr bwMode="auto">
            <a:xfrm>
              <a:off x="915" y="1683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87" name="Rectangle 339"/>
            <p:cNvSpPr>
              <a:spLocks noChangeArrowheads="1"/>
            </p:cNvSpPr>
            <p:nvPr/>
          </p:nvSpPr>
          <p:spPr bwMode="auto">
            <a:xfrm>
              <a:off x="652" y="168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88" name="Rectangle 340"/>
            <p:cNvSpPr>
              <a:spLocks noChangeArrowheads="1"/>
            </p:cNvSpPr>
            <p:nvPr/>
          </p:nvSpPr>
          <p:spPr bwMode="auto">
            <a:xfrm>
              <a:off x="336" y="1683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189" name="Rectangle 341"/>
            <p:cNvSpPr>
              <a:spLocks noChangeArrowheads="1"/>
            </p:cNvSpPr>
            <p:nvPr/>
          </p:nvSpPr>
          <p:spPr bwMode="auto">
            <a:xfrm>
              <a:off x="2233" y="143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90" name="Rectangle 342"/>
            <p:cNvSpPr>
              <a:spLocks noChangeArrowheads="1"/>
            </p:cNvSpPr>
            <p:nvPr/>
          </p:nvSpPr>
          <p:spPr bwMode="auto">
            <a:xfrm>
              <a:off x="1969" y="1434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91" name="Rectangle 343"/>
            <p:cNvSpPr>
              <a:spLocks noChangeArrowheads="1"/>
            </p:cNvSpPr>
            <p:nvPr/>
          </p:nvSpPr>
          <p:spPr bwMode="auto">
            <a:xfrm>
              <a:off x="1706" y="143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92" name="Rectangle 344"/>
            <p:cNvSpPr>
              <a:spLocks noChangeArrowheads="1"/>
            </p:cNvSpPr>
            <p:nvPr/>
          </p:nvSpPr>
          <p:spPr bwMode="auto">
            <a:xfrm>
              <a:off x="1442" y="1434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93" name="Rectangle 345"/>
            <p:cNvSpPr>
              <a:spLocks noChangeArrowheads="1"/>
            </p:cNvSpPr>
            <p:nvPr/>
          </p:nvSpPr>
          <p:spPr bwMode="auto">
            <a:xfrm>
              <a:off x="1180" y="1434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94" name="Rectangle 346"/>
            <p:cNvSpPr>
              <a:spLocks noChangeArrowheads="1"/>
            </p:cNvSpPr>
            <p:nvPr/>
          </p:nvSpPr>
          <p:spPr bwMode="auto">
            <a:xfrm>
              <a:off x="915" y="1434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95" name="Rectangle 347"/>
            <p:cNvSpPr>
              <a:spLocks noChangeArrowheads="1"/>
            </p:cNvSpPr>
            <p:nvPr/>
          </p:nvSpPr>
          <p:spPr bwMode="auto">
            <a:xfrm>
              <a:off x="652" y="143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196" name="Rectangle 348"/>
            <p:cNvSpPr>
              <a:spLocks noChangeArrowheads="1"/>
            </p:cNvSpPr>
            <p:nvPr/>
          </p:nvSpPr>
          <p:spPr bwMode="auto">
            <a:xfrm>
              <a:off x="336" y="1434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197" name="Rectangle 349"/>
            <p:cNvSpPr>
              <a:spLocks noChangeArrowheads="1"/>
            </p:cNvSpPr>
            <p:nvPr/>
          </p:nvSpPr>
          <p:spPr bwMode="auto">
            <a:xfrm>
              <a:off x="2233" y="118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98" name="Rectangle 350"/>
            <p:cNvSpPr>
              <a:spLocks noChangeArrowheads="1"/>
            </p:cNvSpPr>
            <p:nvPr/>
          </p:nvSpPr>
          <p:spPr bwMode="auto">
            <a:xfrm>
              <a:off x="1969" y="1185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199" name="Rectangle 351"/>
            <p:cNvSpPr>
              <a:spLocks noChangeArrowheads="1"/>
            </p:cNvSpPr>
            <p:nvPr/>
          </p:nvSpPr>
          <p:spPr bwMode="auto">
            <a:xfrm>
              <a:off x="1706" y="118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200" name="Rectangle 352"/>
            <p:cNvSpPr>
              <a:spLocks noChangeArrowheads="1"/>
            </p:cNvSpPr>
            <p:nvPr/>
          </p:nvSpPr>
          <p:spPr bwMode="auto">
            <a:xfrm>
              <a:off x="1442" y="1185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201" name="Rectangle 353"/>
            <p:cNvSpPr>
              <a:spLocks noChangeArrowheads="1"/>
            </p:cNvSpPr>
            <p:nvPr/>
          </p:nvSpPr>
          <p:spPr bwMode="auto">
            <a:xfrm>
              <a:off x="1180" y="1185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9202" name="Rectangle 354"/>
            <p:cNvSpPr>
              <a:spLocks noChangeArrowheads="1"/>
            </p:cNvSpPr>
            <p:nvPr/>
          </p:nvSpPr>
          <p:spPr bwMode="auto">
            <a:xfrm>
              <a:off x="915" y="1185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203" name="Rectangle 355"/>
            <p:cNvSpPr>
              <a:spLocks noChangeArrowheads="1"/>
            </p:cNvSpPr>
            <p:nvPr/>
          </p:nvSpPr>
          <p:spPr bwMode="auto">
            <a:xfrm>
              <a:off x="652" y="1185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79204" name="Rectangle 356"/>
            <p:cNvSpPr>
              <a:spLocks noChangeArrowheads="1"/>
            </p:cNvSpPr>
            <p:nvPr/>
          </p:nvSpPr>
          <p:spPr bwMode="auto">
            <a:xfrm>
              <a:off x="336" y="1185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205" name="Rectangle 357"/>
            <p:cNvSpPr>
              <a:spLocks noChangeArrowheads="1"/>
            </p:cNvSpPr>
            <p:nvPr/>
          </p:nvSpPr>
          <p:spPr bwMode="auto">
            <a:xfrm>
              <a:off x="2233" y="93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206" name="Rectangle 358"/>
            <p:cNvSpPr>
              <a:spLocks noChangeArrowheads="1"/>
            </p:cNvSpPr>
            <p:nvPr/>
          </p:nvSpPr>
          <p:spPr bwMode="auto">
            <a:xfrm>
              <a:off x="1969" y="936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207" name="Rectangle 359"/>
            <p:cNvSpPr>
              <a:spLocks noChangeArrowheads="1"/>
            </p:cNvSpPr>
            <p:nvPr/>
          </p:nvSpPr>
          <p:spPr bwMode="auto">
            <a:xfrm>
              <a:off x="1706" y="93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208" name="Rectangle 360"/>
            <p:cNvSpPr>
              <a:spLocks noChangeArrowheads="1"/>
            </p:cNvSpPr>
            <p:nvPr/>
          </p:nvSpPr>
          <p:spPr bwMode="auto">
            <a:xfrm>
              <a:off x="1442" y="936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209" name="Rectangle 361"/>
            <p:cNvSpPr>
              <a:spLocks noChangeArrowheads="1"/>
            </p:cNvSpPr>
            <p:nvPr/>
          </p:nvSpPr>
          <p:spPr bwMode="auto">
            <a:xfrm>
              <a:off x="1180" y="936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210" name="Rectangle 362"/>
            <p:cNvSpPr>
              <a:spLocks noChangeArrowheads="1"/>
            </p:cNvSpPr>
            <p:nvPr/>
          </p:nvSpPr>
          <p:spPr bwMode="auto">
            <a:xfrm>
              <a:off x="915" y="936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211" name="Rectangle 363"/>
            <p:cNvSpPr>
              <a:spLocks noChangeArrowheads="1"/>
            </p:cNvSpPr>
            <p:nvPr/>
          </p:nvSpPr>
          <p:spPr bwMode="auto">
            <a:xfrm>
              <a:off x="652" y="936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79212" name="Rectangle 364"/>
            <p:cNvSpPr>
              <a:spLocks noChangeArrowheads="1"/>
            </p:cNvSpPr>
            <p:nvPr/>
          </p:nvSpPr>
          <p:spPr bwMode="auto">
            <a:xfrm>
              <a:off x="336" y="936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b="1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L</a:t>
              </a:r>
              <a:r>
                <a:rPr lang="en-US" b="1" baseline="-25000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b="1" baseline="-25000">
                <a:latin typeface="VNI-Times" pitchFamily="2" charset="0"/>
              </a:endParaRPr>
            </a:p>
          </p:txBody>
        </p:sp>
        <p:sp>
          <p:nvSpPr>
            <p:cNvPr id="79213" name="Line 365"/>
            <p:cNvSpPr>
              <a:spLocks noChangeShapeType="1"/>
            </p:cNvSpPr>
            <p:nvPr/>
          </p:nvSpPr>
          <p:spPr bwMode="auto">
            <a:xfrm>
              <a:off x="336" y="936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14" name="Line 366"/>
            <p:cNvSpPr>
              <a:spLocks noChangeShapeType="1"/>
            </p:cNvSpPr>
            <p:nvPr/>
          </p:nvSpPr>
          <p:spPr bwMode="auto">
            <a:xfrm>
              <a:off x="336" y="2928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15" name="Line 367"/>
            <p:cNvSpPr>
              <a:spLocks noChangeShapeType="1"/>
            </p:cNvSpPr>
            <p:nvPr/>
          </p:nvSpPr>
          <p:spPr bwMode="auto">
            <a:xfrm>
              <a:off x="336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16" name="Line 368"/>
            <p:cNvSpPr>
              <a:spLocks noChangeShapeType="1"/>
            </p:cNvSpPr>
            <p:nvPr/>
          </p:nvSpPr>
          <p:spPr bwMode="auto">
            <a:xfrm>
              <a:off x="2496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17" name="Line 369"/>
            <p:cNvSpPr>
              <a:spLocks noChangeShapeType="1"/>
            </p:cNvSpPr>
            <p:nvPr/>
          </p:nvSpPr>
          <p:spPr bwMode="auto">
            <a:xfrm>
              <a:off x="336" y="1185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18" name="Line 370"/>
            <p:cNvSpPr>
              <a:spLocks noChangeShapeType="1"/>
            </p:cNvSpPr>
            <p:nvPr/>
          </p:nvSpPr>
          <p:spPr bwMode="auto">
            <a:xfrm>
              <a:off x="652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19" name="Line 371"/>
            <p:cNvSpPr>
              <a:spLocks noChangeShapeType="1"/>
            </p:cNvSpPr>
            <p:nvPr/>
          </p:nvSpPr>
          <p:spPr bwMode="auto">
            <a:xfrm>
              <a:off x="915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0" name="Line 372"/>
            <p:cNvSpPr>
              <a:spLocks noChangeShapeType="1"/>
            </p:cNvSpPr>
            <p:nvPr/>
          </p:nvSpPr>
          <p:spPr bwMode="auto">
            <a:xfrm>
              <a:off x="1180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1" name="Line 373"/>
            <p:cNvSpPr>
              <a:spLocks noChangeShapeType="1"/>
            </p:cNvSpPr>
            <p:nvPr/>
          </p:nvSpPr>
          <p:spPr bwMode="auto">
            <a:xfrm>
              <a:off x="1442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2" name="Line 374"/>
            <p:cNvSpPr>
              <a:spLocks noChangeShapeType="1"/>
            </p:cNvSpPr>
            <p:nvPr/>
          </p:nvSpPr>
          <p:spPr bwMode="auto">
            <a:xfrm>
              <a:off x="1706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3" name="Line 375"/>
            <p:cNvSpPr>
              <a:spLocks noChangeShapeType="1"/>
            </p:cNvSpPr>
            <p:nvPr/>
          </p:nvSpPr>
          <p:spPr bwMode="auto">
            <a:xfrm>
              <a:off x="1969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4" name="Line 376"/>
            <p:cNvSpPr>
              <a:spLocks noChangeShapeType="1"/>
            </p:cNvSpPr>
            <p:nvPr/>
          </p:nvSpPr>
          <p:spPr bwMode="auto">
            <a:xfrm>
              <a:off x="2233" y="936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5" name="Line 377"/>
            <p:cNvSpPr>
              <a:spLocks noChangeShapeType="1"/>
            </p:cNvSpPr>
            <p:nvPr/>
          </p:nvSpPr>
          <p:spPr bwMode="auto">
            <a:xfrm>
              <a:off x="336" y="1434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6" name="Line 378"/>
            <p:cNvSpPr>
              <a:spLocks noChangeShapeType="1"/>
            </p:cNvSpPr>
            <p:nvPr/>
          </p:nvSpPr>
          <p:spPr bwMode="auto">
            <a:xfrm>
              <a:off x="336" y="1683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7" name="Line 379"/>
            <p:cNvSpPr>
              <a:spLocks noChangeShapeType="1"/>
            </p:cNvSpPr>
            <p:nvPr/>
          </p:nvSpPr>
          <p:spPr bwMode="auto">
            <a:xfrm>
              <a:off x="336" y="1932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8" name="Line 380"/>
            <p:cNvSpPr>
              <a:spLocks noChangeShapeType="1"/>
            </p:cNvSpPr>
            <p:nvPr/>
          </p:nvSpPr>
          <p:spPr bwMode="auto">
            <a:xfrm>
              <a:off x="336" y="2181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29" name="Line 381"/>
            <p:cNvSpPr>
              <a:spLocks noChangeShapeType="1"/>
            </p:cNvSpPr>
            <p:nvPr/>
          </p:nvSpPr>
          <p:spPr bwMode="auto">
            <a:xfrm>
              <a:off x="336" y="2430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30" name="Line 382"/>
            <p:cNvSpPr>
              <a:spLocks noChangeShapeType="1"/>
            </p:cNvSpPr>
            <p:nvPr/>
          </p:nvSpPr>
          <p:spPr bwMode="auto">
            <a:xfrm>
              <a:off x="336" y="2679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231" name="Rectangle 383"/>
            <p:cNvSpPr>
              <a:spLocks noChangeArrowheads="1"/>
            </p:cNvSpPr>
            <p:nvPr/>
          </p:nvSpPr>
          <p:spPr bwMode="auto">
            <a:xfrm>
              <a:off x="1728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232" name="Rectangle 384"/>
            <p:cNvSpPr>
              <a:spLocks noChangeArrowheads="1"/>
            </p:cNvSpPr>
            <p:nvPr/>
          </p:nvSpPr>
          <p:spPr bwMode="auto">
            <a:xfrm>
              <a:off x="1728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9233" name="Rectangle 385"/>
            <p:cNvSpPr>
              <a:spLocks noChangeArrowheads="1"/>
            </p:cNvSpPr>
            <p:nvPr/>
          </p:nvSpPr>
          <p:spPr bwMode="auto">
            <a:xfrm>
              <a:off x="1728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-4</a:t>
              </a:r>
            </a:p>
          </p:txBody>
        </p:sp>
        <p:sp>
          <p:nvSpPr>
            <p:cNvPr id="79234" name="Rectangle 386"/>
            <p:cNvSpPr>
              <a:spLocks noChangeArrowheads="1"/>
            </p:cNvSpPr>
            <p:nvPr/>
          </p:nvSpPr>
          <p:spPr bwMode="auto">
            <a:xfrm>
              <a:off x="1728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9235" name="Rectangle 387"/>
            <p:cNvSpPr>
              <a:spLocks noChangeArrowheads="1"/>
            </p:cNvSpPr>
            <p:nvPr/>
          </p:nvSpPr>
          <p:spPr bwMode="auto">
            <a:xfrm>
              <a:off x="1968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36" name="Rectangle 388"/>
            <p:cNvSpPr>
              <a:spLocks noChangeArrowheads="1"/>
            </p:cNvSpPr>
            <p:nvPr/>
          </p:nvSpPr>
          <p:spPr bwMode="auto">
            <a:xfrm>
              <a:off x="1440" y="14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237" name="Rectangle 389"/>
            <p:cNvSpPr>
              <a:spLocks noChangeArrowheads="1"/>
            </p:cNvSpPr>
            <p:nvPr/>
          </p:nvSpPr>
          <p:spPr bwMode="auto">
            <a:xfrm>
              <a:off x="1440" y="12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79238" name="Rectangle 390"/>
            <p:cNvSpPr>
              <a:spLocks noChangeArrowheads="1"/>
            </p:cNvSpPr>
            <p:nvPr/>
          </p:nvSpPr>
          <p:spPr bwMode="auto">
            <a:xfrm>
              <a:off x="1440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79239" name="Rectangle 391"/>
            <p:cNvSpPr>
              <a:spLocks noChangeArrowheads="1"/>
            </p:cNvSpPr>
            <p:nvPr/>
          </p:nvSpPr>
          <p:spPr bwMode="auto">
            <a:xfrm>
              <a:off x="1440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79240" name="Rectangle 392"/>
            <p:cNvSpPr>
              <a:spLocks noChangeArrowheads="1"/>
            </p:cNvSpPr>
            <p:nvPr/>
          </p:nvSpPr>
          <p:spPr bwMode="auto">
            <a:xfrm>
              <a:off x="1968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41" name="Rectangle 393"/>
            <p:cNvSpPr>
              <a:spLocks noChangeArrowheads="1"/>
            </p:cNvSpPr>
            <p:nvPr/>
          </p:nvSpPr>
          <p:spPr bwMode="auto">
            <a:xfrm>
              <a:off x="1200" y="244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42" name="Rectangle 394"/>
            <p:cNvSpPr>
              <a:spLocks noChangeArrowheads="1"/>
            </p:cNvSpPr>
            <p:nvPr/>
          </p:nvSpPr>
          <p:spPr bwMode="auto">
            <a:xfrm>
              <a:off x="1968" y="12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243" name="Rectangle 395"/>
            <p:cNvSpPr>
              <a:spLocks noChangeArrowheads="1"/>
            </p:cNvSpPr>
            <p:nvPr/>
          </p:nvSpPr>
          <p:spPr bwMode="auto">
            <a:xfrm>
              <a:off x="1968" y="14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-1</a:t>
              </a:r>
            </a:p>
          </p:txBody>
        </p:sp>
        <p:sp>
          <p:nvSpPr>
            <p:cNvPr id="79244" name="Rectangle 396"/>
            <p:cNvSpPr>
              <a:spLocks noChangeArrowheads="1"/>
            </p:cNvSpPr>
            <p:nvPr/>
          </p:nvSpPr>
          <p:spPr bwMode="auto">
            <a:xfrm>
              <a:off x="1968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9245" name="Rectangle 397"/>
            <p:cNvSpPr>
              <a:spLocks noChangeArrowheads="1"/>
            </p:cNvSpPr>
            <p:nvPr/>
          </p:nvSpPr>
          <p:spPr bwMode="auto">
            <a:xfrm>
              <a:off x="672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9246" name="Rectangle 398"/>
            <p:cNvSpPr>
              <a:spLocks noChangeArrowheads="1"/>
            </p:cNvSpPr>
            <p:nvPr/>
          </p:nvSpPr>
          <p:spPr bwMode="auto">
            <a:xfrm>
              <a:off x="912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47" name="Rectangle 399"/>
            <p:cNvSpPr>
              <a:spLocks noChangeArrowheads="1"/>
            </p:cNvSpPr>
            <p:nvPr/>
          </p:nvSpPr>
          <p:spPr bwMode="auto">
            <a:xfrm>
              <a:off x="1968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248" name="Rectangle 400"/>
            <p:cNvSpPr>
              <a:spLocks noChangeArrowheads="1"/>
            </p:cNvSpPr>
            <p:nvPr/>
          </p:nvSpPr>
          <p:spPr bwMode="auto">
            <a:xfrm>
              <a:off x="1968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  <a:endParaRPr lang="en-US"/>
            </a:p>
          </p:txBody>
        </p:sp>
        <p:sp>
          <p:nvSpPr>
            <p:cNvPr id="79249" name="Rectangle 401"/>
            <p:cNvSpPr>
              <a:spLocks noChangeArrowheads="1"/>
            </p:cNvSpPr>
            <p:nvPr/>
          </p:nvSpPr>
          <p:spPr bwMode="auto">
            <a:xfrm>
              <a:off x="2256" y="24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51" name="Rectangle 403"/>
            <p:cNvSpPr>
              <a:spLocks noChangeArrowheads="1"/>
            </p:cNvSpPr>
            <p:nvPr/>
          </p:nvSpPr>
          <p:spPr bwMode="auto">
            <a:xfrm>
              <a:off x="1440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52" name="Rectangle 404"/>
            <p:cNvSpPr>
              <a:spLocks noChangeArrowheads="1"/>
            </p:cNvSpPr>
            <p:nvPr/>
          </p:nvSpPr>
          <p:spPr bwMode="auto">
            <a:xfrm>
              <a:off x="1728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79253" name="Rectangle 405"/>
            <p:cNvSpPr>
              <a:spLocks noChangeArrowheads="1"/>
            </p:cNvSpPr>
            <p:nvPr/>
          </p:nvSpPr>
          <p:spPr bwMode="auto">
            <a:xfrm>
              <a:off x="1200" y="216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54" name="Rectangle 406"/>
            <p:cNvSpPr>
              <a:spLocks noChangeArrowheads="1"/>
            </p:cNvSpPr>
            <p:nvPr/>
          </p:nvSpPr>
          <p:spPr bwMode="auto">
            <a:xfrm>
              <a:off x="672" y="213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55" name="Rectangle 407"/>
            <p:cNvSpPr>
              <a:spLocks noChangeArrowheads="1"/>
            </p:cNvSpPr>
            <p:nvPr/>
          </p:nvSpPr>
          <p:spPr bwMode="auto">
            <a:xfrm>
              <a:off x="912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56" name="Rectangle 408"/>
            <p:cNvSpPr>
              <a:spLocks noChangeArrowheads="1"/>
            </p:cNvSpPr>
            <p:nvPr/>
          </p:nvSpPr>
          <p:spPr bwMode="auto">
            <a:xfrm>
              <a:off x="1728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257" name="Rectangle 409"/>
            <p:cNvSpPr>
              <a:spLocks noChangeArrowheads="1"/>
            </p:cNvSpPr>
            <p:nvPr/>
          </p:nvSpPr>
          <p:spPr bwMode="auto">
            <a:xfrm>
              <a:off x="1728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-6</a:t>
              </a:r>
            </a:p>
          </p:txBody>
        </p:sp>
        <p:sp>
          <p:nvSpPr>
            <p:cNvPr id="79258" name="Rectangle 410"/>
            <p:cNvSpPr>
              <a:spLocks noChangeArrowheads="1"/>
            </p:cNvSpPr>
            <p:nvPr/>
          </p:nvSpPr>
          <p:spPr bwMode="auto">
            <a:xfrm>
              <a:off x="2256" y="218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59" name="Rectangle 411"/>
            <p:cNvSpPr>
              <a:spLocks noChangeArrowheads="1"/>
            </p:cNvSpPr>
            <p:nvPr/>
          </p:nvSpPr>
          <p:spPr bwMode="auto">
            <a:xfrm>
              <a:off x="1200" y="192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60" name="Rectangle 412"/>
            <p:cNvSpPr>
              <a:spLocks noChangeArrowheads="1"/>
            </p:cNvSpPr>
            <p:nvPr/>
          </p:nvSpPr>
          <p:spPr bwMode="auto">
            <a:xfrm>
              <a:off x="672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61" name="Rectangle 413"/>
            <p:cNvSpPr>
              <a:spLocks noChangeArrowheads="1"/>
            </p:cNvSpPr>
            <p:nvPr/>
          </p:nvSpPr>
          <p:spPr bwMode="auto">
            <a:xfrm>
              <a:off x="912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62" name="Rectangle 414"/>
            <p:cNvSpPr>
              <a:spLocks noChangeArrowheads="1"/>
            </p:cNvSpPr>
            <p:nvPr/>
          </p:nvSpPr>
          <p:spPr bwMode="auto">
            <a:xfrm>
              <a:off x="1440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79263" name="Rectangle 415"/>
            <p:cNvSpPr>
              <a:spLocks noChangeArrowheads="1"/>
            </p:cNvSpPr>
            <p:nvPr/>
          </p:nvSpPr>
          <p:spPr bwMode="auto">
            <a:xfrm>
              <a:off x="1440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79264" name="Rectangle 416"/>
            <p:cNvSpPr>
              <a:spLocks noChangeArrowheads="1"/>
            </p:cNvSpPr>
            <p:nvPr/>
          </p:nvSpPr>
          <p:spPr bwMode="auto">
            <a:xfrm>
              <a:off x="2256" y="194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65" name="Rectangle 417"/>
            <p:cNvSpPr>
              <a:spLocks noChangeArrowheads="1"/>
            </p:cNvSpPr>
            <p:nvPr/>
          </p:nvSpPr>
          <p:spPr bwMode="auto">
            <a:xfrm>
              <a:off x="672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66" name="Rectangle 418"/>
            <p:cNvSpPr>
              <a:spLocks noChangeArrowheads="1"/>
            </p:cNvSpPr>
            <p:nvPr/>
          </p:nvSpPr>
          <p:spPr bwMode="auto">
            <a:xfrm>
              <a:off x="912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67" name="Rectangle 419"/>
            <p:cNvSpPr>
              <a:spLocks noChangeArrowheads="1"/>
            </p:cNvSpPr>
            <p:nvPr/>
          </p:nvSpPr>
          <p:spPr bwMode="auto">
            <a:xfrm>
              <a:off x="1200" y="12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79268" name="Rectangle 420"/>
            <p:cNvSpPr>
              <a:spLocks noChangeArrowheads="1"/>
            </p:cNvSpPr>
            <p:nvPr/>
          </p:nvSpPr>
          <p:spPr bwMode="auto">
            <a:xfrm>
              <a:off x="1200" y="14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79269" name="Rectangle 421"/>
            <p:cNvSpPr>
              <a:spLocks noChangeArrowheads="1"/>
            </p:cNvSpPr>
            <p:nvPr/>
          </p:nvSpPr>
          <p:spPr bwMode="auto">
            <a:xfrm>
              <a:off x="1200" y="168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9270" name="Rectangle 422"/>
            <p:cNvSpPr>
              <a:spLocks noChangeArrowheads="1"/>
            </p:cNvSpPr>
            <p:nvPr/>
          </p:nvSpPr>
          <p:spPr bwMode="auto">
            <a:xfrm>
              <a:off x="1200" y="26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79271" name="Rectangle 423"/>
            <p:cNvSpPr>
              <a:spLocks noChangeArrowheads="1"/>
            </p:cNvSpPr>
            <p:nvPr/>
          </p:nvSpPr>
          <p:spPr bwMode="auto">
            <a:xfrm>
              <a:off x="2256" y="17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72" name="Rectangle 424"/>
            <p:cNvSpPr>
              <a:spLocks noChangeArrowheads="1"/>
            </p:cNvSpPr>
            <p:nvPr/>
          </p:nvSpPr>
          <p:spPr bwMode="auto">
            <a:xfrm>
              <a:off x="672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9273" name="Rectangle 425"/>
            <p:cNvSpPr>
              <a:spLocks noChangeArrowheads="1"/>
            </p:cNvSpPr>
            <p:nvPr/>
          </p:nvSpPr>
          <p:spPr bwMode="auto">
            <a:xfrm>
              <a:off x="672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74" name="Rectangle 426"/>
            <p:cNvSpPr>
              <a:spLocks noChangeArrowheads="1"/>
            </p:cNvSpPr>
            <p:nvPr/>
          </p:nvSpPr>
          <p:spPr bwMode="auto">
            <a:xfrm>
              <a:off x="672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79275" name="Rectangle 427"/>
            <p:cNvSpPr>
              <a:spLocks noChangeArrowheads="1"/>
            </p:cNvSpPr>
            <p:nvPr/>
          </p:nvSpPr>
          <p:spPr bwMode="auto">
            <a:xfrm>
              <a:off x="912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9276" name="Rectangle 428"/>
            <p:cNvSpPr>
              <a:spLocks noChangeArrowheads="1"/>
            </p:cNvSpPr>
            <p:nvPr/>
          </p:nvSpPr>
          <p:spPr bwMode="auto">
            <a:xfrm>
              <a:off x="912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9277" name="Rectangle 429"/>
            <p:cNvSpPr>
              <a:spLocks noChangeArrowheads="1"/>
            </p:cNvSpPr>
            <p:nvPr/>
          </p:nvSpPr>
          <p:spPr bwMode="auto">
            <a:xfrm>
              <a:off x="912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78" name="Rectangle 430"/>
            <p:cNvSpPr>
              <a:spLocks noChangeArrowheads="1"/>
            </p:cNvSpPr>
            <p:nvPr/>
          </p:nvSpPr>
          <p:spPr bwMode="auto">
            <a:xfrm>
              <a:off x="2256" y="122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79279" name="Rectangle 431"/>
            <p:cNvSpPr>
              <a:spLocks noChangeArrowheads="1"/>
            </p:cNvSpPr>
            <p:nvPr/>
          </p:nvSpPr>
          <p:spPr bwMode="auto">
            <a:xfrm>
              <a:off x="2256" y="14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79280" name="Rectangle 432"/>
            <p:cNvSpPr>
              <a:spLocks noChangeArrowheads="1"/>
            </p:cNvSpPr>
            <p:nvPr/>
          </p:nvSpPr>
          <p:spPr bwMode="auto">
            <a:xfrm>
              <a:off x="2256" y="27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6" name="Group 618"/>
          <p:cNvGrpSpPr>
            <a:grpSpLocks/>
          </p:cNvGrpSpPr>
          <p:nvPr/>
        </p:nvGrpSpPr>
        <p:grpSpPr bwMode="auto">
          <a:xfrm>
            <a:off x="685800" y="1676400"/>
            <a:ext cx="3200400" cy="2895600"/>
            <a:chOff x="672" y="1248"/>
            <a:chExt cx="2016" cy="1824"/>
          </a:xfrm>
        </p:grpSpPr>
        <p:sp>
          <p:nvSpPr>
            <p:cNvPr id="79445" name="Line 597"/>
            <p:cNvSpPr>
              <a:spLocks noChangeShapeType="1"/>
            </p:cNvSpPr>
            <p:nvPr/>
          </p:nvSpPr>
          <p:spPr bwMode="auto">
            <a:xfrm>
              <a:off x="2688" y="1248"/>
              <a:ext cx="0" cy="1824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46" name="Line 598"/>
            <p:cNvSpPr>
              <a:spLocks noChangeShapeType="1"/>
            </p:cNvSpPr>
            <p:nvPr/>
          </p:nvSpPr>
          <p:spPr bwMode="auto">
            <a:xfrm>
              <a:off x="672" y="3072"/>
              <a:ext cx="2016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649"/>
          <p:cNvGrpSpPr>
            <a:grpSpLocks/>
          </p:cNvGrpSpPr>
          <p:nvPr/>
        </p:nvGrpSpPr>
        <p:grpSpPr bwMode="auto">
          <a:xfrm>
            <a:off x="1219200" y="2362200"/>
            <a:ext cx="7391400" cy="3505200"/>
            <a:chOff x="768" y="1488"/>
            <a:chExt cx="4656" cy="2208"/>
          </a:xfrm>
        </p:grpSpPr>
        <p:sp>
          <p:nvSpPr>
            <p:cNvPr id="79449" name="Rectangle 601"/>
            <p:cNvSpPr>
              <a:spLocks noChangeArrowheads="1"/>
            </p:cNvSpPr>
            <p:nvPr/>
          </p:nvSpPr>
          <p:spPr bwMode="auto">
            <a:xfrm>
              <a:off x="768" y="3360"/>
              <a:ext cx="1632" cy="336"/>
            </a:xfrm>
            <a:prstGeom prst="rect">
              <a:avLst/>
            </a:prstGeom>
            <a:noFill/>
            <a:ln w="12700">
              <a:solidFill>
                <a:srgbClr val="FFCC00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VNI-Times" pitchFamily="2" charset="0"/>
                </a:rPr>
                <a:t>Vì laø </a:t>
              </a:r>
              <a:r>
                <a:rPr lang="en-US" b="1">
                  <a:sym typeface="Symbol" pitchFamily="18" charset="2"/>
                </a:rPr>
                <a:t></a:t>
              </a:r>
              <a:r>
                <a:rPr lang="en-US"/>
                <a:t> </a:t>
              </a:r>
              <a:r>
                <a:rPr lang="en-US">
                  <a:latin typeface="VNI-Times" pitchFamily="2" charset="0"/>
                </a:rPr>
                <a:t>heát neân vieát laïi heát</a:t>
              </a:r>
            </a:p>
          </p:txBody>
        </p:sp>
        <p:sp>
          <p:nvSpPr>
            <p:cNvPr id="79450" name="Line 602"/>
            <p:cNvSpPr>
              <a:spLocks noChangeShapeType="1"/>
            </p:cNvSpPr>
            <p:nvPr/>
          </p:nvSpPr>
          <p:spPr bwMode="auto">
            <a:xfrm>
              <a:off x="3024" y="1488"/>
              <a:ext cx="2400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51" name="Line 603"/>
            <p:cNvSpPr>
              <a:spLocks noChangeShapeType="1"/>
            </p:cNvSpPr>
            <p:nvPr/>
          </p:nvSpPr>
          <p:spPr bwMode="auto">
            <a:xfrm>
              <a:off x="3024" y="1728"/>
              <a:ext cx="2400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52" name="Line 604"/>
            <p:cNvSpPr>
              <a:spLocks noChangeShapeType="1"/>
            </p:cNvSpPr>
            <p:nvPr/>
          </p:nvSpPr>
          <p:spPr bwMode="auto">
            <a:xfrm>
              <a:off x="3024" y="1968"/>
              <a:ext cx="2400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53" name="Line 605"/>
            <p:cNvSpPr>
              <a:spLocks noChangeShapeType="1"/>
            </p:cNvSpPr>
            <p:nvPr/>
          </p:nvSpPr>
          <p:spPr bwMode="auto">
            <a:xfrm>
              <a:off x="3024" y="2208"/>
              <a:ext cx="2400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54" name="Line 606"/>
            <p:cNvSpPr>
              <a:spLocks noChangeShapeType="1"/>
            </p:cNvSpPr>
            <p:nvPr/>
          </p:nvSpPr>
          <p:spPr bwMode="auto">
            <a:xfrm>
              <a:off x="3024" y="2496"/>
              <a:ext cx="2400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55" name="Line 607"/>
            <p:cNvSpPr>
              <a:spLocks noChangeShapeType="1"/>
            </p:cNvSpPr>
            <p:nvPr/>
          </p:nvSpPr>
          <p:spPr bwMode="auto">
            <a:xfrm flipV="1">
              <a:off x="3792" y="2784"/>
              <a:ext cx="0" cy="768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57" name="Line 609"/>
            <p:cNvSpPr>
              <a:spLocks noChangeShapeType="1"/>
            </p:cNvSpPr>
            <p:nvPr/>
          </p:nvSpPr>
          <p:spPr bwMode="auto">
            <a:xfrm flipV="1">
              <a:off x="4080" y="2784"/>
              <a:ext cx="0" cy="768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59" name="Line 611"/>
            <p:cNvSpPr>
              <a:spLocks noChangeShapeType="1"/>
            </p:cNvSpPr>
            <p:nvPr/>
          </p:nvSpPr>
          <p:spPr bwMode="auto">
            <a:xfrm flipH="1">
              <a:off x="2400" y="3552"/>
              <a:ext cx="1680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60" name="Line 612"/>
            <p:cNvSpPr>
              <a:spLocks noChangeShapeType="1"/>
            </p:cNvSpPr>
            <p:nvPr/>
          </p:nvSpPr>
          <p:spPr bwMode="auto">
            <a:xfrm>
              <a:off x="3024" y="1488"/>
              <a:ext cx="0" cy="2064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629"/>
          <p:cNvGrpSpPr>
            <a:grpSpLocks/>
          </p:cNvGrpSpPr>
          <p:nvPr/>
        </p:nvGrpSpPr>
        <p:grpSpPr bwMode="auto">
          <a:xfrm>
            <a:off x="3048000" y="304800"/>
            <a:ext cx="5638800" cy="4953000"/>
            <a:chOff x="1920" y="192"/>
            <a:chExt cx="3552" cy="3120"/>
          </a:xfrm>
        </p:grpSpPr>
        <p:sp>
          <p:nvSpPr>
            <p:cNvPr id="79468" name="Line 620"/>
            <p:cNvSpPr>
              <a:spLocks noChangeShapeType="1"/>
            </p:cNvSpPr>
            <p:nvPr/>
          </p:nvSpPr>
          <p:spPr bwMode="auto">
            <a:xfrm>
              <a:off x="4848" y="528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69" name="Line 621"/>
            <p:cNvSpPr>
              <a:spLocks noChangeShapeType="1"/>
            </p:cNvSpPr>
            <p:nvPr/>
          </p:nvSpPr>
          <p:spPr bwMode="auto">
            <a:xfrm>
              <a:off x="5376" y="528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70" name="Line 622"/>
            <p:cNvSpPr>
              <a:spLocks noChangeShapeType="1"/>
            </p:cNvSpPr>
            <p:nvPr/>
          </p:nvSpPr>
          <p:spPr bwMode="auto">
            <a:xfrm flipV="1">
              <a:off x="4848" y="283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71" name="Line 623"/>
            <p:cNvSpPr>
              <a:spLocks noChangeShapeType="1"/>
            </p:cNvSpPr>
            <p:nvPr/>
          </p:nvSpPr>
          <p:spPr bwMode="auto">
            <a:xfrm flipH="1">
              <a:off x="2880" y="3312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72" name="Line 624"/>
            <p:cNvSpPr>
              <a:spLocks noChangeShapeType="1"/>
            </p:cNvSpPr>
            <p:nvPr/>
          </p:nvSpPr>
          <p:spPr bwMode="auto">
            <a:xfrm flipV="1">
              <a:off x="2880" y="336"/>
              <a:ext cx="0" cy="29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73" name="Rectangle 625"/>
            <p:cNvSpPr>
              <a:spLocks noChangeArrowheads="1"/>
            </p:cNvSpPr>
            <p:nvPr/>
          </p:nvSpPr>
          <p:spPr bwMode="auto">
            <a:xfrm>
              <a:off x="4704" y="192"/>
              <a:ext cx="768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-6+2&lt;-3</a:t>
              </a:r>
            </a:p>
          </p:txBody>
        </p:sp>
        <p:sp>
          <p:nvSpPr>
            <p:cNvPr id="79474" name="Line 626"/>
            <p:cNvSpPr>
              <a:spLocks noChangeShapeType="1"/>
            </p:cNvSpPr>
            <p:nvPr/>
          </p:nvSpPr>
          <p:spPr bwMode="auto">
            <a:xfrm flipH="1">
              <a:off x="1920" y="336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75" name="Line 627"/>
            <p:cNvSpPr>
              <a:spLocks noChangeShapeType="1"/>
            </p:cNvSpPr>
            <p:nvPr/>
          </p:nvSpPr>
          <p:spPr bwMode="auto">
            <a:xfrm>
              <a:off x="1920" y="336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648"/>
          <p:cNvGrpSpPr>
            <a:grpSpLocks/>
          </p:cNvGrpSpPr>
          <p:nvPr/>
        </p:nvGrpSpPr>
        <p:grpSpPr bwMode="auto">
          <a:xfrm>
            <a:off x="1981200" y="990600"/>
            <a:ext cx="6781800" cy="4876800"/>
            <a:chOff x="1248" y="624"/>
            <a:chExt cx="4272" cy="3072"/>
          </a:xfrm>
        </p:grpSpPr>
        <p:sp>
          <p:nvSpPr>
            <p:cNvPr id="79479" name="Rectangle 631"/>
            <p:cNvSpPr>
              <a:spLocks noChangeArrowheads="1"/>
            </p:cNvSpPr>
            <p:nvPr/>
          </p:nvSpPr>
          <p:spPr bwMode="auto">
            <a:xfrm>
              <a:off x="1248" y="3168"/>
              <a:ext cx="1104" cy="528"/>
            </a:xfrm>
            <a:prstGeom prst="rect">
              <a:avLst/>
            </a:prstGeom>
            <a:noFill/>
            <a:ln w="9525">
              <a:solidFill>
                <a:srgbClr val="FF66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1+2&gt;-3</a:t>
              </a:r>
            </a:p>
            <a:p>
              <a:pPr algn="ctr"/>
              <a:r>
                <a:rPr lang="en-US"/>
                <a:t>7+2&gt;1</a:t>
              </a:r>
            </a:p>
            <a:p>
              <a:pPr algn="ctr"/>
              <a:r>
                <a:rPr lang="en-US"/>
                <a:t>4+2&gt;0</a:t>
              </a:r>
            </a:p>
          </p:txBody>
        </p:sp>
        <p:sp>
          <p:nvSpPr>
            <p:cNvPr id="79480" name="Line 632"/>
            <p:cNvSpPr>
              <a:spLocks noChangeShapeType="1"/>
            </p:cNvSpPr>
            <p:nvPr/>
          </p:nvSpPr>
          <p:spPr bwMode="auto">
            <a:xfrm flipV="1">
              <a:off x="4320" y="278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82" name="Line 634"/>
            <p:cNvSpPr>
              <a:spLocks noChangeShapeType="1"/>
            </p:cNvSpPr>
            <p:nvPr/>
          </p:nvSpPr>
          <p:spPr bwMode="auto">
            <a:xfrm flipV="1">
              <a:off x="4608" y="278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83" name="Line 635"/>
            <p:cNvSpPr>
              <a:spLocks noChangeShapeType="1"/>
            </p:cNvSpPr>
            <p:nvPr/>
          </p:nvSpPr>
          <p:spPr bwMode="auto">
            <a:xfrm flipV="1">
              <a:off x="5232" y="278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84" name="Line 636"/>
            <p:cNvSpPr>
              <a:spLocks noChangeShapeType="1"/>
            </p:cNvSpPr>
            <p:nvPr/>
          </p:nvSpPr>
          <p:spPr bwMode="auto">
            <a:xfrm>
              <a:off x="4320" y="62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85" name="Line 637"/>
            <p:cNvSpPr>
              <a:spLocks noChangeShapeType="1"/>
            </p:cNvSpPr>
            <p:nvPr/>
          </p:nvSpPr>
          <p:spPr bwMode="auto">
            <a:xfrm>
              <a:off x="4560" y="62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86" name="Line 638"/>
            <p:cNvSpPr>
              <a:spLocks noChangeShapeType="1"/>
            </p:cNvSpPr>
            <p:nvPr/>
          </p:nvSpPr>
          <p:spPr bwMode="auto">
            <a:xfrm>
              <a:off x="5088" y="62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87" name="Line 639"/>
            <p:cNvSpPr>
              <a:spLocks noChangeShapeType="1"/>
            </p:cNvSpPr>
            <p:nvPr/>
          </p:nvSpPr>
          <p:spPr bwMode="auto">
            <a:xfrm flipH="1">
              <a:off x="1248" y="624"/>
              <a:ext cx="4272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89" name="Line 641"/>
            <p:cNvSpPr>
              <a:spLocks noChangeShapeType="1"/>
            </p:cNvSpPr>
            <p:nvPr/>
          </p:nvSpPr>
          <p:spPr bwMode="auto">
            <a:xfrm>
              <a:off x="1248" y="62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90" name="Line 642"/>
            <p:cNvSpPr>
              <a:spLocks noChangeShapeType="1"/>
            </p:cNvSpPr>
            <p:nvPr/>
          </p:nvSpPr>
          <p:spPr bwMode="auto">
            <a:xfrm>
              <a:off x="1488" y="62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91" name="Line 643"/>
            <p:cNvSpPr>
              <a:spLocks noChangeShapeType="1"/>
            </p:cNvSpPr>
            <p:nvPr/>
          </p:nvSpPr>
          <p:spPr bwMode="auto">
            <a:xfrm>
              <a:off x="2016" y="62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92" name="Line 644"/>
            <p:cNvSpPr>
              <a:spLocks noChangeShapeType="1"/>
            </p:cNvSpPr>
            <p:nvPr/>
          </p:nvSpPr>
          <p:spPr bwMode="auto">
            <a:xfrm>
              <a:off x="2736" y="624"/>
              <a:ext cx="0" cy="283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93" name="Line 645"/>
            <p:cNvSpPr>
              <a:spLocks noChangeShapeType="1"/>
            </p:cNvSpPr>
            <p:nvPr/>
          </p:nvSpPr>
          <p:spPr bwMode="auto">
            <a:xfrm flipH="1">
              <a:off x="2352" y="3456"/>
              <a:ext cx="2880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495" name="Line 647"/>
            <p:cNvSpPr>
              <a:spLocks noChangeShapeType="1"/>
            </p:cNvSpPr>
            <p:nvPr/>
          </p:nvSpPr>
          <p:spPr bwMode="auto">
            <a:xfrm>
              <a:off x="5520" y="624"/>
              <a:ext cx="0" cy="6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9499" name="Rectangle 651"/>
          <p:cNvSpPr>
            <a:spLocks noChangeArrowheads="1"/>
          </p:cNvSpPr>
          <p:nvPr/>
        </p:nvSpPr>
        <p:spPr bwMode="auto">
          <a:xfrm>
            <a:off x="5715000" y="5257800"/>
            <a:ext cx="2362200" cy="5334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>
                <a:latin typeface="VNI-Times" pitchFamily="2" charset="0"/>
              </a:rPr>
              <a:t>Coù L</a:t>
            </a:r>
            <a:r>
              <a:rPr lang="en-US" sz="2800" baseline="-25000">
                <a:latin typeface="VNI-Times" pitchFamily="2" charset="0"/>
              </a:rPr>
              <a:t>6</a:t>
            </a:r>
            <a:r>
              <a:rPr lang="en-US" sz="2800">
                <a:latin typeface="VNI-Times" pitchFamily="2" charset="0"/>
              </a:rPr>
              <a:t>. Tìm P</a:t>
            </a:r>
            <a:r>
              <a:rPr lang="en-US" sz="2800" baseline="-25000">
                <a:latin typeface="VNI-Times" pitchFamily="2" charset="0"/>
              </a:rPr>
              <a:t>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9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93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38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4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9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in)">
                                      <p:cBhvr>
                                        <p:cTn id="6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7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147" grpId="0" animBg="1"/>
      <p:bldP spid="79380" grpId="0"/>
      <p:bldP spid="79385" grpId="0"/>
      <p:bldP spid="79390" grpId="0"/>
      <p:bldP spid="79415" grpId="0"/>
      <p:bldP spid="7949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53"/>
          <p:cNvGrpSpPr>
            <a:grpSpLocks/>
          </p:cNvGrpSpPr>
          <p:nvPr/>
        </p:nvGrpSpPr>
        <p:grpSpPr bwMode="auto">
          <a:xfrm>
            <a:off x="228600" y="381000"/>
            <a:ext cx="3733800" cy="3643313"/>
            <a:chOff x="144" y="240"/>
            <a:chExt cx="2352" cy="2295"/>
          </a:xfrm>
        </p:grpSpPr>
        <p:sp>
          <p:nvSpPr>
            <p:cNvPr id="80952" name="Rectangle 56"/>
            <p:cNvSpPr>
              <a:spLocks noChangeArrowheads="1"/>
            </p:cNvSpPr>
            <p:nvPr/>
          </p:nvSpPr>
          <p:spPr bwMode="auto">
            <a:xfrm>
              <a:off x="2239" y="2277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953" name="Rectangle 57"/>
            <p:cNvSpPr>
              <a:spLocks noChangeArrowheads="1"/>
            </p:cNvSpPr>
            <p:nvPr/>
          </p:nvSpPr>
          <p:spPr bwMode="auto">
            <a:xfrm>
              <a:off x="1981" y="2277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54" name="Rectangle 58"/>
            <p:cNvSpPr>
              <a:spLocks noChangeArrowheads="1"/>
            </p:cNvSpPr>
            <p:nvPr/>
          </p:nvSpPr>
          <p:spPr bwMode="auto">
            <a:xfrm>
              <a:off x="1724" y="2277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955" name="Rectangle 59"/>
            <p:cNvSpPr>
              <a:spLocks noChangeArrowheads="1"/>
            </p:cNvSpPr>
            <p:nvPr/>
          </p:nvSpPr>
          <p:spPr bwMode="auto">
            <a:xfrm>
              <a:off x="1465" y="2277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956" name="Rectangle 60"/>
            <p:cNvSpPr>
              <a:spLocks noChangeArrowheads="1"/>
            </p:cNvSpPr>
            <p:nvPr/>
          </p:nvSpPr>
          <p:spPr bwMode="auto">
            <a:xfrm>
              <a:off x="1210" y="2277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957" name="Rectangle 61"/>
            <p:cNvSpPr>
              <a:spLocks noChangeArrowheads="1"/>
            </p:cNvSpPr>
            <p:nvPr/>
          </p:nvSpPr>
          <p:spPr bwMode="auto">
            <a:xfrm>
              <a:off x="950" y="2277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58" name="Rectangle 62"/>
            <p:cNvSpPr>
              <a:spLocks noChangeArrowheads="1"/>
            </p:cNvSpPr>
            <p:nvPr/>
          </p:nvSpPr>
          <p:spPr bwMode="auto">
            <a:xfrm>
              <a:off x="693" y="2277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59" name="Rectangle 63"/>
            <p:cNvSpPr>
              <a:spLocks noChangeArrowheads="1"/>
            </p:cNvSpPr>
            <p:nvPr/>
          </p:nvSpPr>
          <p:spPr bwMode="auto">
            <a:xfrm>
              <a:off x="384" y="2277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960" name="Rectangle 64"/>
            <p:cNvSpPr>
              <a:spLocks noChangeArrowheads="1"/>
            </p:cNvSpPr>
            <p:nvPr/>
          </p:nvSpPr>
          <p:spPr bwMode="auto">
            <a:xfrm>
              <a:off x="2239" y="2019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61" name="Rectangle 65"/>
            <p:cNvSpPr>
              <a:spLocks noChangeArrowheads="1"/>
            </p:cNvSpPr>
            <p:nvPr/>
          </p:nvSpPr>
          <p:spPr bwMode="auto">
            <a:xfrm>
              <a:off x="1981" y="2019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962" name="Rectangle 66"/>
            <p:cNvSpPr>
              <a:spLocks noChangeArrowheads="1"/>
            </p:cNvSpPr>
            <p:nvPr/>
          </p:nvSpPr>
          <p:spPr bwMode="auto">
            <a:xfrm>
              <a:off x="1724" y="2019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963" name="Rectangle 67"/>
            <p:cNvSpPr>
              <a:spLocks noChangeArrowheads="1"/>
            </p:cNvSpPr>
            <p:nvPr/>
          </p:nvSpPr>
          <p:spPr bwMode="auto">
            <a:xfrm>
              <a:off x="1465" y="2019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964" name="Rectangle 68"/>
            <p:cNvSpPr>
              <a:spLocks noChangeArrowheads="1"/>
            </p:cNvSpPr>
            <p:nvPr/>
          </p:nvSpPr>
          <p:spPr bwMode="auto">
            <a:xfrm>
              <a:off x="1210" y="2019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65" name="Rectangle 69"/>
            <p:cNvSpPr>
              <a:spLocks noChangeArrowheads="1"/>
            </p:cNvSpPr>
            <p:nvPr/>
          </p:nvSpPr>
          <p:spPr bwMode="auto">
            <a:xfrm>
              <a:off x="950" y="2019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66" name="Rectangle 70"/>
            <p:cNvSpPr>
              <a:spLocks noChangeArrowheads="1"/>
            </p:cNvSpPr>
            <p:nvPr/>
          </p:nvSpPr>
          <p:spPr bwMode="auto">
            <a:xfrm>
              <a:off x="693" y="2019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67" name="Rectangle 71"/>
            <p:cNvSpPr>
              <a:spLocks noChangeArrowheads="1"/>
            </p:cNvSpPr>
            <p:nvPr/>
          </p:nvSpPr>
          <p:spPr bwMode="auto">
            <a:xfrm>
              <a:off x="384" y="2019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968" name="Rectangle 72"/>
            <p:cNvSpPr>
              <a:spLocks noChangeArrowheads="1"/>
            </p:cNvSpPr>
            <p:nvPr/>
          </p:nvSpPr>
          <p:spPr bwMode="auto">
            <a:xfrm>
              <a:off x="2239" y="1761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69" name="Rectangle 73"/>
            <p:cNvSpPr>
              <a:spLocks noChangeArrowheads="1"/>
            </p:cNvSpPr>
            <p:nvPr/>
          </p:nvSpPr>
          <p:spPr bwMode="auto">
            <a:xfrm>
              <a:off x="1981" y="1761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70" name="Rectangle 74"/>
            <p:cNvSpPr>
              <a:spLocks noChangeArrowheads="1"/>
            </p:cNvSpPr>
            <p:nvPr/>
          </p:nvSpPr>
          <p:spPr bwMode="auto">
            <a:xfrm>
              <a:off x="1724" y="1761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971" name="Rectangle 75"/>
            <p:cNvSpPr>
              <a:spLocks noChangeArrowheads="1"/>
            </p:cNvSpPr>
            <p:nvPr/>
          </p:nvSpPr>
          <p:spPr bwMode="auto">
            <a:xfrm>
              <a:off x="1465" y="1761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72" name="Rectangle 76"/>
            <p:cNvSpPr>
              <a:spLocks noChangeArrowheads="1"/>
            </p:cNvSpPr>
            <p:nvPr/>
          </p:nvSpPr>
          <p:spPr bwMode="auto">
            <a:xfrm>
              <a:off x="1210" y="1761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73" name="Rectangle 77"/>
            <p:cNvSpPr>
              <a:spLocks noChangeArrowheads="1"/>
            </p:cNvSpPr>
            <p:nvPr/>
          </p:nvSpPr>
          <p:spPr bwMode="auto">
            <a:xfrm>
              <a:off x="950" y="1761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74" name="Rectangle 78"/>
            <p:cNvSpPr>
              <a:spLocks noChangeArrowheads="1"/>
            </p:cNvSpPr>
            <p:nvPr/>
          </p:nvSpPr>
          <p:spPr bwMode="auto">
            <a:xfrm>
              <a:off x="693" y="1761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75" name="Rectangle 79"/>
            <p:cNvSpPr>
              <a:spLocks noChangeArrowheads="1"/>
            </p:cNvSpPr>
            <p:nvPr/>
          </p:nvSpPr>
          <p:spPr bwMode="auto">
            <a:xfrm>
              <a:off x="384" y="1761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976" name="Rectangle 80"/>
            <p:cNvSpPr>
              <a:spLocks noChangeArrowheads="1"/>
            </p:cNvSpPr>
            <p:nvPr/>
          </p:nvSpPr>
          <p:spPr bwMode="auto">
            <a:xfrm>
              <a:off x="2239" y="1503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77" name="Rectangle 81"/>
            <p:cNvSpPr>
              <a:spLocks noChangeArrowheads="1"/>
            </p:cNvSpPr>
            <p:nvPr/>
          </p:nvSpPr>
          <p:spPr bwMode="auto">
            <a:xfrm>
              <a:off x="1981" y="1503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78" name="Rectangle 82"/>
            <p:cNvSpPr>
              <a:spLocks noChangeArrowheads="1"/>
            </p:cNvSpPr>
            <p:nvPr/>
          </p:nvSpPr>
          <p:spPr bwMode="auto">
            <a:xfrm>
              <a:off x="1724" y="1503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979" name="Rectangle 83"/>
            <p:cNvSpPr>
              <a:spLocks noChangeArrowheads="1"/>
            </p:cNvSpPr>
            <p:nvPr/>
          </p:nvSpPr>
          <p:spPr bwMode="auto">
            <a:xfrm>
              <a:off x="1465" y="1503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980" name="Rectangle 84"/>
            <p:cNvSpPr>
              <a:spLocks noChangeArrowheads="1"/>
            </p:cNvSpPr>
            <p:nvPr/>
          </p:nvSpPr>
          <p:spPr bwMode="auto">
            <a:xfrm>
              <a:off x="1210" y="1503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81" name="Rectangle 85"/>
            <p:cNvSpPr>
              <a:spLocks noChangeArrowheads="1"/>
            </p:cNvSpPr>
            <p:nvPr/>
          </p:nvSpPr>
          <p:spPr bwMode="auto">
            <a:xfrm>
              <a:off x="950" y="1503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82" name="Rectangle 86"/>
            <p:cNvSpPr>
              <a:spLocks noChangeArrowheads="1"/>
            </p:cNvSpPr>
            <p:nvPr/>
          </p:nvSpPr>
          <p:spPr bwMode="auto">
            <a:xfrm>
              <a:off x="693" y="1503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83" name="Rectangle 87"/>
            <p:cNvSpPr>
              <a:spLocks noChangeArrowheads="1"/>
            </p:cNvSpPr>
            <p:nvPr/>
          </p:nvSpPr>
          <p:spPr bwMode="auto">
            <a:xfrm>
              <a:off x="384" y="1503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984" name="Rectangle 88"/>
            <p:cNvSpPr>
              <a:spLocks noChangeArrowheads="1"/>
            </p:cNvSpPr>
            <p:nvPr/>
          </p:nvSpPr>
          <p:spPr bwMode="auto">
            <a:xfrm>
              <a:off x="2239" y="1254"/>
              <a:ext cx="257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85" name="Rectangle 89"/>
            <p:cNvSpPr>
              <a:spLocks noChangeArrowheads="1"/>
            </p:cNvSpPr>
            <p:nvPr/>
          </p:nvSpPr>
          <p:spPr bwMode="auto">
            <a:xfrm>
              <a:off x="1981" y="1254"/>
              <a:ext cx="258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986" name="Rectangle 90"/>
            <p:cNvSpPr>
              <a:spLocks noChangeArrowheads="1"/>
            </p:cNvSpPr>
            <p:nvPr/>
          </p:nvSpPr>
          <p:spPr bwMode="auto">
            <a:xfrm>
              <a:off x="1724" y="1254"/>
              <a:ext cx="257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87" name="Rectangle 91"/>
            <p:cNvSpPr>
              <a:spLocks noChangeArrowheads="1"/>
            </p:cNvSpPr>
            <p:nvPr/>
          </p:nvSpPr>
          <p:spPr bwMode="auto">
            <a:xfrm>
              <a:off x="1465" y="1254"/>
              <a:ext cx="259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988" name="Rectangle 92"/>
            <p:cNvSpPr>
              <a:spLocks noChangeArrowheads="1"/>
            </p:cNvSpPr>
            <p:nvPr/>
          </p:nvSpPr>
          <p:spPr bwMode="auto">
            <a:xfrm>
              <a:off x="1210" y="1254"/>
              <a:ext cx="25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989" name="Rectangle 93"/>
            <p:cNvSpPr>
              <a:spLocks noChangeArrowheads="1"/>
            </p:cNvSpPr>
            <p:nvPr/>
          </p:nvSpPr>
          <p:spPr bwMode="auto">
            <a:xfrm>
              <a:off x="950" y="1254"/>
              <a:ext cx="260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90" name="Rectangle 94"/>
            <p:cNvSpPr>
              <a:spLocks noChangeArrowheads="1"/>
            </p:cNvSpPr>
            <p:nvPr/>
          </p:nvSpPr>
          <p:spPr bwMode="auto">
            <a:xfrm>
              <a:off x="693" y="1254"/>
              <a:ext cx="257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91" name="Rectangle 95"/>
            <p:cNvSpPr>
              <a:spLocks noChangeArrowheads="1"/>
            </p:cNvSpPr>
            <p:nvPr/>
          </p:nvSpPr>
          <p:spPr bwMode="auto">
            <a:xfrm>
              <a:off x="384" y="1254"/>
              <a:ext cx="309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0992" name="Rectangle 96"/>
            <p:cNvSpPr>
              <a:spLocks noChangeArrowheads="1"/>
            </p:cNvSpPr>
            <p:nvPr/>
          </p:nvSpPr>
          <p:spPr bwMode="auto">
            <a:xfrm>
              <a:off x="2239" y="996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93" name="Rectangle 97"/>
            <p:cNvSpPr>
              <a:spLocks noChangeArrowheads="1"/>
            </p:cNvSpPr>
            <p:nvPr/>
          </p:nvSpPr>
          <p:spPr bwMode="auto">
            <a:xfrm>
              <a:off x="1981" y="996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94" name="Rectangle 98"/>
            <p:cNvSpPr>
              <a:spLocks noChangeArrowheads="1"/>
            </p:cNvSpPr>
            <p:nvPr/>
          </p:nvSpPr>
          <p:spPr bwMode="auto">
            <a:xfrm>
              <a:off x="1724" y="996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95" name="Rectangle 99"/>
            <p:cNvSpPr>
              <a:spLocks noChangeArrowheads="1"/>
            </p:cNvSpPr>
            <p:nvPr/>
          </p:nvSpPr>
          <p:spPr bwMode="auto">
            <a:xfrm>
              <a:off x="1465" y="996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96" name="Rectangle 100"/>
            <p:cNvSpPr>
              <a:spLocks noChangeArrowheads="1"/>
            </p:cNvSpPr>
            <p:nvPr/>
          </p:nvSpPr>
          <p:spPr bwMode="auto">
            <a:xfrm>
              <a:off x="1210" y="996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997" name="Rectangle 101"/>
            <p:cNvSpPr>
              <a:spLocks noChangeArrowheads="1"/>
            </p:cNvSpPr>
            <p:nvPr/>
          </p:nvSpPr>
          <p:spPr bwMode="auto">
            <a:xfrm>
              <a:off x="950" y="996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0998" name="Rectangle 102"/>
            <p:cNvSpPr>
              <a:spLocks noChangeArrowheads="1"/>
            </p:cNvSpPr>
            <p:nvPr/>
          </p:nvSpPr>
          <p:spPr bwMode="auto">
            <a:xfrm>
              <a:off x="693" y="996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0999" name="Rectangle 103"/>
            <p:cNvSpPr>
              <a:spLocks noChangeArrowheads="1"/>
            </p:cNvSpPr>
            <p:nvPr/>
          </p:nvSpPr>
          <p:spPr bwMode="auto">
            <a:xfrm>
              <a:off x="384" y="996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000" name="Rectangle 104"/>
            <p:cNvSpPr>
              <a:spLocks noChangeArrowheads="1"/>
            </p:cNvSpPr>
            <p:nvPr/>
          </p:nvSpPr>
          <p:spPr bwMode="auto">
            <a:xfrm>
              <a:off x="2239" y="738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001" name="Rectangle 105"/>
            <p:cNvSpPr>
              <a:spLocks noChangeArrowheads="1"/>
            </p:cNvSpPr>
            <p:nvPr/>
          </p:nvSpPr>
          <p:spPr bwMode="auto">
            <a:xfrm>
              <a:off x="1981" y="738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002" name="Rectangle 106"/>
            <p:cNvSpPr>
              <a:spLocks noChangeArrowheads="1"/>
            </p:cNvSpPr>
            <p:nvPr/>
          </p:nvSpPr>
          <p:spPr bwMode="auto">
            <a:xfrm>
              <a:off x="1724" y="738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003" name="Rectangle 107"/>
            <p:cNvSpPr>
              <a:spLocks noChangeArrowheads="1"/>
            </p:cNvSpPr>
            <p:nvPr/>
          </p:nvSpPr>
          <p:spPr bwMode="auto">
            <a:xfrm>
              <a:off x="1465" y="738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004" name="Rectangle 108"/>
            <p:cNvSpPr>
              <a:spLocks noChangeArrowheads="1"/>
            </p:cNvSpPr>
            <p:nvPr/>
          </p:nvSpPr>
          <p:spPr bwMode="auto">
            <a:xfrm>
              <a:off x="1210" y="738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005" name="Rectangle 109"/>
            <p:cNvSpPr>
              <a:spLocks noChangeArrowheads="1"/>
            </p:cNvSpPr>
            <p:nvPr/>
          </p:nvSpPr>
          <p:spPr bwMode="auto">
            <a:xfrm>
              <a:off x="950" y="738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006" name="Rectangle 110"/>
            <p:cNvSpPr>
              <a:spLocks noChangeArrowheads="1"/>
            </p:cNvSpPr>
            <p:nvPr/>
          </p:nvSpPr>
          <p:spPr bwMode="auto">
            <a:xfrm>
              <a:off x="693" y="738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007" name="Rectangle 111"/>
            <p:cNvSpPr>
              <a:spLocks noChangeArrowheads="1"/>
            </p:cNvSpPr>
            <p:nvPr/>
          </p:nvSpPr>
          <p:spPr bwMode="auto">
            <a:xfrm>
              <a:off x="384" y="738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008" name="Rectangle 112"/>
            <p:cNvSpPr>
              <a:spLocks noChangeArrowheads="1"/>
            </p:cNvSpPr>
            <p:nvPr/>
          </p:nvSpPr>
          <p:spPr bwMode="auto">
            <a:xfrm>
              <a:off x="2239" y="480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009" name="Rectangle 113"/>
            <p:cNvSpPr>
              <a:spLocks noChangeArrowheads="1"/>
            </p:cNvSpPr>
            <p:nvPr/>
          </p:nvSpPr>
          <p:spPr bwMode="auto">
            <a:xfrm>
              <a:off x="1981" y="480"/>
              <a:ext cx="25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010" name="Rectangle 114"/>
            <p:cNvSpPr>
              <a:spLocks noChangeArrowheads="1"/>
            </p:cNvSpPr>
            <p:nvPr/>
          </p:nvSpPr>
          <p:spPr bwMode="auto">
            <a:xfrm>
              <a:off x="1724" y="480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011" name="Rectangle 115"/>
            <p:cNvSpPr>
              <a:spLocks noChangeArrowheads="1"/>
            </p:cNvSpPr>
            <p:nvPr/>
          </p:nvSpPr>
          <p:spPr bwMode="auto">
            <a:xfrm>
              <a:off x="1465" y="480"/>
              <a:ext cx="25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012" name="Rectangle 116"/>
            <p:cNvSpPr>
              <a:spLocks noChangeArrowheads="1"/>
            </p:cNvSpPr>
            <p:nvPr/>
          </p:nvSpPr>
          <p:spPr bwMode="auto">
            <a:xfrm>
              <a:off x="1210" y="480"/>
              <a:ext cx="25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013" name="Rectangle 117"/>
            <p:cNvSpPr>
              <a:spLocks noChangeArrowheads="1"/>
            </p:cNvSpPr>
            <p:nvPr/>
          </p:nvSpPr>
          <p:spPr bwMode="auto">
            <a:xfrm>
              <a:off x="950" y="480"/>
              <a:ext cx="260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014" name="Rectangle 118"/>
            <p:cNvSpPr>
              <a:spLocks noChangeArrowheads="1"/>
            </p:cNvSpPr>
            <p:nvPr/>
          </p:nvSpPr>
          <p:spPr bwMode="auto">
            <a:xfrm>
              <a:off x="693" y="480"/>
              <a:ext cx="257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015" name="Rectangle 119"/>
            <p:cNvSpPr>
              <a:spLocks noChangeArrowheads="1"/>
            </p:cNvSpPr>
            <p:nvPr/>
          </p:nvSpPr>
          <p:spPr bwMode="auto">
            <a:xfrm>
              <a:off x="384" y="480"/>
              <a:ext cx="30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b="1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P</a:t>
              </a:r>
              <a:r>
                <a:rPr lang="en-US" b="1" baseline="-25000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b="1" baseline="-25000">
                <a:latin typeface="VNI-Times" pitchFamily="2" charset="0"/>
              </a:endParaRPr>
            </a:p>
          </p:txBody>
        </p:sp>
        <p:sp>
          <p:nvSpPr>
            <p:cNvPr id="81016" name="Line 120"/>
            <p:cNvSpPr>
              <a:spLocks noChangeShapeType="1"/>
            </p:cNvSpPr>
            <p:nvPr/>
          </p:nvSpPr>
          <p:spPr bwMode="auto">
            <a:xfrm>
              <a:off x="384" y="480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17" name="Line 121"/>
            <p:cNvSpPr>
              <a:spLocks noChangeShapeType="1"/>
            </p:cNvSpPr>
            <p:nvPr/>
          </p:nvSpPr>
          <p:spPr bwMode="auto">
            <a:xfrm>
              <a:off x="384" y="2535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18" name="Line 122"/>
            <p:cNvSpPr>
              <a:spLocks noChangeShapeType="1"/>
            </p:cNvSpPr>
            <p:nvPr/>
          </p:nvSpPr>
          <p:spPr bwMode="auto">
            <a:xfrm>
              <a:off x="384" y="480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19" name="Line 123"/>
            <p:cNvSpPr>
              <a:spLocks noChangeShapeType="1"/>
            </p:cNvSpPr>
            <p:nvPr/>
          </p:nvSpPr>
          <p:spPr bwMode="auto">
            <a:xfrm>
              <a:off x="2496" y="480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20" name="Line 124"/>
            <p:cNvSpPr>
              <a:spLocks noChangeShapeType="1"/>
            </p:cNvSpPr>
            <p:nvPr/>
          </p:nvSpPr>
          <p:spPr bwMode="auto">
            <a:xfrm>
              <a:off x="384" y="738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21" name="Line 125"/>
            <p:cNvSpPr>
              <a:spLocks noChangeShapeType="1"/>
            </p:cNvSpPr>
            <p:nvPr/>
          </p:nvSpPr>
          <p:spPr bwMode="auto">
            <a:xfrm>
              <a:off x="693" y="480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22" name="Line 126"/>
            <p:cNvSpPr>
              <a:spLocks noChangeShapeType="1"/>
            </p:cNvSpPr>
            <p:nvPr/>
          </p:nvSpPr>
          <p:spPr bwMode="auto">
            <a:xfrm>
              <a:off x="950" y="480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23" name="Line 127"/>
            <p:cNvSpPr>
              <a:spLocks noChangeShapeType="1"/>
            </p:cNvSpPr>
            <p:nvPr/>
          </p:nvSpPr>
          <p:spPr bwMode="auto">
            <a:xfrm>
              <a:off x="1210" y="480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24" name="Line 128"/>
            <p:cNvSpPr>
              <a:spLocks noChangeShapeType="1"/>
            </p:cNvSpPr>
            <p:nvPr/>
          </p:nvSpPr>
          <p:spPr bwMode="auto">
            <a:xfrm>
              <a:off x="1465" y="480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25" name="Line 129"/>
            <p:cNvSpPr>
              <a:spLocks noChangeShapeType="1"/>
            </p:cNvSpPr>
            <p:nvPr/>
          </p:nvSpPr>
          <p:spPr bwMode="auto">
            <a:xfrm>
              <a:off x="1724" y="480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26" name="Line 130"/>
            <p:cNvSpPr>
              <a:spLocks noChangeShapeType="1"/>
            </p:cNvSpPr>
            <p:nvPr/>
          </p:nvSpPr>
          <p:spPr bwMode="auto">
            <a:xfrm>
              <a:off x="1981" y="480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27" name="Line 131"/>
            <p:cNvSpPr>
              <a:spLocks noChangeShapeType="1"/>
            </p:cNvSpPr>
            <p:nvPr/>
          </p:nvSpPr>
          <p:spPr bwMode="auto">
            <a:xfrm>
              <a:off x="2239" y="480"/>
              <a:ext cx="0" cy="20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28" name="Line 132"/>
            <p:cNvSpPr>
              <a:spLocks noChangeShapeType="1"/>
            </p:cNvSpPr>
            <p:nvPr/>
          </p:nvSpPr>
          <p:spPr bwMode="auto">
            <a:xfrm>
              <a:off x="384" y="996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29" name="Line 133"/>
            <p:cNvSpPr>
              <a:spLocks noChangeShapeType="1"/>
            </p:cNvSpPr>
            <p:nvPr/>
          </p:nvSpPr>
          <p:spPr bwMode="auto">
            <a:xfrm>
              <a:off x="384" y="1254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30" name="Line 134"/>
            <p:cNvSpPr>
              <a:spLocks noChangeShapeType="1"/>
            </p:cNvSpPr>
            <p:nvPr/>
          </p:nvSpPr>
          <p:spPr bwMode="auto">
            <a:xfrm>
              <a:off x="384" y="1503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31" name="Line 135"/>
            <p:cNvSpPr>
              <a:spLocks noChangeShapeType="1"/>
            </p:cNvSpPr>
            <p:nvPr/>
          </p:nvSpPr>
          <p:spPr bwMode="auto">
            <a:xfrm>
              <a:off x="384" y="1761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32" name="Line 136"/>
            <p:cNvSpPr>
              <a:spLocks noChangeShapeType="1"/>
            </p:cNvSpPr>
            <p:nvPr/>
          </p:nvSpPr>
          <p:spPr bwMode="auto">
            <a:xfrm>
              <a:off x="384" y="2019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33" name="Line 137"/>
            <p:cNvSpPr>
              <a:spLocks noChangeShapeType="1"/>
            </p:cNvSpPr>
            <p:nvPr/>
          </p:nvSpPr>
          <p:spPr bwMode="auto">
            <a:xfrm>
              <a:off x="384" y="2277"/>
              <a:ext cx="211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034" name="Rectangle 138"/>
            <p:cNvSpPr>
              <a:spLocks noChangeArrowheads="1"/>
            </p:cNvSpPr>
            <p:nvPr/>
          </p:nvSpPr>
          <p:spPr bwMode="auto">
            <a:xfrm>
              <a:off x="144" y="720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1035" name="Rectangle 139"/>
            <p:cNvSpPr>
              <a:spLocks noChangeArrowheads="1"/>
            </p:cNvSpPr>
            <p:nvPr/>
          </p:nvSpPr>
          <p:spPr bwMode="auto">
            <a:xfrm>
              <a:off x="144" y="960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1036" name="Rectangle 140"/>
            <p:cNvSpPr>
              <a:spLocks noChangeArrowheads="1"/>
            </p:cNvSpPr>
            <p:nvPr/>
          </p:nvSpPr>
          <p:spPr bwMode="auto">
            <a:xfrm>
              <a:off x="144" y="1248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1037" name="Rectangle 141"/>
            <p:cNvSpPr>
              <a:spLocks noChangeArrowheads="1"/>
            </p:cNvSpPr>
            <p:nvPr/>
          </p:nvSpPr>
          <p:spPr bwMode="auto">
            <a:xfrm>
              <a:off x="144" y="1488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1038" name="Rectangle 142"/>
            <p:cNvSpPr>
              <a:spLocks noChangeArrowheads="1"/>
            </p:cNvSpPr>
            <p:nvPr/>
          </p:nvSpPr>
          <p:spPr bwMode="auto">
            <a:xfrm>
              <a:off x="144" y="1776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1039" name="Rectangle 143"/>
            <p:cNvSpPr>
              <a:spLocks noChangeArrowheads="1"/>
            </p:cNvSpPr>
            <p:nvPr/>
          </p:nvSpPr>
          <p:spPr bwMode="auto">
            <a:xfrm>
              <a:off x="144" y="2016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1040" name="Rectangle 144"/>
            <p:cNvSpPr>
              <a:spLocks noChangeArrowheads="1"/>
            </p:cNvSpPr>
            <p:nvPr/>
          </p:nvSpPr>
          <p:spPr bwMode="auto">
            <a:xfrm>
              <a:off x="720" y="240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1041" name="Rectangle 145"/>
            <p:cNvSpPr>
              <a:spLocks noChangeArrowheads="1"/>
            </p:cNvSpPr>
            <p:nvPr/>
          </p:nvSpPr>
          <p:spPr bwMode="auto">
            <a:xfrm>
              <a:off x="960" y="240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1042" name="Rectangle 146"/>
            <p:cNvSpPr>
              <a:spLocks noChangeArrowheads="1"/>
            </p:cNvSpPr>
            <p:nvPr/>
          </p:nvSpPr>
          <p:spPr bwMode="auto">
            <a:xfrm>
              <a:off x="1248" y="240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1043" name="Rectangle 147"/>
            <p:cNvSpPr>
              <a:spLocks noChangeArrowheads="1"/>
            </p:cNvSpPr>
            <p:nvPr/>
          </p:nvSpPr>
          <p:spPr bwMode="auto">
            <a:xfrm>
              <a:off x="1488" y="240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1044" name="Rectangle 148"/>
            <p:cNvSpPr>
              <a:spLocks noChangeArrowheads="1"/>
            </p:cNvSpPr>
            <p:nvPr/>
          </p:nvSpPr>
          <p:spPr bwMode="auto">
            <a:xfrm>
              <a:off x="1776" y="240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1045" name="Rectangle 149"/>
            <p:cNvSpPr>
              <a:spLocks noChangeArrowheads="1"/>
            </p:cNvSpPr>
            <p:nvPr/>
          </p:nvSpPr>
          <p:spPr bwMode="auto">
            <a:xfrm>
              <a:off x="2064" y="240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1046" name="Rectangle 150"/>
            <p:cNvSpPr>
              <a:spLocks noChangeArrowheads="1"/>
            </p:cNvSpPr>
            <p:nvPr/>
          </p:nvSpPr>
          <p:spPr bwMode="auto">
            <a:xfrm>
              <a:off x="2256" y="240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1047" name="Rectangle 151"/>
            <p:cNvSpPr>
              <a:spLocks noChangeArrowheads="1"/>
            </p:cNvSpPr>
            <p:nvPr/>
          </p:nvSpPr>
          <p:spPr bwMode="auto">
            <a:xfrm>
              <a:off x="1728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81048" name="Rectangle 152"/>
            <p:cNvSpPr>
              <a:spLocks noChangeArrowheads="1"/>
            </p:cNvSpPr>
            <p:nvPr/>
          </p:nvSpPr>
          <p:spPr bwMode="auto">
            <a:xfrm>
              <a:off x="1488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49" name="Rectangle 153"/>
            <p:cNvSpPr>
              <a:spLocks noChangeArrowheads="1"/>
            </p:cNvSpPr>
            <p:nvPr/>
          </p:nvSpPr>
          <p:spPr bwMode="auto">
            <a:xfrm>
              <a:off x="1728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81050" name="Rectangle 154"/>
            <p:cNvSpPr>
              <a:spLocks noChangeArrowheads="1"/>
            </p:cNvSpPr>
            <p:nvPr/>
          </p:nvSpPr>
          <p:spPr bwMode="auto">
            <a:xfrm>
              <a:off x="1728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81051" name="Rectangle 155"/>
            <p:cNvSpPr>
              <a:spLocks noChangeArrowheads="1"/>
            </p:cNvSpPr>
            <p:nvPr/>
          </p:nvSpPr>
          <p:spPr bwMode="auto">
            <a:xfrm>
              <a:off x="1728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81052" name="Rectangle 156"/>
            <p:cNvSpPr>
              <a:spLocks noChangeArrowheads="1"/>
            </p:cNvSpPr>
            <p:nvPr/>
          </p:nvSpPr>
          <p:spPr bwMode="auto">
            <a:xfrm>
              <a:off x="1728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81053" name="Rectangle 157"/>
            <p:cNvSpPr>
              <a:spLocks noChangeArrowheads="1"/>
            </p:cNvSpPr>
            <p:nvPr/>
          </p:nvSpPr>
          <p:spPr bwMode="auto">
            <a:xfrm>
              <a:off x="720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54" name="Rectangle 158"/>
            <p:cNvSpPr>
              <a:spLocks noChangeArrowheads="1"/>
            </p:cNvSpPr>
            <p:nvPr/>
          </p:nvSpPr>
          <p:spPr bwMode="auto">
            <a:xfrm>
              <a:off x="960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55" name="Rectangle 159"/>
            <p:cNvSpPr>
              <a:spLocks noChangeArrowheads="1"/>
            </p:cNvSpPr>
            <p:nvPr/>
          </p:nvSpPr>
          <p:spPr bwMode="auto">
            <a:xfrm>
              <a:off x="1200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56" name="Rectangle 160"/>
            <p:cNvSpPr>
              <a:spLocks noChangeArrowheads="1"/>
            </p:cNvSpPr>
            <p:nvPr/>
          </p:nvSpPr>
          <p:spPr bwMode="auto">
            <a:xfrm>
              <a:off x="1728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57" name="Rectangle 161"/>
            <p:cNvSpPr>
              <a:spLocks noChangeArrowheads="1"/>
            </p:cNvSpPr>
            <p:nvPr/>
          </p:nvSpPr>
          <p:spPr bwMode="auto">
            <a:xfrm>
              <a:off x="2256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58" name="Rectangle 162"/>
            <p:cNvSpPr>
              <a:spLocks noChangeArrowheads="1"/>
            </p:cNvSpPr>
            <p:nvPr/>
          </p:nvSpPr>
          <p:spPr bwMode="auto">
            <a:xfrm>
              <a:off x="1488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1059" name="Rectangle 163"/>
            <p:cNvSpPr>
              <a:spLocks noChangeArrowheads="1"/>
            </p:cNvSpPr>
            <p:nvPr/>
          </p:nvSpPr>
          <p:spPr bwMode="auto">
            <a:xfrm>
              <a:off x="1488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81060" name="Rectangle 164"/>
            <p:cNvSpPr>
              <a:spLocks noChangeArrowheads="1"/>
            </p:cNvSpPr>
            <p:nvPr/>
          </p:nvSpPr>
          <p:spPr bwMode="auto">
            <a:xfrm>
              <a:off x="720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61" name="Rectangle 165"/>
            <p:cNvSpPr>
              <a:spLocks noChangeArrowheads="1"/>
            </p:cNvSpPr>
            <p:nvPr/>
          </p:nvSpPr>
          <p:spPr bwMode="auto">
            <a:xfrm>
              <a:off x="960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62" name="Rectangle 166"/>
            <p:cNvSpPr>
              <a:spLocks noChangeArrowheads="1"/>
            </p:cNvSpPr>
            <p:nvPr/>
          </p:nvSpPr>
          <p:spPr bwMode="auto">
            <a:xfrm>
              <a:off x="1200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63" name="Rectangle 167"/>
            <p:cNvSpPr>
              <a:spLocks noChangeArrowheads="1"/>
            </p:cNvSpPr>
            <p:nvPr/>
          </p:nvSpPr>
          <p:spPr bwMode="auto">
            <a:xfrm>
              <a:off x="1488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64" name="Rectangle 168"/>
            <p:cNvSpPr>
              <a:spLocks noChangeArrowheads="1"/>
            </p:cNvSpPr>
            <p:nvPr/>
          </p:nvSpPr>
          <p:spPr bwMode="auto">
            <a:xfrm>
              <a:off x="1488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81065" name="Rectangle 169"/>
            <p:cNvSpPr>
              <a:spLocks noChangeArrowheads="1"/>
            </p:cNvSpPr>
            <p:nvPr/>
          </p:nvSpPr>
          <p:spPr bwMode="auto">
            <a:xfrm>
              <a:off x="1488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81066" name="Rectangle 170"/>
            <p:cNvSpPr>
              <a:spLocks noChangeArrowheads="1"/>
            </p:cNvSpPr>
            <p:nvPr/>
          </p:nvSpPr>
          <p:spPr bwMode="auto">
            <a:xfrm>
              <a:off x="2256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67" name="Rectangle 171"/>
            <p:cNvSpPr>
              <a:spLocks noChangeArrowheads="1"/>
            </p:cNvSpPr>
            <p:nvPr/>
          </p:nvSpPr>
          <p:spPr bwMode="auto">
            <a:xfrm>
              <a:off x="960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81068" name="Rectangle 172"/>
            <p:cNvSpPr>
              <a:spLocks noChangeArrowheads="1"/>
            </p:cNvSpPr>
            <p:nvPr/>
          </p:nvSpPr>
          <p:spPr bwMode="auto">
            <a:xfrm>
              <a:off x="2256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6</a:t>
              </a:r>
            </a:p>
          </p:txBody>
        </p:sp>
        <p:sp>
          <p:nvSpPr>
            <p:cNvPr id="81069" name="Rectangle 173"/>
            <p:cNvSpPr>
              <a:spLocks noChangeArrowheads="1"/>
            </p:cNvSpPr>
            <p:nvPr/>
          </p:nvSpPr>
          <p:spPr bwMode="auto">
            <a:xfrm>
              <a:off x="1200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1070" name="Rectangle 174"/>
            <p:cNvSpPr>
              <a:spLocks noChangeArrowheads="1"/>
            </p:cNvSpPr>
            <p:nvPr/>
          </p:nvSpPr>
          <p:spPr bwMode="auto">
            <a:xfrm>
              <a:off x="1200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1071" name="Rectangle 175"/>
            <p:cNvSpPr>
              <a:spLocks noChangeArrowheads="1"/>
            </p:cNvSpPr>
            <p:nvPr/>
          </p:nvSpPr>
          <p:spPr bwMode="auto">
            <a:xfrm>
              <a:off x="2256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72" name="Rectangle 176"/>
            <p:cNvSpPr>
              <a:spLocks noChangeArrowheads="1"/>
            </p:cNvSpPr>
            <p:nvPr/>
          </p:nvSpPr>
          <p:spPr bwMode="auto">
            <a:xfrm>
              <a:off x="720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73" name="Rectangle 177"/>
            <p:cNvSpPr>
              <a:spLocks noChangeArrowheads="1"/>
            </p:cNvSpPr>
            <p:nvPr/>
          </p:nvSpPr>
          <p:spPr bwMode="auto">
            <a:xfrm>
              <a:off x="720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74" name="Rectangle 178"/>
            <p:cNvSpPr>
              <a:spLocks noChangeArrowheads="1"/>
            </p:cNvSpPr>
            <p:nvPr/>
          </p:nvSpPr>
          <p:spPr bwMode="auto">
            <a:xfrm>
              <a:off x="720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75" name="Rectangle 179"/>
            <p:cNvSpPr>
              <a:spLocks noChangeArrowheads="1"/>
            </p:cNvSpPr>
            <p:nvPr/>
          </p:nvSpPr>
          <p:spPr bwMode="auto">
            <a:xfrm>
              <a:off x="960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76" name="Rectangle 180"/>
            <p:cNvSpPr>
              <a:spLocks noChangeArrowheads="1"/>
            </p:cNvSpPr>
            <p:nvPr/>
          </p:nvSpPr>
          <p:spPr bwMode="auto">
            <a:xfrm>
              <a:off x="960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77" name="Rectangle 181"/>
            <p:cNvSpPr>
              <a:spLocks noChangeArrowheads="1"/>
            </p:cNvSpPr>
            <p:nvPr/>
          </p:nvSpPr>
          <p:spPr bwMode="auto">
            <a:xfrm>
              <a:off x="1200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81078" name="Rectangle 182"/>
            <p:cNvSpPr>
              <a:spLocks noChangeArrowheads="1"/>
            </p:cNvSpPr>
            <p:nvPr/>
          </p:nvSpPr>
          <p:spPr bwMode="auto">
            <a:xfrm>
              <a:off x="1200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80" name="Rectangle 184"/>
            <p:cNvSpPr>
              <a:spLocks noChangeArrowheads="1"/>
            </p:cNvSpPr>
            <p:nvPr/>
          </p:nvSpPr>
          <p:spPr bwMode="auto">
            <a:xfrm>
              <a:off x="1728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81081" name="Rectangle 185"/>
            <p:cNvSpPr>
              <a:spLocks noChangeArrowheads="1"/>
            </p:cNvSpPr>
            <p:nvPr/>
          </p:nvSpPr>
          <p:spPr bwMode="auto">
            <a:xfrm>
              <a:off x="1968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82" name="Rectangle 186"/>
            <p:cNvSpPr>
              <a:spLocks noChangeArrowheads="1"/>
            </p:cNvSpPr>
            <p:nvPr/>
          </p:nvSpPr>
          <p:spPr bwMode="auto">
            <a:xfrm>
              <a:off x="1488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1083" name="Rectangle 187"/>
            <p:cNvSpPr>
              <a:spLocks noChangeArrowheads="1"/>
            </p:cNvSpPr>
            <p:nvPr/>
          </p:nvSpPr>
          <p:spPr bwMode="auto">
            <a:xfrm>
              <a:off x="1968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84" name="Rectangle 188"/>
            <p:cNvSpPr>
              <a:spLocks noChangeArrowheads="1"/>
            </p:cNvSpPr>
            <p:nvPr/>
          </p:nvSpPr>
          <p:spPr bwMode="auto">
            <a:xfrm>
              <a:off x="1968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81085" name="Rectangle 189"/>
            <p:cNvSpPr>
              <a:spLocks noChangeArrowheads="1"/>
            </p:cNvSpPr>
            <p:nvPr/>
          </p:nvSpPr>
          <p:spPr bwMode="auto">
            <a:xfrm>
              <a:off x="1968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81086" name="Rectangle 190"/>
            <p:cNvSpPr>
              <a:spLocks noChangeArrowheads="1"/>
            </p:cNvSpPr>
            <p:nvPr/>
          </p:nvSpPr>
          <p:spPr bwMode="auto">
            <a:xfrm>
              <a:off x="1200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87" name="Rectangle 191"/>
            <p:cNvSpPr>
              <a:spLocks noChangeArrowheads="1"/>
            </p:cNvSpPr>
            <p:nvPr/>
          </p:nvSpPr>
          <p:spPr bwMode="auto">
            <a:xfrm>
              <a:off x="2256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88" name="Rectangle 192"/>
            <p:cNvSpPr>
              <a:spLocks noChangeArrowheads="1"/>
            </p:cNvSpPr>
            <p:nvPr/>
          </p:nvSpPr>
          <p:spPr bwMode="auto">
            <a:xfrm>
              <a:off x="1968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89" name="Rectangle 193"/>
            <p:cNvSpPr>
              <a:spLocks noChangeArrowheads="1"/>
            </p:cNvSpPr>
            <p:nvPr/>
          </p:nvSpPr>
          <p:spPr bwMode="auto">
            <a:xfrm>
              <a:off x="1968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81090" name="Rectangle 194"/>
            <p:cNvSpPr>
              <a:spLocks noChangeArrowheads="1"/>
            </p:cNvSpPr>
            <p:nvPr/>
          </p:nvSpPr>
          <p:spPr bwMode="auto">
            <a:xfrm>
              <a:off x="720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91" name="Rectangle 195"/>
            <p:cNvSpPr>
              <a:spLocks noChangeArrowheads="1"/>
            </p:cNvSpPr>
            <p:nvPr/>
          </p:nvSpPr>
          <p:spPr bwMode="auto">
            <a:xfrm>
              <a:off x="960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92" name="Rectangle 196"/>
            <p:cNvSpPr>
              <a:spLocks noChangeArrowheads="1"/>
            </p:cNvSpPr>
            <p:nvPr/>
          </p:nvSpPr>
          <p:spPr bwMode="auto">
            <a:xfrm>
              <a:off x="1968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81093" name="Rectangle 197"/>
            <p:cNvSpPr>
              <a:spLocks noChangeArrowheads="1"/>
            </p:cNvSpPr>
            <p:nvPr/>
          </p:nvSpPr>
          <p:spPr bwMode="auto">
            <a:xfrm>
              <a:off x="2256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94" name="Rectangle 198"/>
            <p:cNvSpPr>
              <a:spLocks noChangeArrowheads="1"/>
            </p:cNvSpPr>
            <p:nvPr/>
          </p:nvSpPr>
          <p:spPr bwMode="auto">
            <a:xfrm>
              <a:off x="2256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95" name="Rectangle 199"/>
            <p:cNvSpPr>
              <a:spLocks noChangeArrowheads="1"/>
            </p:cNvSpPr>
            <p:nvPr/>
          </p:nvSpPr>
          <p:spPr bwMode="auto">
            <a:xfrm>
              <a:off x="720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096" name="Rectangle 200"/>
            <p:cNvSpPr>
              <a:spLocks noChangeArrowheads="1"/>
            </p:cNvSpPr>
            <p:nvPr/>
          </p:nvSpPr>
          <p:spPr bwMode="auto">
            <a:xfrm>
              <a:off x="960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1097" name="Rectangle 201"/>
            <p:cNvSpPr>
              <a:spLocks noChangeArrowheads="1"/>
            </p:cNvSpPr>
            <p:nvPr/>
          </p:nvSpPr>
          <p:spPr bwMode="auto">
            <a:xfrm>
              <a:off x="144" y="2256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</p:grpSp>
      <p:graphicFrame>
        <p:nvGraphicFramePr>
          <p:cNvPr id="81104" name="Group 208"/>
          <p:cNvGraphicFramePr>
            <a:graphicFrameLocks noGrp="1"/>
          </p:cNvGraphicFramePr>
          <p:nvPr/>
        </p:nvGraphicFramePr>
        <p:xfrm>
          <a:off x="5410200" y="762000"/>
          <a:ext cx="3352800" cy="3263265"/>
        </p:xfrm>
        <a:graphic>
          <a:graphicData uri="http://schemas.openxmlformats.org/drawingml/2006/table">
            <a:tbl>
              <a:tblPr/>
              <a:tblGrid>
                <a:gridCol w="490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1187" name="Rectangle 291"/>
          <p:cNvSpPr>
            <a:spLocks noChangeArrowheads="1"/>
          </p:cNvSpPr>
          <p:nvPr/>
        </p:nvSpPr>
        <p:spPr bwMode="auto">
          <a:xfrm>
            <a:off x="5029200" y="11430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1188" name="Rectangle 292"/>
          <p:cNvSpPr>
            <a:spLocks noChangeArrowheads="1"/>
          </p:cNvSpPr>
          <p:nvPr/>
        </p:nvSpPr>
        <p:spPr bwMode="auto">
          <a:xfrm>
            <a:off x="5029200" y="15240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1189" name="Rectangle 293"/>
          <p:cNvSpPr>
            <a:spLocks noChangeArrowheads="1"/>
          </p:cNvSpPr>
          <p:nvPr/>
        </p:nvSpPr>
        <p:spPr bwMode="auto">
          <a:xfrm>
            <a:off x="5029200" y="1981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1190" name="Rectangle 294"/>
          <p:cNvSpPr>
            <a:spLocks noChangeArrowheads="1"/>
          </p:cNvSpPr>
          <p:nvPr/>
        </p:nvSpPr>
        <p:spPr bwMode="auto">
          <a:xfrm>
            <a:off x="5029200" y="23622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1191" name="Rectangle 295"/>
          <p:cNvSpPr>
            <a:spLocks noChangeArrowheads="1"/>
          </p:cNvSpPr>
          <p:nvPr/>
        </p:nvSpPr>
        <p:spPr bwMode="auto">
          <a:xfrm>
            <a:off x="5029200" y="28194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1192" name="Rectangle 296"/>
          <p:cNvSpPr>
            <a:spLocks noChangeArrowheads="1"/>
          </p:cNvSpPr>
          <p:nvPr/>
        </p:nvSpPr>
        <p:spPr bwMode="auto">
          <a:xfrm>
            <a:off x="5029200" y="32004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1193" name="Rectangle 297"/>
          <p:cNvSpPr>
            <a:spLocks noChangeArrowheads="1"/>
          </p:cNvSpPr>
          <p:nvPr/>
        </p:nvSpPr>
        <p:spPr bwMode="auto">
          <a:xfrm>
            <a:off x="5943600" y="3810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1194" name="Rectangle 298"/>
          <p:cNvSpPr>
            <a:spLocks noChangeArrowheads="1"/>
          </p:cNvSpPr>
          <p:nvPr/>
        </p:nvSpPr>
        <p:spPr bwMode="auto">
          <a:xfrm>
            <a:off x="6324600" y="3810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1195" name="Rectangle 299"/>
          <p:cNvSpPr>
            <a:spLocks noChangeArrowheads="1"/>
          </p:cNvSpPr>
          <p:nvPr/>
        </p:nvSpPr>
        <p:spPr bwMode="auto">
          <a:xfrm>
            <a:off x="6781800" y="3810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1196" name="Rectangle 300"/>
          <p:cNvSpPr>
            <a:spLocks noChangeArrowheads="1"/>
          </p:cNvSpPr>
          <p:nvPr/>
        </p:nvSpPr>
        <p:spPr bwMode="auto">
          <a:xfrm>
            <a:off x="7162800" y="3810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1197" name="Rectangle 301"/>
          <p:cNvSpPr>
            <a:spLocks noChangeArrowheads="1"/>
          </p:cNvSpPr>
          <p:nvPr/>
        </p:nvSpPr>
        <p:spPr bwMode="auto">
          <a:xfrm>
            <a:off x="7620000" y="3810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1198" name="Rectangle 302"/>
          <p:cNvSpPr>
            <a:spLocks noChangeArrowheads="1"/>
          </p:cNvSpPr>
          <p:nvPr/>
        </p:nvSpPr>
        <p:spPr bwMode="auto">
          <a:xfrm>
            <a:off x="8077200" y="3810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1199" name="Rectangle 303"/>
          <p:cNvSpPr>
            <a:spLocks noChangeArrowheads="1"/>
          </p:cNvSpPr>
          <p:nvPr/>
        </p:nvSpPr>
        <p:spPr bwMode="auto">
          <a:xfrm>
            <a:off x="8382000" y="3810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1203" name="Rectangle 307"/>
          <p:cNvSpPr>
            <a:spLocks noChangeArrowheads="1"/>
          </p:cNvSpPr>
          <p:nvPr/>
        </p:nvSpPr>
        <p:spPr bwMode="auto">
          <a:xfrm>
            <a:off x="7543800" y="1219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olidFill>
                  <a:srgbClr val="CC00FF"/>
                </a:solidFill>
              </a:rPr>
              <a:t>6</a:t>
            </a:r>
          </a:p>
        </p:txBody>
      </p:sp>
      <p:grpSp>
        <p:nvGrpSpPr>
          <p:cNvPr id="3" name="Group 808"/>
          <p:cNvGrpSpPr>
            <a:grpSpLocks/>
          </p:cNvGrpSpPr>
          <p:nvPr/>
        </p:nvGrpSpPr>
        <p:grpSpPr bwMode="auto">
          <a:xfrm>
            <a:off x="5943600" y="1219200"/>
            <a:ext cx="2362200" cy="2362200"/>
            <a:chOff x="3744" y="768"/>
            <a:chExt cx="1488" cy="1488"/>
          </a:xfrm>
        </p:grpSpPr>
        <p:sp>
          <p:nvSpPr>
            <p:cNvPr id="81200" name="Rectangle 304"/>
            <p:cNvSpPr>
              <a:spLocks noChangeArrowheads="1"/>
            </p:cNvSpPr>
            <p:nvPr/>
          </p:nvSpPr>
          <p:spPr bwMode="auto">
            <a:xfrm>
              <a:off x="4752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81201" name="Rectangle 305"/>
            <p:cNvSpPr>
              <a:spLocks noChangeArrowheads="1"/>
            </p:cNvSpPr>
            <p:nvPr/>
          </p:nvSpPr>
          <p:spPr bwMode="auto">
            <a:xfrm>
              <a:off x="4512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02" name="Rectangle 306"/>
            <p:cNvSpPr>
              <a:spLocks noChangeArrowheads="1"/>
            </p:cNvSpPr>
            <p:nvPr/>
          </p:nvSpPr>
          <p:spPr bwMode="auto">
            <a:xfrm>
              <a:off x="4752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81204" name="Rectangle 308"/>
            <p:cNvSpPr>
              <a:spLocks noChangeArrowheads="1"/>
            </p:cNvSpPr>
            <p:nvPr/>
          </p:nvSpPr>
          <p:spPr bwMode="auto">
            <a:xfrm>
              <a:off x="4752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81206" name="Rectangle 310"/>
            <p:cNvSpPr>
              <a:spLocks noChangeArrowheads="1"/>
            </p:cNvSpPr>
            <p:nvPr/>
          </p:nvSpPr>
          <p:spPr bwMode="auto">
            <a:xfrm>
              <a:off x="3744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07" name="Rectangle 311"/>
            <p:cNvSpPr>
              <a:spLocks noChangeArrowheads="1"/>
            </p:cNvSpPr>
            <p:nvPr/>
          </p:nvSpPr>
          <p:spPr bwMode="auto">
            <a:xfrm>
              <a:off x="3984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08" name="Rectangle 312"/>
            <p:cNvSpPr>
              <a:spLocks noChangeArrowheads="1"/>
            </p:cNvSpPr>
            <p:nvPr/>
          </p:nvSpPr>
          <p:spPr bwMode="auto">
            <a:xfrm>
              <a:off x="4224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09" name="Rectangle 313"/>
            <p:cNvSpPr>
              <a:spLocks noChangeArrowheads="1"/>
            </p:cNvSpPr>
            <p:nvPr/>
          </p:nvSpPr>
          <p:spPr bwMode="auto">
            <a:xfrm>
              <a:off x="4752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12" name="Rectangle 316"/>
            <p:cNvSpPr>
              <a:spLocks noChangeArrowheads="1"/>
            </p:cNvSpPr>
            <p:nvPr/>
          </p:nvSpPr>
          <p:spPr bwMode="auto">
            <a:xfrm>
              <a:off x="4512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81213" name="Rectangle 317"/>
            <p:cNvSpPr>
              <a:spLocks noChangeArrowheads="1"/>
            </p:cNvSpPr>
            <p:nvPr/>
          </p:nvSpPr>
          <p:spPr bwMode="auto">
            <a:xfrm>
              <a:off x="3744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14" name="Rectangle 318"/>
            <p:cNvSpPr>
              <a:spLocks noChangeArrowheads="1"/>
            </p:cNvSpPr>
            <p:nvPr/>
          </p:nvSpPr>
          <p:spPr bwMode="auto">
            <a:xfrm>
              <a:off x="3984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15" name="Rectangle 319"/>
            <p:cNvSpPr>
              <a:spLocks noChangeArrowheads="1"/>
            </p:cNvSpPr>
            <p:nvPr/>
          </p:nvSpPr>
          <p:spPr bwMode="auto">
            <a:xfrm>
              <a:off x="4224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16" name="Rectangle 320"/>
            <p:cNvSpPr>
              <a:spLocks noChangeArrowheads="1"/>
            </p:cNvSpPr>
            <p:nvPr/>
          </p:nvSpPr>
          <p:spPr bwMode="auto">
            <a:xfrm>
              <a:off x="4512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17" name="Rectangle 321"/>
            <p:cNvSpPr>
              <a:spLocks noChangeArrowheads="1"/>
            </p:cNvSpPr>
            <p:nvPr/>
          </p:nvSpPr>
          <p:spPr bwMode="auto">
            <a:xfrm>
              <a:off x="4512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81218" name="Rectangle 322"/>
            <p:cNvSpPr>
              <a:spLocks noChangeArrowheads="1"/>
            </p:cNvSpPr>
            <p:nvPr/>
          </p:nvSpPr>
          <p:spPr bwMode="auto">
            <a:xfrm>
              <a:off x="4512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81220" name="Rectangle 324"/>
            <p:cNvSpPr>
              <a:spLocks noChangeArrowheads="1"/>
            </p:cNvSpPr>
            <p:nvPr/>
          </p:nvSpPr>
          <p:spPr bwMode="auto">
            <a:xfrm>
              <a:off x="3984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81222" name="Rectangle 326"/>
            <p:cNvSpPr>
              <a:spLocks noChangeArrowheads="1"/>
            </p:cNvSpPr>
            <p:nvPr/>
          </p:nvSpPr>
          <p:spPr bwMode="auto">
            <a:xfrm>
              <a:off x="4224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1225" name="Rectangle 329"/>
            <p:cNvSpPr>
              <a:spLocks noChangeArrowheads="1"/>
            </p:cNvSpPr>
            <p:nvPr/>
          </p:nvSpPr>
          <p:spPr bwMode="auto">
            <a:xfrm>
              <a:off x="3744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26" name="Rectangle 330"/>
            <p:cNvSpPr>
              <a:spLocks noChangeArrowheads="1"/>
            </p:cNvSpPr>
            <p:nvPr/>
          </p:nvSpPr>
          <p:spPr bwMode="auto">
            <a:xfrm>
              <a:off x="3744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28" name="Rectangle 332"/>
            <p:cNvSpPr>
              <a:spLocks noChangeArrowheads="1"/>
            </p:cNvSpPr>
            <p:nvPr/>
          </p:nvSpPr>
          <p:spPr bwMode="auto">
            <a:xfrm>
              <a:off x="3984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29" name="Rectangle 333"/>
            <p:cNvSpPr>
              <a:spLocks noChangeArrowheads="1"/>
            </p:cNvSpPr>
            <p:nvPr/>
          </p:nvSpPr>
          <p:spPr bwMode="auto">
            <a:xfrm>
              <a:off x="3984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30" name="Rectangle 334"/>
            <p:cNvSpPr>
              <a:spLocks noChangeArrowheads="1"/>
            </p:cNvSpPr>
            <p:nvPr/>
          </p:nvSpPr>
          <p:spPr bwMode="auto">
            <a:xfrm>
              <a:off x="4224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81231" name="Rectangle 335"/>
            <p:cNvSpPr>
              <a:spLocks noChangeArrowheads="1"/>
            </p:cNvSpPr>
            <p:nvPr/>
          </p:nvSpPr>
          <p:spPr bwMode="auto">
            <a:xfrm>
              <a:off x="4224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33" name="Rectangle 337"/>
            <p:cNvSpPr>
              <a:spLocks noChangeArrowheads="1"/>
            </p:cNvSpPr>
            <p:nvPr/>
          </p:nvSpPr>
          <p:spPr bwMode="auto">
            <a:xfrm>
              <a:off x="4752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81234" name="Rectangle 338"/>
            <p:cNvSpPr>
              <a:spLocks noChangeArrowheads="1"/>
            </p:cNvSpPr>
            <p:nvPr/>
          </p:nvSpPr>
          <p:spPr bwMode="auto">
            <a:xfrm>
              <a:off x="4992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35" name="Rectangle 339"/>
            <p:cNvSpPr>
              <a:spLocks noChangeArrowheads="1"/>
            </p:cNvSpPr>
            <p:nvPr/>
          </p:nvSpPr>
          <p:spPr bwMode="auto">
            <a:xfrm>
              <a:off x="4512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1236" name="Rectangle 340"/>
            <p:cNvSpPr>
              <a:spLocks noChangeArrowheads="1"/>
            </p:cNvSpPr>
            <p:nvPr/>
          </p:nvSpPr>
          <p:spPr bwMode="auto">
            <a:xfrm>
              <a:off x="4992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37" name="Rectangle 341"/>
            <p:cNvSpPr>
              <a:spLocks noChangeArrowheads="1"/>
            </p:cNvSpPr>
            <p:nvPr/>
          </p:nvSpPr>
          <p:spPr bwMode="auto">
            <a:xfrm>
              <a:off x="4992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81238" name="Rectangle 342"/>
            <p:cNvSpPr>
              <a:spLocks noChangeArrowheads="1"/>
            </p:cNvSpPr>
            <p:nvPr/>
          </p:nvSpPr>
          <p:spPr bwMode="auto">
            <a:xfrm>
              <a:off x="4992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5</a:t>
              </a:r>
            </a:p>
          </p:txBody>
        </p:sp>
        <p:sp>
          <p:nvSpPr>
            <p:cNvPr id="81239" name="Rectangle 343"/>
            <p:cNvSpPr>
              <a:spLocks noChangeArrowheads="1"/>
            </p:cNvSpPr>
            <p:nvPr/>
          </p:nvSpPr>
          <p:spPr bwMode="auto">
            <a:xfrm>
              <a:off x="4224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41" name="Rectangle 345"/>
            <p:cNvSpPr>
              <a:spLocks noChangeArrowheads="1"/>
            </p:cNvSpPr>
            <p:nvPr/>
          </p:nvSpPr>
          <p:spPr bwMode="auto">
            <a:xfrm>
              <a:off x="4992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43" name="Rectangle 347"/>
            <p:cNvSpPr>
              <a:spLocks noChangeArrowheads="1"/>
            </p:cNvSpPr>
            <p:nvPr/>
          </p:nvSpPr>
          <p:spPr bwMode="auto">
            <a:xfrm>
              <a:off x="3744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44" name="Rectangle 348"/>
            <p:cNvSpPr>
              <a:spLocks noChangeArrowheads="1"/>
            </p:cNvSpPr>
            <p:nvPr/>
          </p:nvSpPr>
          <p:spPr bwMode="auto">
            <a:xfrm>
              <a:off x="3984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45" name="Rectangle 349"/>
            <p:cNvSpPr>
              <a:spLocks noChangeArrowheads="1"/>
            </p:cNvSpPr>
            <p:nvPr/>
          </p:nvSpPr>
          <p:spPr bwMode="auto">
            <a:xfrm>
              <a:off x="4992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81248" name="Rectangle 352"/>
            <p:cNvSpPr>
              <a:spLocks noChangeArrowheads="1"/>
            </p:cNvSpPr>
            <p:nvPr/>
          </p:nvSpPr>
          <p:spPr bwMode="auto">
            <a:xfrm>
              <a:off x="3744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</p:grpSp>
      <p:grpSp>
        <p:nvGrpSpPr>
          <p:cNvPr id="4" name="Group 654"/>
          <p:cNvGrpSpPr>
            <a:grpSpLocks/>
          </p:cNvGrpSpPr>
          <p:nvPr/>
        </p:nvGrpSpPr>
        <p:grpSpPr bwMode="auto">
          <a:xfrm>
            <a:off x="5943600" y="1219200"/>
            <a:ext cx="2819400" cy="2743200"/>
            <a:chOff x="3744" y="768"/>
            <a:chExt cx="1776" cy="1728"/>
          </a:xfrm>
        </p:grpSpPr>
        <p:sp>
          <p:nvSpPr>
            <p:cNvPr id="81205" name="Rectangle 309"/>
            <p:cNvSpPr>
              <a:spLocks noChangeArrowheads="1"/>
            </p:cNvSpPr>
            <p:nvPr/>
          </p:nvSpPr>
          <p:spPr bwMode="auto">
            <a:xfrm>
              <a:off x="4752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81210" name="Rectangle 314"/>
            <p:cNvSpPr>
              <a:spLocks noChangeArrowheads="1"/>
            </p:cNvSpPr>
            <p:nvPr/>
          </p:nvSpPr>
          <p:spPr bwMode="auto">
            <a:xfrm>
              <a:off x="5280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11" name="Rectangle 315"/>
            <p:cNvSpPr>
              <a:spLocks noChangeArrowheads="1"/>
            </p:cNvSpPr>
            <p:nvPr/>
          </p:nvSpPr>
          <p:spPr bwMode="auto">
            <a:xfrm>
              <a:off x="4512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1219" name="Rectangle 323"/>
            <p:cNvSpPr>
              <a:spLocks noChangeArrowheads="1"/>
            </p:cNvSpPr>
            <p:nvPr/>
          </p:nvSpPr>
          <p:spPr bwMode="auto">
            <a:xfrm>
              <a:off x="5280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21" name="Rectangle 325"/>
            <p:cNvSpPr>
              <a:spLocks noChangeArrowheads="1"/>
            </p:cNvSpPr>
            <p:nvPr/>
          </p:nvSpPr>
          <p:spPr bwMode="auto">
            <a:xfrm>
              <a:off x="5280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6</a:t>
              </a:r>
            </a:p>
          </p:txBody>
        </p:sp>
        <p:sp>
          <p:nvSpPr>
            <p:cNvPr id="81223" name="Rectangle 327"/>
            <p:cNvSpPr>
              <a:spLocks noChangeArrowheads="1"/>
            </p:cNvSpPr>
            <p:nvPr/>
          </p:nvSpPr>
          <p:spPr bwMode="auto">
            <a:xfrm>
              <a:off x="4224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1224" name="Rectangle 328"/>
            <p:cNvSpPr>
              <a:spLocks noChangeArrowheads="1"/>
            </p:cNvSpPr>
            <p:nvPr/>
          </p:nvSpPr>
          <p:spPr bwMode="auto">
            <a:xfrm>
              <a:off x="5280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27" name="Rectangle 331"/>
            <p:cNvSpPr>
              <a:spLocks noChangeArrowheads="1"/>
            </p:cNvSpPr>
            <p:nvPr/>
          </p:nvSpPr>
          <p:spPr bwMode="auto">
            <a:xfrm>
              <a:off x="3744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40" name="Rectangle 344"/>
            <p:cNvSpPr>
              <a:spLocks noChangeArrowheads="1"/>
            </p:cNvSpPr>
            <p:nvPr/>
          </p:nvSpPr>
          <p:spPr bwMode="auto">
            <a:xfrm>
              <a:off x="5280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42" name="Rectangle 346"/>
            <p:cNvSpPr>
              <a:spLocks noChangeArrowheads="1"/>
            </p:cNvSpPr>
            <p:nvPr/>
          </p:nvSpPr>
          <p:spPr bwMode="auto">
            <a:xfrm>
              <a:off x="4992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46" name="Rectangle 350"/>
            <p:cNvSpPr>
              <a:spLocks noChangeArrowheads="1"/>
            </p:cNvSpPr>
            <p:nvPr/>
          </p:nvSpPr>
          <p:spPr bwMode="auto">
            <a:xfrm>
              <a:off x="5280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47" name="Rectangle 351"/>
            <p:cNvSpPr>
              <a:spLocks noChangeArrowheads="1"/>
            </p:cNvSpPr>
            <p:nvPr/>
          </p:nvSpPr>
          <p:spPr bwMode="auto">
            <a:xfrm>
              <a:off x="5280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249" name="Rectangle 353"/>
            <p:cNvSpPr>
              <a:spLocks noChangeArrowheads="1"/>
            </p:cNvSpPr>
            <p:nvPr/>
          </p:nvSpPr>
          <p:spPr bwMode="auto">
            <a:xfrm>
              <a:off x="3984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</p:grpSp>
      <p:sp>
        <p:nvSpPr>
          <p:cNvPr id="81250" name="Rectangle 354"/>
          <p:cNvSpPr>
            <a:spLocks noChangeArrowheads="1"/>
          </p:cNvSpPr>
          <p:nvPr/>
        </p:nvSpPr>
        <p:spPr bwMode="auto">
          <a:xfrm>
            <a:off x="5029200" y="35814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grpSp>
        <p:nvGrpSpPr>
          <p:cNvPr id="5" name="Group 355"/>
          <p:cNvGrpSpPr>
            <a:grpSpLocks/>
          </p:cNvGrpSpPr>
          <p:nvPr/>
        </p:nvGrpSpPr>
        <p:grpSpPr bwMode="auto">
          <a:xfrm>
            <a:off x="685800" y="1066800"/>
            <a:ext cx="3200400" cy="2895600"/>
            <a:chOff x="432" y="1056"/>
            <a:chExt cx="2016" cy="1824"/>
          </a:xfrm>
        </p:grpSpPr>
        <p:sp>
          <p:nvSpPr>
            <p:cNvPr id="81252" name="Line 356"/>
            <p:cNvSpPr>
              <a:spLocks noChangeShapeType="1"/>
            </p:cNvSpPr>
            <p:nvPr/>
          </p:nvSpPr>
          <p:spPr bwMode="auto">
            <a:xfrm>
              <a:off x="2448" y="1056"/>
              <a:ext cx="0" cy="1824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253" name="Line 357"/>
            <p:cNvSpPr>
              <a:spLocks noChangeShapeType="1"/>
            </p:cNvSpPr>
            <p:nvPr/>
          </p:nvSpPr>
          <p:spPr bwMode="auto">
            <a:xfrm>
              <a:off x="432" y="2880"/>
              <a:ext cx="2016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1547" name="Rectangle 651"/>
          <p:cNvSpPr>
            <a:spLocks noChangeArrowheads="1"/>
          </p:cNvSpPr>
          <p:nvPr/>
        </p:nvSpPr>
        <p:spPr bwMode="auto">
          <a:xfrm>
            <a:off x="4953000" y="4876800"/>
            <a:ext cx="3657600" cy="9144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>
                <a:latin typeface="VNI-Times" pitchFamily="2" charset="0"/>
              </a:rPr>
              <a:t>Ñeán ñaây ta ñaõ laøm xong.</a:t>
            </a:r>
          </a:p>
          <a:p>
            <a:pPr algn="ctr"/>
            <a:r>
              <a:rPr lang="en-US" sz="2800">
                <a:latin typeface="VNI-Times" pitchFamily="2" charset="0"/>
              </a:rPr>
              <a:t>Ñaõ tìm ñöôïc L</a:t>
            </a:r>
            <a:r>
              <a:rPr lang="en-US" sz="2800" baseline="-25000">
                <a:latin typeface="VNI-Times" pitchFamily="2" charset="0"/>
              </a:rPr>
              <a:t>6</a:t>
            </a:r>
            <a:r>
              <a:rPr lang="en-US" sz="2800">
                <a:latin typeface="VNI-Times" pitchFamily="2" charset="0"/>
              </a:rPr>
              <a:t> vaø P</a:t>
            </a:r>
            <a:r>
              <a:rPr lang="en-US" sz="2800" baseline="-25000">
                <a:latin typeface="VNI-Times" pitchFamily="2" charset="0"/>
              </a:rPr>
              <a:t>6</a:t>
            </a:r>
          </a:p>
        </p:txBody>
      </p:sp>
      <p:sp>
        <p:nvSpPr>
          <p:cNvPr id="81548" name="Rectangle 652"/>
          <p:cNvSpPr>
            <a:spLocks noChangeArrowheads="1"/>
          </p:cNvSpPr>
          <p:nvPr/>
        </p:nvSpPr>
        <p:spPr bwMode="auto">
          <a:xfrm>
            <a:off x="4038600" y="152400"/>
            <a:ext cx="1371600" cy="457200"/>
          </a:xfrm>
          <a:prstGeom prst="rect">
            <a:avLst/>
          </a:prstGeom>
          <a:noFill/>
          <a:ln w="28575">
            <a:solidFill>
              <a:srgbClr val="CC33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 b="1">
                <a:solidFill>
                  <a:srgbClr val="FF0000"/>
                </a:solidFill>
                <a:latin typeface="VNI-Times" pitchFamily="2" charset="0"/>
              </a:rPr>
              <a:t>T</a:t>
            </a:r>
            <a:r>
              <a:rPr lang="en-US" sz="2800" b="1">
                <a:solidFill>
                  <a:srgbClr val="FF0000"/>
                </a:solidFill>
              </a:rPr>
              <a:t>ìm P</a:t>
            </a:r>
            <a:r>
              <a:rPr lang="en-US" sz="2800" b="1" baseline="-25000">
                <a:solidFill>
                  <a:srgbClr val="FF0000"/>
                </a:solidFill>
              </a:rPr>
              <a:t>6</a:t>
            </a:r>
          </a:p>
        </p:txBody>
      </p:sp>
      <p:grpSp>
        <p:nvGrpSpPr>
          <p:cNvPr id="6" name="Group 657"/>
          <p:cNvGrpSpPr>
            <a:grpSpLocks/>
          </p:cNvGrpSpPr>
          <p:nvPr/>
        </p:nvGrpSpPr>
        <p:grpSpPr bwMode="auto">
          <a:xfrm>
            <a:off x="228600" y="381000"/>
            <a:ext cx="3810000" cy="3581400"/>
            <a:chOff x="1584" y="600"/>
            <a:chExt cx="2400" cy="2256"/>
          </a:xfrm>
        </p:grpSpPr>
        <p:sp>
          <p:nvSpPr>
            <p:cNvPr id="81554" name="Rectangle 658"/>
            <p:cNvSpPr>
              <a:spLocks noChangeArrowheads="1"/>
            </p:cNvSpPr>
            <p:nvPr/>
          </p:nvSpPr>
          <p:spPr bwMode="auto">
            <a:xfrm>
              <a:off x="3721" y="2607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555" name="Rectangle 659"/>
            <p:cNvSpPr>
              <a:spLocks noChangeArrowheads="1"/>
            </p:cNvSpPr>
            <p:nvPr/>
          </p:nvSpPr>
          <p:spPr bwMode="auto">
            <a:xfrm>
              <a:off x="3457" y="2607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56" name="Rectangle 660"/>
            <p:cNvSpPr>
              <a:spLocks noChangeArrowheads="1"/>
            </p:cNvSpPr>
            <p:nvPr/>
          </p:nvSpPr>
          <p:spPr bwMode="auto">
            <a:xfrm>
              <a:off x="3194" y="2607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557" name="Rectangle 661"/>
            <p:cNvSpPr>
              <a:spLocks noChangeArrowheads="1"/>
            </p:cNvSpPr>
            <p:nvPr/>
          </p:nvSpPr>
          <p:spPr bwMode="auto">
            <a:xfrm>
              <a:off x="2930" y="2607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558" name="Rectangle 662"/>
            <p:cNvSpPr>
              <a:spLocks noChangeArrowheads="1"/>
            </p:cNvSpPr>
            <p:nvPr/>
          </p:nvSpPr>
          <p:spPr bwMode="auto">
            <a:xfrm>
              <a:off x="2668" y="2607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559" name="Rectangle 663"/>
            <p:cNvSpPr>
              <a:spLocks noChangeArrowheads="1"/>
            </p:cNvSpPr>
            <p:nvPr/>
          </p:nvSpPr>
          <p:spPr bwMode="auto">
            <a:xfrm>
              <a:off x="2403" y="2607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60" name="Rectangle 664"/>
            <p:cNvSpPr>
              <a:spLocks noChangeArrowheads="1"/>
            </p:cNvSpPr>
            <p:nvPr/>
          </p:nvSpPr>
          <p:spPr bwMode="auto">
            <a:xfrm>
              <a:off x="2140" y="2607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61" name="Rectangle 665"/>
            <p:cNvSpPr>
              <a:spLocks noChangeArrowheads="1"/>
            </p:cNvSpPr>
            <p:nvPr/>
          </p:nvSpPr>
          <p:spPr bwMode="auto">
            <a:xfrm>
              <a:off x="1824" y="2607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562" name="Rectangle 666"/>
            <p:cNvSpPr>
              <a:spLocks noChangeArrowheads="1"/>
            </p:cNvSpPr>
            <p:nvPr/>
          </p:nvSpPr>
          <p:spPr bwMode="auto">
            <a:xfrm>
              <a:off x="3721" y="2358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63" name="Rectangle 667"/>
            <p:cNvSpPr>
              <a:spLocks noChangeArrowheads="1"/>
            </p:cNvSpPr>
            <p:nvPr/>
          </p:nvSpPr>
          <p:spPr bwMode="auto">
            <a:xfrm>
              <a:off x="3457" y="2358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564" name="Rectangle 668"/>
            <p:cNvSpPr>
              <a:spLocks noChangeArrowheads="1"/>
            </p:cNvSpPr>
            <p:nvPr/>
          </p:nvSpPr>
          <p:spPr bwMode="auto">
            <a:xfrm>
              <a:off x="3194" y="2358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565" name="Rectangle 669"/>
            <p:cNvSpPr>
              <a:spLocks noChangeArrowheads="1"/>
            </p:cNvSpPr>
            <p:nvPr/>
          </p:nvSpPr>
          <p:spPr bwMode="auto">
            <a:xfrm>
              <a:off x="2930" y="2358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566" name="Rectangle 670"/>
            <p:cNvSpPr>
              <a:spLocks noChangeArrowheads="1"/>
            </p:cNvSpPr>
            <p:nvPr/>
          </p:nvSpPr>
          <p:spPr bwMode="auto">
            <a:xfrm>
              <a:off x="2668" y="2358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67" name="Rectangle 671"/>
            <p:cNvSpPr>
              <a:spLocks noChangeArrowheads="1"/>
            </p:cNvSpPr>
            <p:nvPr/>
          </p:nvSpPr>
          <p:spPr bwMode="auto">
            <a:xfrm>
              <a:off x="2403" y="2358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68" name="Rectangle 672"/>
            <p:cNvSpPr>
              <a:spLocks noChangeArrowheads="1"/>
            </p:cNvSpPr>
            <p:nvPr/>
          </p:nvSpPr>
          <p:spPr bwMode="auto">
            <a:xfrm>
              <a:off x="2140" y="2358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69" name="Rectangle 673"/>
            <p:cNvSpPr>
              <a:spLocks noChangeArrowheads="1"/>
            </p:cNvSpPr>
            <p:nvPr/>
          </p:nvSpPr>
          <p:spPr bwMode="auto">
            <a:xfrm>
              <a:off x="1824" y="2358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570" name="Rectangle 674"/>
            <p:cNvSpPr>
              <a:spLocks noChangeArrowheads="1"/>
            </p:cNvSpPr>
            <p:nvPr/>
          </p:nvSpPr>
          <p:spPr bwMode="auto">
            <a:xfrm>
              <a:off x="3721" y="210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71" name="Rectangle 675"/>
            <p:cNvSpPr>
              <a:spLocks noChangeArrowheads="1"/>
            </p:cNvSpPr>
            <p:nvPr/>
          </p:nvSpPr>
          <p:spPr bwMode="auto">
            <a:xfrm>
              <a:off x="3457" y="2109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72" name="Rectangle 676"/>
            <p:cNvSpPr>
              <a:spLocks noChangeArrowheads="1"/>
            </p:cNvSpPr>
            <p:nvPr/>
          </p:nvSpPr>
          <p:spPr bwMode="auto">
            <a:xfrm>
              <a:off x="3194" y="210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573" name="Rectangle 677"/>
            <p:cNvSpPr>
              <a:spLocks noChangeArrowheads="1"/>
            </p:cNvSpPr>
            <p:nvPr/>
          </p:nvSpPr>
          <p:spPr bwMode="auto">
            <a:xfrm>
              <a:off x="2930" y="2109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74" name="Rectangle 678"/>
            <p:cNvSpPr>
              <a:spLocks noChangeArrowheads="1"/>
            </p:cNvSpPr>
            <p:nvPr/>
          </p:nvSpPr>
          <p:spPr bwMode="auto">
            <a:xfrm>
              <a:off x="2668" y="2109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75" name="Rectangle 679"/>
            <p:cNvSpPr>
              <a:spLocks noChangeArrowheads="1"/>
            </p:cNvSpPr>
            <p:nvPr/>
          </p:nvSpPr>
          <p:spPr bwMode="auto">
            <a:xfrm>
              <a:off x="2403" y="2109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76" name="Rectangle 680"/>
            <p:cNvSpPr>
              <a:spLocks noChangeArrowheads="1"/>
            </p:cNvSpPr>
            <p:nvPr/>
          </p:nvSpPr>
          <p:spPr bwMode="auto">
            <a:xfrm>
              <a:off x="2140" y="2109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77" name="Rectangle 681"/>
            <p:cNvSpPr>
              <a:spLocks noChangeArrowheads="1"/>
            </p:cNvSpPr>
            <p:nvPr/>
          </p:nvSpPr>
          <p:spPr bwMode="auto">
            <a:xfrm>
              <a:off x="1824" y="2109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578" name="Rectangle 682"/>
            <p:cNvSpPr>
              <a:spLocks noChangeArrowheads="1"/>
            </p:cNvSpPr>
            <p:nvPr/>
          </p:nvSpPr>
          <p:spPr bwMode="auto">
            <a:xfrm>
              <a:off x="3721" y="186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79" name="Rectangle 683"/>
            <p:cNvSpPr>
              <a:spLocks noChangeArrowheads="1"/>
            </p:cNvSpPr>
            <p:nvPr/>
          </p:nvSpPr>
          <p:spPr bwMode="auto">
            <a:xfrm>
              <a:off x="3457" y="1860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80" name="Rectangle 684"/>
            <p:cNvSpPr>
              <a:spLocks noChangeArrowheads="1"/>
            </p:cNvSpPr>
            <p:nvPr/>
          </p:nvSpPr>
          <p:spPr bwMode="auto">
            <a:xfrm>
              <a:off x="3194" y="186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581" name="Rectangle 685"/>
            <p:cNvSpPr>
              <a:spLocks noChangeArrowheads="1"/>
            </p:cNvSpPr>
            <p:nvPr/>
          </p:nvSpPr>
          <p:spPr bwMode="auto">
            <a:xfrm>
              <a:off x="2930" y="1860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582" name="Rectangle 686"/>
            <p:cNvSpPr>
              <a:spLocks noChangeArrowheads="1"/>
            </p:cNvSpPr>
            <p:nvPr/>
          </p:nvSpPr>
          <p:spPr bwMode="auto">
            <a:xfrm>
              <a:off x="2668" y="1860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83" name="Rectangle 687"/>
            <p:cNvSpPr>
              <a:spLocks noChangeArrowheads="1"/>
            </p:cNvSpPr>
            <p:nvPr/>
          </p:nvSpPr>
          <p:spPr bwMode="auto">
            <a:xfrm>
              <a:off x="2403" y="1860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84" name="Rectangle 688"/>
            <p:cNvSpPr>
              <a:spLocks noChangeArrowheads="1"/>
            </p:cNvSpPr>
            <p:nvPr/>
          </p:nvSpPr>
          <p:spPr bwMode="auto">
            <a:xfrm>
              <a:off x="2140" y="1860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85" name="Rectangle 689"/>
            <p:cNvSpPr>
              <a:spLocks noChangeArrowheads="1"/>
            </p:cNvSpPr>
            <p:nvPr/>
          </p:nvSpPr>
          <p:spPr bwMode="auto">
            <a:xfrm>
              <a:off x="1824" y="1860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586" name="Rectangle 690"/>
            <p:cNvSpPr>
              <a:spLocks noChangeArrowheads="1"/>
            </p:cNvSpPr>
            <p:nvPr/>
          </p:nvSpPr>
          <p:spPr bwMode="auto">
            <a:xfrm>
              <a:off x="3721" y="161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87" name="Rectangle 691"/>
            <p:cNvSpPr>
              <a:spLocks noChangeArrowheads="1"/>
            </p:cNvSpPr>
            <p:nvPr/>
          </p:nvSpPr>
          <p:spPr bwMode="auto">
            <a:xfrm>
              <a:off x="3457" y="1611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588" name="Rectangle 692"/>
            <p:cNvSpPr>
              <a:spLocks noChangeArrowheads="1"/>
            </p:cNvSpPr>
            <p:nvPr/>
          </p:nvSpPr>
          <p:spPr bwMode="auto">
            <a:xfrm>
              <a:off x="3194" y="161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89" name="Rectangle 693"/>
            <p:cNvSpPr>
              <a:spLocks noChangeArrowheads="1"/>
            </p:cNvSpPr>
            <p:nvPr/>
          </p:nvSpPr>
          <p:spPr bwMode="auto">
            <a:xfrm>
              <a:off x="2930" y="1611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590" name="Rectangle 694"/>
            <p:cNvSpPr>
              <a:spLocks noChangeArrowheads="1"/>
            </p:cNvSpPr>
            <p:nvPr/>
          </p:nvSpPr>
          <p:spPr bwMode="auto">
            <a:xfrm>
              <a:off x="2668" y="1611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591" name="Rectangle 695"/>
            <p:cNvSpPr>
              <a:spLocks noChangeArrowheads="1"/>
            </p:cNvSpPr>
            <p:nvPr/>
          </p:nvSpPr>
          <p:spPr bwMode="auto">
            <a:xfrm>
              <a:off x="2403" y="1611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92" name="Rectangle 696"/>
            <p:cNvSpPr>
              <a:spLocks noChangeArrowheads="1"/>
            </p:cNvSpPr>
            <p:nvPr/>
          </p:nvSpPr>
          <p:spPr bwMode="auto">
            <a:xfrm>
              <a:off x="2140" y="1611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93" name="Rectangle 697"/>
            <p:cNvSpPr>
              <a:spLocks noChangeArrowheads="1"/>
            </p:cNvSpPr>
            <p:nvPr/>
          </p:nvSpPr>
          <p:spPr bwMode="auto">
            <a:xfrm>
              <a:off x="1824" y="1611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594" name="Rectangle 698"/>
            <p:cNvSpPr>
              <a:spLocks noChangeArrowheads="1"/>
            </p:cNvSpPr>
            <p:nvPr/>
          </p:nvSpPr>
          <p:spPr bwMode="auto">
            <a:xfrm>
              <a:off x="3721" y="136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95" name="Rectangle 699"/>
            <p:cNvSpPr>
              <a:spLocks noChangeArrowheads="1"/>
            </p:cNvSpPr>
            <p:nvPr/>
          </p:nvSpPr>
          <p:spPr bwMode="auto">
            <a:xfrm>
              <a:off x="3457" y="1362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96" name="Rectangle 700"/>
            <p:cNvSpPr>
              <a:spLocks noChangeArrowheads="1"/>
            </p:cNvSpPr>
            <p:nvPr/>
          </p:nvSpPr>
          <p:spPr bwMode="auto">
            <a:xfrm>
              <a:off x="3194" y="136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97" name="Rectangle 701"/>
            <p:cNvSpPr>
              <a:spLocks noChangeArrowheads="1"/>
            </p:cNvSpPr>
            <p:nvPr/>
          </p:nvSpPr>
          <p:spPr bwMode="auto">
            <a:xfrm>
              <a:off x="2930" y="1362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598" name="Rectangle 702"/>
            <p:cNvSpPr>
              <a:spLocks noChangeArrowheads="1"/>
            </p:cNvSpPr>
            <p:nvPr/>
          </p:nvSpPr>
          <p:spPr bwMode="auto">
            <a:xfrm>
              <a:off x="2668" y="1362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599" name="Rectangle 703"/>
            <p:cNvSpPr>
              <a:spLocks noChangeArrowheads="1"/>
            </p:cNvSpPr>
            <p:nvPr/>
          </p:nvSpPr>
          <p:spPr bwMode="auto">
            <a:xfrm>
              <a:off x="2403" y="1362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600" name="Rectangle 704"/>
            <p:cNvSpPr>
              <a:spLocks noChangeArrowheads="1"/>
            </p:cNvSpPr>
            <p:nvPr/>
          </p:nvSpPr>
          <p:spPr bwMode="auto">
            <a:xfrm>
              <a:off x="2140" y="1362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601" name="Rectangle 705"/>
            <p:cNvSpPr>
              <a:spLocks noChangeArrowheads="1"/>
            </p:cNvSpPr>
            <p:nvPr/>
          </p:nvSpPr>
          <p:spPr bwMode="auto">
            <a:xfrm>
              <a:off x="1824" y="1362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602" name="Rectangle 706"/>
            <p:cNvSpPr>
              <a:spLocks noChangeArrowheads="1"/>
            </p:cNvSpPr>
            <p:nvPr/>
          </p:nvSpPr>
          <p:spPr bwMode="auto">
            <a:xfrm>
              <a:off x="3721" y="111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603" name="Rectangle 707"/>
            <p:cNvSpPr>
              <a:spLocks noChangeArrowheads="1"/>
            </p:cNvSpPr>
            <p:nvPr/>
          </p:nvSpPr>
          <p:spPr bwMode="auto">
            <a:xfrm>
              <a:off x="3457" y="1113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604" name="Rectangle 708"/>
            <p:cNvSpPr>
              <a:spLocks noChangeArrowheads="1"/>
            </p:cNvSpPr>
            <p:nvPr/>
          </p:nvSpPr>
          <p:spPr bwMode="auto">
            <a:xfrm>
              <a:off x="3194" y="111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605" name="Rectangle 709"/>
            <p:cNvSpPr>
              <a:spLocks noChangeArrowheads="1"/>
            </p:cNvSpPr>
            <p:nvPr/>
          </p:nvSpPr>
          <p:spPr bwMode="auto">
            <a:xfrm>
              <a:off x="2930" y="1113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606" name="Rectangle 710"/>
            <p:cNvSpPr>
              <a:spLocks noChangeArrowheads="1"/>
            </p:cNvSpPr>
            <p:nvPr/>
          </p:nvSpPr>
          <p:spPr bwMode="auto">
            <a:xfrm>
              <a:off x="2668" y="1113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200">
                <a:latin typeface="VNI-Times" pitchFamily="2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1607" name="Rectangle 711"/>
            <p:cNvSpPr>
              <a:spLocks noChangeArrowheads="1"/>
            </p:cNvSpPr>
            <p:nvPr/>
          </p:nvSpPr>
          <p:spPr bwMode="auto">
            <a:xfrm>
              <a:off x="2403" y="1113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608" name="Rectangle 712"/>
            <p:cNvSpPr>
              <a:spLocks noChangeArrowheads="1"/>
            </p:cNvSpPr>
            <p:nvPr/>
          </p:nvSpPr>
          <p:spPr bwMode="auto">
            <a:xfrm>
              <a:off x="2140" y="1113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>
                <a:latin typeface="VNI-Times" pitchFamily="2" charset="0"/>
              </a:endParaRPr>
            </a:p>
          </p:txBody>
        </p:sp>
        <p:sp>
          <p:nvSpPr>
            <p:cNvPr id="81609" name="Rectangle 713"/>
            <p:cNvSpPr>
              <a:spLocks noChangeArrowheads="1"/>
            </p:cNvSpPr>
            <p:nvPr/>
          </p:nvSpPr>
          <p:spPr bwMode="auto">
            <a:xfrm>
              <a:off x="1824" y="1113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610" name="Rectangle 714"/>
            <p:cNvSpPr>
              <a:spLocks noChangeArrowheads="1"/>
            </p:cNvSpPr>
            <p:nvPr/>
          </p:nvSpPr>
          <p:spPr bwMode="auto">
            <a:xfrm>
              <a:off x="3721" y="86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611" name="Rectangle 715"/>
            <p:cNvSpPr>
              <a:spLocks noChangeArrowheads="1"/>
            </p:cNvSpPr>
            <p:nvPr/>
          </p:nvSpPr>
          <p:spPr bwMode="auto">
            <a:xfrm>
              <a:off x="3457" y="864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5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612" name="Rectangle 716"/>
            <p:cNvSpPr>
              <a:spLocks noChangeArrowheads="1"/>
            </p:cNvSpPr>
            <p:nvPr/>
          </p:nvSpPr>
          <p:spPr bwMode="auto">
            <a:xfrm>
              <a:off x="3194" y="86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4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613" name="Rectangle 717"/>
            <p:cNvSpPr>
              <a:spLocks noChangeArrowheads="1"/>
            </p:cNvSpPr>
            <p:nvPr/>
          </p:nvSpPr>
          <p:spPr bwMode="auto">
            <a:xfrm>
              <a:off x="2930" y="864"/>
              <a:ext cx="26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3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614" name="Rectangle 718"/>
            <p:cNvSpPr>
              <a:spLocks noChangeArrowheads="1"/>
            </p:cNvSpPr>
            <p:nvPr/>
          </p:nvSpPr>
          <p:spPr bwMode="auto">
            <a:xfrm>
              <a:off x="2668" y="864"/>
              <a:ext cx="262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2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615" name="Rectangle 719"/>
            <p:cNvSpPr>
              <a:spLocks noChangeArrowheads="1"/>
            </p:cNvSpPr>
            <p:nvPr/>
          </p:nvSpPr>
          <p:spPr bwMode="auto">
            <a:xfrm>
              <a:off x="2403" y="864"/>
              <a:ext cx="265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1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616" name="Rectangle 720"/>
            <p:cNvSpPr>
              <a:spLocks noChangeArrowheads="1"/>
            </p:cNvSpPr>
            <p:nvPr/>
          </p:nvSpPr>
          <p:spPr bwMode="auto">
            <a:xfrm>
              <a:off x="2140" y="864"/>
              <a:ext cx="26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  <a:latin typeface="VNI-Times" pitchFamily="2" charset="0"/>
                  <a:cs typeface="Times New Roman" pitchFamily="18" charset="0"/>
                </a:rPr>
                <a:t>0</a:t>
              </a:r>
              <a:endParaRPr lang="en-US" sz="2000" b="1">
                <a:latin typeface="VNI-Times" pitchFamily="2" charset="0"/>
              </a:endParaRPr>
            </a:p>
          </p:txBody>
        </p:sp>
        <p:sp>
          <p:nvSpPr>
            <p:cNvPr id="81617" name="Rectangle 721"/>
            <p:cNvSpPr>
              <a:spLocks noChangeArrowheads="1"/>
            </p:cNvSpPr>
            <p:nvPr/>
          </p:nvSpPr>
          <p:spPr bwMode="auto">
            <a:xfrm>
              <a:off x="1824" y="864"/>
              <a:ext cx="316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b="1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L</a:t>
              </a:r>
              <a:r>
                <a:rPr lang="en-US" b="1" baseline="-25000">
                  <a:solidFill>
                    <a:srgbClr val="0000FF"/>
                  </a:solidFill>
                  <a:latin typeface="VNI-Times" pitchFamily="2" charset="0"/>
                  <a:cs typeface="Times New Roman" pitchFamily="18" charset="0"/>
                </a:rPr>
                <a:t>6</a:t>
              </a:r>
              <a:endParaRPr lang="en-US" b="1" baseline="-25000">
                <a:latin typeface="VNI-Times" pitchFamily="2" charset="0"/>
              </a:endParaRPr>
            </a:p>
          </p:txBody>
        </p:sp>
        <p:sp>
          <p:nvSpPr>
            <p:cNvPr id="81618" name="Line 722"/>
            <p:cNvSpPr>
              <a:spLocks noChangeShapeType="1"/>
            </p:cNvSpPr>
            <p:nvPr/>
          </p:nvSpPr>
          <p:spPr bwMode="auto">
            <a:xfrm>
              <a:off x="1824" y="864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19" name="Line 723"/>
            <p:cNvSpPr>
              <a:spLocks noChangeShapeType="1"/>
            </p:cNvSpPr>
            <p:nvPr/>
          </p:nvSpPr>
          <p:spPr bwMode="auto">
            <a:xfrm>
              <a:off x="1824" y="2856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20" name="Line 724"/>
            <p:cNvSpPr>
              <a:spLocks noChangeShapeType="1"/>
            </p:cNvSpPr>
            <p:nvPr/>
          </p:nvSpPr>
          <p:spPr bwMode="auto">
            <a:xfrm>
              <a:off x="1824" y="864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21" name="Line 725"/>
            <p:cNvSpPr>
              <a:spLocks noChangeShapeType="1"/>
            </p:cNvSpPr>
            <p:nvPr/>
          </p:nvSpPr>
          <p:spPr bwMode="auto">
            <a:xfrm>
              <a:off x="3984" y="864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22" name="Line 726"/>
            <p:cNvSpPr>
              <a:spLocks noChangeShapeType="1"/>
            </p:cNvSpPr>
            <p:nvPr/>
          </p:nvSpPr>
          <p:spPr bwMode="auto">
            <a:xfrm>
              <a:off x="1824" y="1113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23" name="Line 727"/>
            <p:cNvSpPr>
              <a:spLocks noChangeShapeType="1"/>
            </p:cNvSpPr>
            <p:nvPr/>
          </p:nvSpPr>
          <p:spPr bwMode="auto">
            <a:xfrm>
              <a:off x="2140" y="864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24" name="Line 728"/>
            <p:cNvSpPr>
              <a:spLocks noChangeShapeType="1"/>
            </p:cNvSpPr>
            <p:nvPr/>
          </p:nvSpPr>
          <p:spPr bwMode="auto">
            <a:xfrm>
              <a:off x="2403" y="864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25" name="Line 729"/>
            <p:cNvSpPr>
              <a:spLocks noChangeShapeType="1"/>
            </p:cNvSpPr>
            <p:nvPr/>
          </p:nvSpPr>
          <p:spPr bwMode="auto">
            <a:xfrm>
              <a:off x="2668" y="864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26" name="Line 730"/>
            <p:cNvSpPr>
              <a:spLocks noChangeShapeType="1"/>
            </p:cNvSpPr>
            <p:nvPr/>
          </p:nvSpPr>
          <p:spPr bwMode="auto">
            <a:xfrm>
              <a:off x="2930" y="864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27" name="Line 731"/>
            <p:cNvSpPr>
              <a:spLocks noChangeShapeType="1"/>
            </p:cNvSpPr>
            <p:nvPr/>
          </p:nvSpPr>
          <p:spPr bwMode="auto">
            <a:xfrm>
              <a:off x="3194" y="864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28" name="Line 732"/>
            <p:cNvSpPr>
              <a:spLocks noChangeShapeType="1"/>
            </p:cNvSpPr>
            <p:nvPr/>
          </p:nvSpPr>
          <p:spPr bwMode="auto">
            <a:xfrm>
              <a:off x="3457" y="864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29" name="Line 733"/>
            <p:cNvSpPr>
              <a:spLocks noChangeShapeType="1"/>
            </p:cNvSpPr>
            <p:nvPr/>
          </p:nvSpPr>
          <p:spPr bwMode="auto">
            <a:xfrm>
              <a:off x="3721" y="864"/>
              <a:ext cx="0" cy="199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30" name="Line 734"/>
            <p:cNvSpPr>
              <a:spLocks noChangeShapeType="1"/>
            </p:cNvSpPr>
            <p:nvPr/>
          </p:nvSpPr>
          <p:spPr bwMode="auto">
            <a:xfrm>
              <a:off x="1824" y="1362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31" name="Line 735"/>
            <p:cNvSpPr>
              <a:spLocks noChangeShapeType="1"/>
            </p:cNvSpPr>
            <p:nvPr/>
          </p:nvSpPr>
          <p:spPr bwMode="auto">
            <a:xfrm>
              <a:off x="1824" y="1611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32" name="Line 736"/>
            <p:cNvSpPr>
              <a:spLocks noChangeShapeType="1"/>
            </p:cNvSpPr>
            <p:nvPr/>
          </p:nvSpPr>
          <p:spPr bwMode="auto">
            <a:xfrm>
              <a:off x="1824" y="1860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33" name="Line 737"/>
            <p:cNvSpPr>
              <a:spLocks noChangeShapeType="1"/>
            </p:cNvSpPr>
            <p:nvPr/>
          </p:nvSpPr>
          <p:spPr bwMode="auto">
            <a:xfrm>
              <a:off x="1824" y="2109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34" name="Line 738"/>
            <p:cNvSpPr>
              <a:spLocks noChangeShapeType="1"/>
            </p:cNvSpPr>
            <p:nvPr/>
          </p:nvSpPr>
          <p:spPr bwMode="auto">
            <a:xfrm>
              <a:off x="1824" y="2358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35" name="Line 739"/>
            <p:cNvSpPr>
              <a:spLocks noChangeShapeType="1"/>
            </p:cNvSpPr>
            <p:nvPr/>
          </p:nvSpPr>
          <p:spPr bwMode="auto">
            <a:xfrm>
              <a:off x="1824" y="2607"/>
              <a:ext cx="216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636" name="Rectangle 740"/>
            <p:cNvSpPr>
              <a:spLocks noChangeArrowheads="1"/>
            </p:cNvSpPr>
            <p:nvPr/>
          </p:nvSpPr>
          <p:spPr bwMode="auto">
            <a:xfrm>
              <a:off x="3216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1637" name="Rectangle 741"/>
            <p:cNvSpPr>
              <a:spLocks noChangeArrowheads="1"/>
            </p:cNvSpPr>
            <p:nvPr/>
          </p:nvSpPr>
          <p:spPr bwMode="auto">
            <a:xfrm>
              <a:off x="3216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CC00FF"/>
                  </a:solidFill>
                  <a:sym typeface="Symbol" pitchFamily="18" charset="2"/>
                </a:rPr>
                <a:t>-4</a:t>
              </a:r>
            </a:p>
          </p:txBody>
        </p:sp>
        <p:sp>
          <p:nvSpPr>
            <p:cNvPr id="81638" name="Rectangle 742"/>
            <p:cNvSpPr>
              <a:spLocks noChangeArrowheads="1"/>
            </p:cNvSpPr>
            <p:nvPr/>
          </p:nvSpPr>
          <p:spPr bwMode="auto">
            <a:xfrm>
              <a:off x="3216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-4</a:t>
              </a:r>
            </a:p>
          </p:txBody>
        </p:sp>
        <p:sp>
          <p:nvSpPr>
            <p:cNvPr id="81639" name="Rectangle 743"/>
            <p:cNvSpPr>
              <a:spLocks noChangeArrowheads="1"/>
            </p:cNvSpPr>
            <p:nvPr/>
          </p:nvSpPr>
          <p:spPr bwMode="auto">
            <a:xfrm>
              <a:off x="321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81640" name="Rectangle 744"/>
            <p:cNvSpPr>
              <a:spLocks noChangeArrowheads="1"/>
            </p:cNvSpPr>
            <p:nvPr/>
          </p:nvSpPr>
          <p:spPr bwMode="auto">
            <a:xfrm>
              <a:off x="3456" y="21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41" name="Rectangle 745"/>
            <p:cNvSpPr>
              <a:spLocks noChangeArrowheads="1"/>
            </p:cNvSpPr>
            <p:nvPr/>
          </p:nvSpPr>
          <p:spPr bwMode="auto">
            <a:xfrm>
              <a:off x="2928" y="13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1642" name="Rectangle 746"/>
            <p:cNvSpPr>
              <a:spLocks noChangeArrowheads="1"/>
            </p:cNvSpPr>
            <p:nvPr/>
          </p:nvSpPr>
          <p:spPr bwMode="auto">
            <a:xfrm>
              <a:off x="2928" y="11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81643" name="Rectangle 747"/>
            <p:cNvSpPr>
              <a:spLocks noChangeArrowheads="1"/>
            </p:cNvSpPr>
            <p:nvPr/>
          </p:nvSpPr>
          <p:spPr bwMode="auto">
            <a:xfrm>
              <a:off x="2928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81644" name="Rectangle 748"/>
            <p:cNvSpPr>
              <a:spLocks noChangeArrowheads="1"/>
            </p:cNvSpPr>
            <p:nvPr/>
          </p:nvSpPr>
          <p:spPr bwMode="auto">
            <a:xfrm>
              <a:off x="2928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81645" name="Rectangle 749"/>
            <p:cNvSpPr>
              <a:spLocks noChangeArrowheads="1"/>
            </p:cNvSpPr>
            <p:nvPr/>
          </p:nvSpPr>
          <p:spPr bwMode="auto">
            <a:xfrm>
              <a:off x="3456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46" name="Rectangle 750"/>
            <p:cNvSpPr>
              <a:spLocks noChangeArrowheads="1"/>
            </p:cNvSpPr>
            <p:nvPr/>
          </p:nvSpPr>
          <p:spPr bwMode="auto">
            <a:xfrm>
              <a:off x="2688" y="23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47" name="Rectangle 751"/>
            <p:cNvSpPr>
              <a:spLocks noChangeArrowheads="1"/>
            </p:cNvSpPr>
            <p:nvPr/>
          </p:nvSpPr>
          <p:spPr bwMode="auto">
            <a:xfrm>
              <a:off x="3456" y="11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1648" name="Rectangle 752"/>
            <p:cNvSpPr>
              <a:spLocks noChangeArrowheads="1"/>
            </p:cNvSpPr>
            <p:nvPr/>
          </p:nvSpPr>
          <p:spPr bwMode="auto">
            <a:xfrm>
              <a:off x="3456" y="13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-1</a:t>
              </a:r>
            </a:p>
          </p:txBody>
        </p:sp>
        <p:sp>
          <p:nvSpPr>
            <p:cNvPr id="81649" name="Rectangle 753"/>
            <p:cNvSpPr>
              <a:spLocks noChangeArrowheads="1"/>
            </p:cNvSpPr>
            <p:nvPr/>
          </p:nvSpPr>
          <p:spPr bwMode="auto">
            <a:xfrm>
              <a:off x="3456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1650" name="Rectangle 754"/>
            <p:cNvSpPr>
              <a:spLocks noChangeArrowheads="1"/>
            </p:cNvSpPr>
            <p:nvPr/>
          </p:nvSpPr>
          <p:spPr bwMode="auto">
            <a:xfrm>
              <a:off x="2160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81651" name="Rectangle 755"/>
            <p:cNvSpPr>
              <a:spLocks noChangeArrowheads="1"/>
            </p:cNvSpPr>
            <p:nvPr/>
          </p:nvSpPr>
          <p:spPr bwMode="auto">
            <a:xfrm>
              <a:off x="2400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52" name="Rectangle 756"/>
            <p:cNvSpPr>
              <a:spLocks noChangeArrowheads="1"/>
            </p:cNvSpPr>
            <p:nvPr/>
          </p:nvSpPr>
          <p:spPr bwMode="auto">
            <a:xfrm>
              <a:off x="3456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1653" name="Rectangle 757"/>
            <p:cNvSpPr>
              <a:spLocks noChangeArrowheads="1"/>
            </p:cNvSpPr>
            <p:nvPr/>
          </p:nvSpPr>
          <p:spPr bwMode="auto">
            <a:xfrm>
              <a:off x="2928" y="21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54" name="Rectangle 758"/>
            <p:cNvSpPr>
              <a:spLocks noChangeArrowheads="1"/>
            </p:cNvSpPr>
            <p:nvPr/>
          </p:nvSpPr>
          <p:spPr bwMode="auto">
            <a:xfrm>
              <a:off x="3216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3</a:t>
              </a:r>
            </a:p>
          </p:txBody>
        </p:sp>
        <p:sp>
          <p:nvSpPr>
            <p:cNvPr id="81655" name="Rectangle 759"/>
            <p:cNvSpPr>
              <a:spLocks noChangeArrowheads="1"/>
            </p:cNvSpPr>
            <p:nvPr/>
          </p:nvSpPr>
          <p:spPr bwMode="auto">
            <a:xfrm>
              <a:off x="2688" y="208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56" name="Rectangle 760"/>
            <p:cNvSpPr>
              <a:spLocks noChangeArrowheads="1"/>
            </p:cNvSpPr>
            <p:nvPr/>
          </p:nvSpPr>
          <p:spPr bwMode="auto">
            <a:xfrm>
              <a:off x="2160" y="2064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57" name="Rectangle 761"/>
            <p:cNvSpPr>
              <a:spLocks noChangeArrowheads="1"/>
            </p:cNvSpPr>
            <p:nvPr/>
          </p:nvSpPr>
          <p:spPr bwMode="auto">
            <a:xfrm>
              <a:off x="2400" y="21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58" name="Rectangle 762"/>
            <p:cNvSpPr>
              <a:spLocks noChangeArrowheads="1"/>
            </p:cNvSpPr>
            <p:nvPr/>
          </p:nvSpPr>
          <p:spPr bwMode="auto">
            <a:xfrm>
              <a:off x="3216" y="21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1659" name="Rectangle 763"/>
            <p:cNvSpPr>
              <a:spLocks noChangeArrowheads="1"/>
            </p:cNvSpPr>
            <p:nvPr/>
          </p:nvSpPr>
          <p:spPr bwMode="auto">
            <a:xfrm>
              <a:off x="2688" y="184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60" name="Rectangle 764"/>
            <p:cNvSpPr>
              <a:spLocks noChangeArrowheads="1"/>
            </p:cNvSpPr>
            <p:nvPr/>
          </p:nvSpPr>
          <p:spPr bwMode="auto">
            <a:xfrm>
              <a:off x="2160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61" name="Rectangle 765"/>
            <p:cNvSpPr>
              <a:spLocks noChangeArrowheads="1"/>
            </p:cNvSpPr>
            <p:nvPr/>
          </p:nvSpPr>
          <p:spPr bwMode="auto">
            <a:xfrm>
              <a:off x="2400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62" name="Rectangle 766"/>
            <p:cNvSpPr>
              <a:spLocks noChangeArrowheads="1"/>
            </p:cNvSpPr>
            <p:nvPr/>
          </p:nvSpPr>
          <p:spPr bwMode="auto">
            <a:xfrm>
              <a:off x="2928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  <p:sp>
          <p:nvSpPr>
            <p:cNvPr id="81663" name="Rectangle 767"/>
            <p:cNvSpPr>
              <a:spLocks noChangeArrowheads="1"/>
            </p:cNvSpPr>
            <p:nvPr/>
          </p:nvSpPr>
          <p:spPr bwMode="auto">
            <a:xfrm>
              <a:off x="2160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64" name="Rectangle 768"/>
            <p:cNvSpPr>
              <a:spLocks noChangeArrowheads="1"/>
            </p:cNvSpPr>
            <p:nvPr/>
          </p:nvSpPr>
          <p:spPr bwMode="auto">
            <a:xfrm>
              <a:off x="2400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65" name="Rectangle 769"/>
            <p:cNvSpPr>
              <a:spLocks noChangeArrowheads="1"/>
            </p:cNvSpPr>
            <p:nvPr/>
          </p:nvSpPr>
          <p:spPr bwMode="auto">
            <a:xfrm>
              <a:off x="2688" y="112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-3</a:t>
              </a:r>
            </a:p>
          </p:txBody>
        </p:sp>
        <p:sp>
          <p:nvSpPr>
            <p:cNvPr id="81666" name="Rectangle 770"/>
            <p:cNvSpPr>
              <a:spLocks noChangeArrowheads="1"/>
            </p:cNvSpPr>
            <p:nvPr/>
          </p:nvSpPr>
          <p:spPr bwMode="auto">
            <a:xfrm>
              <a:off x="2688" y="13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-4</a:t>
              </a:r>
            </a:p>
          </p:txBody>
        </p:sp>
        <p:sp>
          <p:nvSpPr>
            <p:cNvPr id="81667" name="Rectangle 771"/>
            <p:cNvSpPr>
              <a:spLocks noChangeArrowheads="1"/>
            </p:cNvSpPr>
            <p:nvPr/>
          </p:nvSpPr>
          <p:spPr bwMode="auto">
            <a:xfrm>
              <a:off x="2688" y="16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668" name="Rectangle 772"/>
            <p:cNvSpPr>
              <a:spLocks noChangeArrowheads="1"/>
            </p:cNvSpPr>
            <p:nvPr/>
          </p:nvSpPr>
          <p:spPr bwMode="auto">
            <a:xfrm>
              <a:off x="2160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669" name="Rectangle 773"/>
            <p:cNvSpPr>
              <a:spLocks noChangeArrowheads="1"/>
            </p:cNvSpPr>
            <p:nvPr/>
          </p:nvSpPr>
          <p:spPr bwMode="auto">
            <a:xfrm>
              <a:off x="2160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70" name="Rectangle 774"/>
            <p:cNvSpPr>
              <a:spLocks noChangeArrowheads="1"/>
            </p:cNvSpPr>
            <p:nvPr/>
          </p:nvSpPr>
          <p:spPr bwMode="auto">
            <a:xfrm>
              <a:off x="2400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81671" name="Rectangle 775"/>
            <p:cNvSpPr>
              <a:spLocks noChangeArrowheads="1"/>
            </p:cNvSpPr>
            <p:nvPr/>
          </p:nvSpPr>
          <p:spPr bwMode="auto">
            <a:xfrm>
              <a:off x="2400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672" name="Rectangle 776"/>
            <p:cNvSpPr>
              <a:spLocks noChangeArrowheads="1"/>
            </p:cNvSpPr>
            <p:nvPr/>
          </p:nvSpPr>
          <p:spPr bwMode="auto">
            <a:xfrm>
              <a:off x="3456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  <a:endParaRPr lang="en-US"/>
            </a:p>
          </p:txBody>
        </p:sp>
        <p:sp>
          <p:nvSpPr>
            <p:cNvPr id="81673" name="Rectangle 777"/>
            <p:cNvSpPr>
              <a:spLocks noChangeArrowheads="1"/>
            </p:cNvSpPr>
            <p:nvPr/>
          </p:nvSpPr>
          <p:spPr bwMode="auto">
            <a:xfrm>
              <a:off x="3744" y="240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74" name="Rectangle 778"/>
            <p:cNvSpPr>
              <a:spLocks noChangeArrowheads="1"/>
            </p:cNvSpPr>
            <p:nvPr/>
          </p:nvSpPr>
          <p:spPr bwMode="auto">
            <a:xfrm>
              <a:off x="3216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-6</a:t>
              </a:r>
            </a:p>
          </p:txBody>
        </p:sp>
        <p:sp>
          <p:nvSpPr>
            <p:cNvPr id="81675" name="Rectangle 779"/>
            <p:cNvSpPr>
              <a:spLocks noChangeArrowheads="1"/>
            </p:cNvSpPr>
            <p:nvPr/>
          </p:nvSpPr>
          <p:spPr bwMode="auto">
            <a:xfrm>
              <a:off x="3744" y="211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76" name="Rectangle 780"/>
            <p:cNvSpPr>
              <a:spLocks noChangeArrowheads="1"/>
            </p:cNvSpPr>
            <p:nvPr/>
          </p:nvSpPr>
          <p:spPr bwMode="auto">
            <a:xfrm>
              <a:off x="2928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81677" name="Rectangle 781"/>
            <p:cNvSpPr>
              <a:spLocks noChangeArrowheads="1"/>
            </p:cNvSpPr>
            <p:nvPr/>
          </p:nvSpPr>
          <p:spPr bwMode="auto">
            <a:xfrm>
              <a:off x="3744" y="187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78" name="Rectangle 782"/>
            <p:cNvSpPr>
              <a:spLocks noChangeArrowheads="1"/>
            </p:cNvSpPr>
            <p:nvPr/>
          </p:nvSpPr>
          <p:spPr bwMode="auto">
            <a:xfrm>
              <a:off x="2688" y="261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1</a:t>
              </a:r>
              <a:endParaRPr lang="en-US"/>
            </a:p>
          </p:txBody>
        </p:sp>
        <p:sp>
          <p:nvSpPr>
            <p:cNvPr id="81679" name="Rectangle 783"/>
            <p:cNvSpPr>
              <a:spLocks noChangeArrowheads="1"/>
            </p:cNvSpPr>
            <p:nvPr/>
          </p:nvSpPr>
          <p:spPr bwMode="auto">
            <a:xfrm>
              <a:off x="3744" y="163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80" name="Rectangle 784"/>
            <p:cNvSpPr>
              <a:spLocks noChangeArrowheads="1"/>
            </p:cNvSpPr>
            <p:nvPr/>
          </p:nvSpPr>
          <p:spPr bwMode="auto">
            <a:xfrm>
              <a:off x="2160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  <a:endParaRPr lang="en-US" b="1"/>
            </a:p>
          </p:txBody>
        </p:sp>
        <p:sp>
          <p:nvSpPr>
            <p:cNvPr id="81681" name="Rectangle 785"/>
            <p:cNvSpPr>
              <a:spLocks noChangeArrowheads="1"/>
            </p:cNvSpPr>
            <p:nvPr/>
          </p:nvSpPr>
          <p:spPr bwMode="auto">
            <a:xfrm>
              <a:off x="2400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82" name="Rectangle 786"/>
            <p:cNvSpPr>
              <a:spLocks noChangeArrowheads="1"/>
            </p:cNvSpPr>
            <p:nvPr/>
          </p:nvSpPr>
          <p:spPr bwMode="auto">
            <a:xfrm>
              <a:off x="3744" y="115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1683" name="Rectangle 787"/>
            <p:cNvSpPr>
              <a:spLocks noChangeArrowheads="1"/>
            </p:cNvSpPr>
            <p:nvPr/>
          </p:nvSpPr>
          <p:spPr bwMode="auto">
            <a:xfrm>
              <a:off x="3744" y="13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81684" name="Rectangle 788"/>
            <p:cNvSpPr>
              <a:spLocks noChangeArrowheads="1"/>
            </p:cNvSpPr>
            <p:nvPr/>
          </p:nvSpPr>
          <p:spPr bwMode="auto">
            <a:xfrm>
              <a:off x="3744" y="2640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1685" name="Rectangle 789"/>
            <p:cNvSpPr>
              <a:spLocks noChangeArrowheads="1"/>
            </p:cNvSpPr>
            <p:nvPr/>
          </p:nvSpPr>
          <p:spPr bwMode="auto">
            <a:xfrm>
              <a:off x="1584" y="1080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1686" name="Rectangle 790"/>
            <p:cNvSpPr>
              <a:spLocks noChangeArrowheads="1"/>
            </p:cNvSpPr>
            <p:nvPr/>
          </p:nvSpPr>
          <p:spPr bwMode="auto">
            <a:xfrm>
              <a:off x="1584" y="1368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1687" name="Rectangle 791"/>
            <p:cNvSpPr>
              <a:spLocks noChangeArrowheads="1"/>
            </p:cNvSpPr>
            <p:nvPr/>
          </p:nvSpPr>
          <p:spPr bwMode="auto">
            <a:xfrm>
              <a:off x="1584" y="1608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1688" name="Rectangle 792"/>
            <p:cNvSpPr>
              <a:spLocks noChangeArrowheads="1"/>
            </p:cNvSpPr>
            <p:nvPr/>
          </p:nvSpPr>
          <p:spPr bwMode="auto">
            <a:xfrm>
              <a:off x="1584" y="1848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1689" name="Rectangle 793"/>
            <p:cNvSpPr>
              <a:spLocks noChangeArrowheads="1"/>
            </p:cNvSpPr>
            <p:nvPr/>
          </p:nvSpPr>
          <p:spPr bwMode="auto">
            <a:xfrm>
              <a:off x="1584" y="2088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1690" name="Rectangle 794"/>
            <p:cNvSpPr>
              <a:spLocks noChangeArrowheads="1"/>
            </p:cNvSpPr>
            <p:nvPr/>
          </p:nvSpPr>
          <p:spPr bwMode="auto">
            <a:xfrm>
              <a:off x="1584" y="2328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1691" name="Rectangle 795"/>
            <p:cNvSpPr>
              <a:spLocks noChangeArrowheads="1"/>
            </p:cNvSpPr>
            <p:nvPr/>
          </p:nvSpPr>
          <p:spPr bwMode="auto">
            <a:xfrm>
              <a:off x="1584" y="2568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  <a:r>
                <a:rPr lang="en-US">
                  <a:sym typeface="Wingdings" pitchFamily="2" charset="2"/>
                </a:rPr>
                <a:t></a:t>
              </a:r>
              <a:endParaRPr lang="en-US"/>
            </a:p>
          </p:txBody>
        </p:sp>
        <p:sp>
          <p:nvSpPr>
            <p:cNvPr id="81692" name="Rectangle 796"/>
            <p:cNvSpPr>
              <a:spLocks noChangeArrowheads="1"/>
            </p:cNvSpPr>
            <p:nvPr/>
          </p:nvSpPr>
          <p:spPr bwMode="auto">
            <a:xfrm>
              <a:off x="2160" y="600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1693" name="Rectangle 797"/>
            <p:cNvSpPr>
              <a:spLocks noChangeArrowheads="1"/>
            </p:cNvSpPr>
            <p:nvPr/>
          </p:nvSpPr>
          <p:spPr bwMode="auto">
            <a:xfrm>
              <a:off x="2448" y="600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1694" name="Rectangle 798"/>
            <p:cNvSpPr>
              <a:spLocks noChangeArrowheads="1"/>
            </p:cNvSpPr>
            <p:nvPr/>
          </p:nvSpPr>
          <p:spPr bwMode="auto">
            <a:xfrm>
              <a:off x="2688" y="600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1695" name="Rectangle 799"/>
            <p:cNvSpPr>
              <a:spLocks noChangeArrowheads="1"/>
            </p:cNvSpPr>
            <p:nvPr/>
          </p:nvSpPr>
          <p:spPr bwMode="auto">
            <a:xfrm>
              <a:off x="2976" y="600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1696" name="Rectangle 800"/>
            <p:cNvSpPr>
              <a:spLocks noChangeArrowheads="1"/>
            </p:cNvSpPr>
            <p:nvPr/>
          </p:nvSpPr>
          <p:spPr bwMode="auto">
            <a:xfrm>
              <a:off x="3264" y="600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1697" name="Rectangle 801"/>
            <p:cNvSpPr>
              <a:spLocks noChangeArrowheads="1"/>
            </p:cNvSpPr>
            <p:nvPr/>
          </p:nvSpPr>
          <p:spPr bwMode="auto">
            <a:xfrm>
              <a:off x="3504" y="600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  <p:sp>
          <p:nvSpPr>
            <p:cNvPr id="81698" name="Rectangle 802"/>
            <p:cNvSpPr>
              <a:spLocks noChangeArrowheads="1"/>
            </p:cNvSpPr>
            <p:nvPr/>
          </p:nvSpPr>
          <p:spPr bwMode="auto">
            <a:xfrm>
              <a:off x="3792" y="600"/>
              <a:ext cx="14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  <a:r>
                <a:rPr lang="en-US">
                  <a:sym typeface="Wingdings 3" pitchFamily="18" charset="2"/>
                </a:rPr>
                <a:t></a:t>
              </a:r>
            </a:p>
          </p:txBody>
        </p:sp>
      </p:grpSp>
      <p:grpSp>
        <p:nvGrpSpPr>
          <p:cNvPr id="7" name="Group 805"/>
          <p:cNvGrpSpPr>
            <a:grpSpLocks/>
          </p:cNvGrpSpPr>
          <p:nvPr/>
        </p:nvGrpSpPr>
        <p:grpSpPr bwMode="auto">
          <a:xfrm>
            <a:off x="2971800" y="1295400"/>
            <a:ext cx="2133600" cy="3505200"/>
            <a:chOff x="1872" y="1104"/>
            <a:chExt cx="1344" cy="2208"/>
          </a:xfrm>
        </p:grpSpPr>
        <p:sp>
          <p:nvSpPr>
            <p:cNvPr id="81551" name="Rectangle 655"/>
            <p:cNvSpPr>
              <a:spLocks noChangeArrowheads="1"/>
            </p:cNvSpPr>
            <p:nvPr/>
          </p:nvSpPr>
          <p:spPr bwMode="auto">
            <a:xfrm>
              <a:off x="2352" y="3072"/>
              <a:ext cx="86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>
                  <a:latin typeface="VNI-Times" pitchFamily="2" charset="0"/>
                </a:rPr>
                <a:t>Thay ñoåi</a:t>
              </a:r>
            </a:p>
          </p:txBody>
        </p:sp>
        <p:sp>
          <p:nvSpPr>
            <p:cNvPr id="81699" name="Line 803"/>
            <p:cNvSpPr>
              <a:spLocks noChangeShapeType="1"/>
            </p:cNvSpPr>
            <p:nvPr/>
          </p:nvSpPr>
          <p:spPr bwMode="auto">
            <a:xfrm flipH="1">
              <a:off x="1872" y="1104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700" name="Line 804"/>
            <p:cNvSpPr>
              <a:spLocks noChangeShapeType="1"/>
            </p:cNvSpPr>
            <p:nvPr/>
          </p:nvSpPr>
          <p:spPr bwMode="auto">
            <a:xfrm>
              <a:off x="2784" y="1104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1702" name="Line 806"/>
          <p:cNvSpPr>
            <a:spLocks noChangeShapeType="1"/>
          </p:cNvSpPr>
          <p:nvPr/>
        </p:nvSpPr>
        <p:spPr bwMode="auto">
          <a:xfrm flipH="1">
            <a:off x="7696200" y="1219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703" name="Rectangle 807"/>
          <p:cNvSpPr>
            <a:spLocks noChangeArrowheads="1"/>
          </p:cNvSpPr>
          <p:nvPr/>
        </p:nvSpPr>
        <p:spPr bwMode="auto">
          <a:xfrm>
            <a:off x="304800" y="4953000"/>
            <a:ext cx="3810000" cy="685800"/>
          </a:xfrm>
          <a:prstGeom prst="rect">
            <a:avLst/>
          </a:prstGeom>
          <a:noFill/>
          <a:ln w="28575">
            <a:solidFill>
              <a:srgbClr val="0000FF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>
                <a:latin typeface="VNI-Times" pitchFamily="2" charset="0"/>
              </a:rPr>
              <a:t>Caùc oâ coøn laïi vieát laïi heát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8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81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8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8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8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81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81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81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8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81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81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8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8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8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in)">
                                      <p:cBhvr>
                                        <p:cTn id="7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in)">
                                      <p:cBhvr>
                                        <p:cTn id="7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8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81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20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8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0" dur="2000"/>
                                        <p:tgtEl>
                                          <p:spTgt spid="8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187" grpId="0"/>
      <p:bldP spid="81188" grpId="0"/>
      <p:bldP spid="81189" grpId="0"/>
      <p:bldP spid="81190" grpId="0"/>
      <p:bldP spid="81191" grpId="0"/>
      <p:bldP spid="81192" grpId="0"/>
      <p:bldP spid="81193" grpId="0"/>
      <p:bldP spid="81194" grpId="0"/>
      <p:bldP spid="81195" grpId="0"/>
      <p:bldP spid="81196" grpId="0"/>
      <p:bldP spid="81197" grpId="0"/>
      <p:bldP spid="81198" grpId="0"/>
      <p:bldP spid="81199" grpId="0"/>
      <p:bldP spid="81203" grpId="0"/>
      <p:bldP spid="81250" grpId="0"/>
      <p:bldP spid="81547" grpId="0" animBg="1"/>
      <p:bldP spid="81548" grpId="0" animBg="1"/>
      <p:bldP spid="81702" grpId="0" animBg="1"/>
      <p:bldP spid="8170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0000"/>
                </a:solidFill>
                <a:latin typeface="VNI-Times" pitchFamily="2" charset="0"/>
              </a:rPr>
              <a:t>CAÙCH ÑOÏC ÑÖÔØNG ÑI</a:t>
            </a:r>
          </a:p>
        </p:txBody>
      </p:sp>
      <p:sp>
        <p:nvSpPr>
          <p:cNvPr id="82951" name="Rectangle 7"/>
          <p:cNvSpPr>
            <a:spLocks noChangeArrowheads="1"/>
          </p:cNvSpPr>
          <p:nvPr/>
        </p:nvSpPr>
        <p:spPr bwMode="auto">
          <a:xfrm>
            <a:off x="1524000" y="4191000"/>
            <a:ext cx="5867400" cy="1219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>
                <a:solidFill>
                  <a:srgbClr val="0000FF"/>
                </a:solidFill>
                <a:latin typeface="VNI-Times" pitchFamily="2" charset="0"/>
              </a:rPr>
              <a:t>Giaû söû giôø ta muoán tìm ñöôøng</a:t>
            </a:r>
          </a:p>
          <a:p>
            <a:pPr algn="ctr"/>
            <a:r>
              <a:rPr lang="en-US" sz="2800">
                <a:solidFill>
                  <a:srgbClr val="0000FF"/>
                </a:solidFill>
                <a:latin typeface="VNI-Times" pitchFamily="2" charset="0"/>
              </a:rPr>
              <a:t>ñi ngaén nhaát töø 0</a:t>
            </a:r>
            <a:r>
              <a:rPr lang="en-US" sz="2800">
                <a:solidFill>
                  <a:srgbClr val="0000FF"/>
                </a:solidFill>
                <a:latin typeface="VNI-Times" pitchFamily="2" charset="0"/>
                <a:sym typeface="Wingdings" pitchFamily="2" charset="2"/>
              </a:rPr>
              <a:t>5 ta seõ ñoïc nhö sau</a:t>
            </a:r>
          </a:p>
        </p:txBody>
      </p:sp>
      <p:pic>
        <p:nvPicPr>
          <p:cNvPr id="82952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447800" y="1295400"/>
            <a:ext cx="6400800" cy="2520950"/>
          </a:xfrm>
          <a:noFill/>
          <a:ln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2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2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1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8" name="Rectangle 6"/>
          <p:cNvSpPr>
            <a:spLocks noChangeArrowheads="1"/>
          </p:cNvSpPr>
          <p:nvPr/>
        </p:nvSpPr>
        <p:spPr bwMode="auto">
          <a:xfrm>
            <a:off x="1295400" y="228600"/>
            <a:ext cx="5029200" cy="838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000">
              <a:solidFill>
                <a:srgbClr val="0000FF"/>
              </a:solidFill>
              <a:latin typeface="VNI-Times" pitchFamily="2" charset="0"/>
            </a:endParaRPr>
          </a:p>
          <a:p>
            <a:pPr algn="ctr"/>
            <a:r>
              <a:rPr lang="en-US" sz="2400">
                <a:solidFill>
                  <a:srgbClr val="0000FF"/>
                </a:solidFill>
                <a:latin typeface="VNI-Times" pitchFamily="2" charset="0"/>
              </a:rPr>
              <a:t>Giaû söû giôø ta muoán tìm ñöôøng</a:t>
            </a:r>
          </a:p>
          <a:p>
            <a:pPr algn="ctr"/>
            <a:r>
              <a:rPr lang="en-US" sz="2400">
                <a:solidFill>
                  <a:srgbClr val="0000FF"/>
                </a:solidFill>
                <a:latin typeface="VNI-Times" pitchFamily="2" charset="0"/>
              </a:rPr>
              <a:t>ñi ngaén nhaát töø 0</a:t>
            </a:r>
            <a:r>
              <a:rPr lang="en-US" sz="2400">
                <a:solidFill>
                  <a:srgbClr val="0000FF"/>
                </a:solidFill>
                <a:latin typeface="VNI-Times" pitchFamily="2" charset="0"/>
                <a:sym typeface="Wingdings" pitchFamily="2" charset="2"/>
              </a:rPr>
              <a:t>5 ta seõ ñoïc nhö sau</a:t>
            </a:r>
            <a:endParaRPr lang="en-US" sz="2400">
              <a:solidFill>
                <a:srgbClr val="0000FF"/>
              </a:solidFill>
              <a:latin typeface="VNI-Times" pitchFamily="2" charset="0"/>
            </a:endParaRPr>
          </a:p>
          <a:p>
            <a:pPr algn="ctr"/>
            <a:endParaRPr lang="en-US" sz="2400">
              <a:solidFill>
                <a:srgbClr val="0000FF"/>
              </a:solidFill>
              <a:latin typeface="VNI-Times" pitchFamily="2" charset="0"/>
            </a:endParaRPr>
          </a:p>
        </p:txBody>
      </p:sp>
      <p:graphicFrame>
        <p:nvGraphicFramePr>
          <p:cNvPr id="84999" name="Group 7"/>
          <p:cNvGraphicFramePr>
            <a:graphicFrameLocks noGrp="1"/>
          </p:cNvGraphicFramePr>
          <p:nvPr/>
        </p:nvGraphicFramePr>
        <p:xfrm>
          <a:off x="4572000" y="2133600"/>
          <a:ext cx="3352800" cy="3263265"/>
        </p:xfrm>
        <a:graphic>
          <a:graphicData uri="http://schemas.openxmlformats.org/drawingml/2006/table">
            <a:tbl>
              <a:tblPr/>
              <a:tblGrid>
                <a:gridCol w="490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VNI-Times" pitchFamily="2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NI-Times" pitchFamily="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5082" name="Rectangle 90"/>
          <p:cNvSpPr>
            <a:spLocks noChangeArrowheads="1"/>
          </p:cNvSpPr>
          <p:nvPr/>
        </p:nvSpPr>
        <p:spPr bwMode="auto">
          <a:xfrm>
            <a:off x="4191000" y="2514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5083" name="Rectangle 91"/>
          <p:cNvSpPr>
            <a:spLocks noChangeArrowheads="1"/>
          </p:cNvSpPr>
          <p:nvPr/>
        </p:nvSpPr>
        <p:spPr bwMode="auto">
          <a:xfrm>
            <a:off x="4191000" y="2895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5084" name="Rectangle 92"/>
          <p:cNvSpPr>
            <a:spLocks noChangeArrowheads="1"/>
          </p:cNvSpPr>
          <p:nvPr/>
        </p:nvSpPr>
        <p:spPr bwMode="auto">
          <a:xfrm>
            <a:off x="4191000" y="3352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5085" name="Rectangle 93"/>
          <p:cNvSpPr>
            <a:spLocks noChangeArrowheads="1"/>
          </p:cNvSpPr>
          <p:nvPr/>
        </p:nvSpPr>
        <p:spPr bwMode="auto">
          <a:xfrm>
            <a:off x="4191000" y="37338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5086" name="Rectangle 94"/>
          <p:cNvSpPr>
            <a:spLocks noChangeArrowheads="1"/>
          </p:cNvSpPr>
          <p:nvPr/>
        </p:nvSpPr>
        <p:spPr bwMode="auto">
          <a:xfrm>
            <a:off x="4191000" y="41910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5087" name="Rectangle 95"/>
          <p:cNvSpPr>
            <a:spLocks noChangeArrowheads="1"/>
          </p:cNvSpPr>
          <p:nvPr/>
        </p:nvSpPr>
        <p:spPr bwMode="auto">
          <a:xfrm>
            <a:off x="4191000" y="45720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5088" name="Rectangle 96"/>
          <p:cNvSpPr>
            <a:spLocks noChangeArrowheads="1"/>
          </p:cNvSpPr>
          <p:nvPr/>
        </p:nvSpPr>
        <p:spPr bwMode="auto">
          <a:xfrm>
            <a:off x="5105400" y="17526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5089" name="Rectangle 97"/>
          <p:cNvSpPr>
            <a:spLocks noChangeArrowheads="1"/>
          </p:cNvSpPr>
          <p:nvPr/>
        </p:nvSpPr>
        <p:spPr bwMode="auto">
          <a:xfrm>
            <a:off x="5486400" y="17526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5090" name="Rectangle 98"/>
          <p:cNvSpPr>
            <a:spLocks noChangeArrowheads="1"/>
          </p:cNvSpPr>
          <p:nvPr/>
        </p:nvSpPr>
        <p:spPr bwMode="auto">
          <a:xfrm>
            <a:off x="5943600" y="17526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5091" name="Rectangle 99"/>
          <p:cNvSpPr>
            <a:spLocks noChangeArrowheads="1"/>
          </p:cNvSpPr>
          <p:nvPr/>
        </p:nvSpPr>
        <p:spPr bwMode="auto">
          <a:xfrm>
            <a:off x="6324600" y="17526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5092" name="Rectangle 100"/>
          <p:cNvSpPr>
            <a:spLocks noChangeArrowheads="1"/>
          </p:cNvSpPr>
          <p:nvPr/>
        </p:nvSpPr>
        <p:spPr bwMode="auto">
          <a:xfrm>
            <a:off x="6781800" y="17526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5093" name="Rectangle 101"/>
          <p:cNvSpPr>
            <a:spLocks noChangeArrowheads="1"/>
          </p:cNvSpPr>
          <p:nvPr/>
        </p:nvSpPr>
        <p:spPr bwMode="auto">
          <a:xfrm>
            <a:off x="7239000" y="17526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5094" name="Rectangle 102"/>
          <p:cNvSpPr>
            <a:spLocks noChangeArrowheads="1"/>
          </p:cNvSpPr>
          <p:nvPr/>
        </p:nvSpPr>
        <p:spPr bwMode="auto">
          <a:xfrm>
            <a:off x="7543800" y="17526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j</a:t>
            </a:r>
            <a:r>
              <a:rPr lang="en-US">
                <a:sym typeface="Wingdings 3" pitchFamily="18" charset="2"/>
              </a:rPr>
              <a:t></a:t>
            </a:r>
          </a:p>
        </p:txBody>
      </p:sp>
      <p:sp>
        <p:nvSpPr>
          <p:cNvPr id="85095" name="Rectangle 103"/>
          <p:cNvSpPr>
            <a:spLocks noChangeArrowheads="1"/>
          </p:cNvSpPr>
          <p:nvPr/>
        </p:nvSpPr>
        <p:spPr bwMode="auto">
          <a:xfrm>
            <a:off x="67056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4</a:t>
            </a:r>
          </a:p>
        </p:txBody>
      </p:sp>
      <p:sp>
        <p:nvSpPr>
          <p:cNvPr id="85096" name="Rectangle 104"/>
          <p:cNvSpPr>
            <a:spLocks noChangeArrowheads="1"/>
          </p:cNvSpPr>
          <p:nvPr/>
        </p:nvSpPr>
        <p:spPr bwMode="auto">
          <a:xfrm>
            <a:off x="63246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097" name="Rectangle 105"/>
          <p:cNvSpPr>
            <a:spLocks noChangeArrowheads="1"/>
          </p:cNvSpPr>
          <p:nvPr/>
        </p:nvSpPr>
        <p:spPr bwMode="auto">
          <a:xfrm>
            <a:off x="67056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85098" name="Rectangle 106"/>
          <p:cNvSpPr>
            <a:spLocks noChangeArrowheads="1"/>
          </p:cNvSpPr>
          <p:nvPr/>
        </p:nvSpPr>
        <p:spPr bwMode="auto">
          <a:xfrm>
            <a:off x="67056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85099" name="Rectangle 107"/>
          <p:cNvSpPr>
            <a:spLocks noChangeArrowheads="1"/>
          </p:cNvSpPr>
          <p:nvPr/>
        </p:nvSpPr>
        <p:spPr bwMode="auto">
          <a:xfrm>
            <a:off x="67056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85100" name="Rectangle 108"/>
          <p:cNvSpPr>
            <a:spLocks noChangeArrowheads="1"/>
          </p:cNvSpPr>
          <p:nvPr/>
        </p:nvSpPr>
        <p:spPr bwMode="auto">
          <a:xfrm>
            <a:off x="51054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01" name="Rectangle 109"/>
          <p:cNvSpPr>
            <a:spLocks noChangeArrowheads="1"/>
          </p:cNvSpPr>
          <p:nvPr/>
        </p:nvSpPr>
        <p:spPr bwMode="auto">
          <a:xfrm>
            <a:off x="54864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02" name="Rectangle 110"/>
          <p:cNvSpPr>
            <a:spLocks noChangeArrowheads="1"/>
          </p:cNvSpPr>
          <p:nvPr/>
        </p:nvSpPr>
        <p:spPr bwMode="auto">
          <a:xfrm>
            <a:off x="58674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03" name="Rectangle 111"/>
          <p:cNvSpPr>
            <a:spLocks noChangeArrowheads="1"/>
          </p:cNvSpPr>
          <p:nvPr/>
        </p:nvSpPr>
        <p:spPr bwMode="auto">
          <a:xfrm>
            <a:off x="67056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04" name="Rectangle 112"/>
          <p:cNvSpPr>
            <a:spLocks noChangeArrowheads="1"/>
          </p:cNvSpPr>
          <p:nvPr/>
        </p:nvSpPr>
        <p:spPr bwMode="auto">
          <a:xfrm>
            <a:off x="63246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5</a:t>
            </a:r>
          </a:p>
        </p:txBody>
      </p:sp>
      <p:sp>
        <p:nvSpPr>
          <p:cNvPr id="85105" name="Rectangle 113"/>
          <p:cNvSpPr>
            <a:spLocks noChangeArrowheads="1"/>
          </p:cNvSpPr>
          <p:nvPr/>
        </p:nvSpPr>
        <p:spPr bwMode="auto">
          <a:xfrm>
            <a:off x="51054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06" name="Rectangle 114"/>
          <p:cNvSpPr>
            <a:spLocks noChangeArrowheads="1"/>
          </p:cNvSpPr>
          <p:nvPr/>
        </p:nvSpPr>
        <p:spPr bwMode="auto">
          <a:xfrm>
            <a:off x="54864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07" name="Rectangle 115"/>
          <p:cNvSpPr>
            <a:spLocks noChangeArrowheads="1"/>
          </p:cNvSpPr>
          <p:nvPr/>
        </p:nvSpPr>
        <p:spPr bwMode="auto">
          <a:xfrm>
            <a:off x="58674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08" name="Rectangle 116"/>
          <p:cNvSpPr>
            <a:spLocks noChangeArrowheads="1"/>
          </p:cNvSpPr>
          <p:nvPr/>
        </p:nvSpPr>
        <p:spPr bwMode="auto">
          <a:xfrm>
            <a:off x="63246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09" name="Rectangle 117"/>
          <p:cNvSpPr>
            <a:spLocks noChangeArrowheads="1"/>
          </p:cNvSpPr>
          <p:nvPr/>
        </p:nvSpPr>
        <p:spPr bwMode="auto">
          <a:xfrm>
            <a:off x="63246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85110" name="Rectangle 118"/>
          <p:cNvSpPr>
            <a:spLocks noChangeArrowheads="1"/>
          </p:cNvSpPr>
          <p:nvPr/>
        </p:nvSpPr>
        <p:spPr bwMode="auto">
          <a:xfrm>
            <a:off x="63246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85111" name="Rectangle 119"/>
          <p:cNvSpPr>
            <a:spLocks noChangeArrowheads="1"/>
          </p:cNvSpPr>
          <p:nvPr/>
        </p:nvSpPr>
        <p:spPr bwMode="auto">
          <a:xfrm>
            <a:off x="54864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85112" name="Rectangle 120"/>
          <p:cNvSpPr>
            <a:spLocks noChangeArrowheads="1"/>
          </p:cNvSpPr>
          <p:nvPr/>
        </p:nvSpPr>
        <p:spPr bwMode="auto">
          <a:xfrm>
            <a:off x="58674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2</a:t>
            </a:r>
          </a:p>
        </p:txBody>
      </p:sp>
      <p:sp>
        <p:nvSpPr>
          <p:cNvPr id="85113" name="Rectangle 121"/>
          <p:cNvSpPr>
            <a:spLocks noChangeArrowheads="1"/>
          </p:cNvSpPr>
          <p:nvPr/>
        </p:nvSpPr>
        <p:spPr bwMode="auto">
          <a:xfrm>
            <a:off x="51054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14" name="Rectangle 122"/>
          <p:cNvSpPr>
            <a:spLocks noChangeArrowheads="1"/>
          </p:cNvSpPr>
          <p:nvPr/>
        </p:nvSpPr>
        <p:spPr bwMode="auto">
          <a:xfrm>
            <a:off x="51054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15" name="Rectangle 123"/>
          <p:cNvSpPr>
            <a:spLocks noChangeArrowheads="1"/>
          </p:cNvSpPr>
          <p:nvPr/>
        </p:nvSpPr>
        <p:spPr bwMode="auto">
          <a:xfrm>
            <a:off x="54864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16" name="Rectangle 124"/>
          <p:cNvSpPr>
            <a:spLocks noChangeArrowheads="1"/>
          </p:cNvSpPr>
          <p:nvPr/>
        </p:nvSpPr>
        <p:spPr bwMode="auto">
          <a:xfrm>
            <a:off x="54864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17" name="Rectangle 125"/>
          <p:cNvSpPr>
            <a:spLocks noChangeArrowheads="1"/>
          </p:cNvSpPr>
          <p:nvPr/>
        </p:nvSpPr>
        <p:spPr bwMode="auto">
          <a:xfrm>
            <a:off x="58674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85118" name="Rectangle 126"/>
          <p:cNvSpPr>
            <a:spLocks noChangeArrowheads="1"/>
          </p:cNvSpPr>
          <p:nvPr/>
        </p:nvSpPr>
        <p:spPr bwMode="auto">
          <a:xfrm>
            <a:off x="58674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19" name="Rectangle 127"/>
          <p:cNvSpPr>
            <a:spLocks noChangeArrowheads="1"/>
          </p:cNvSpPr>
          <p:nvPr/>
        </p:nvSpPr>
        <p:spPr bwMode="auto">
          <a:xfrm>
            <a:off x="67056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4</a:t>
            </a:r>
          </a:p>
        </p:txBody>
      </p:sp>
      <p:sp>
        <p:nvSpPr>
          <p:cNvPr id="85120" name="Rectangle 128"/>
          <p:cNvSpPr>
            <a:spLocks noChangeArrowheads="1"/>
          </p:cNvSpPr>
          <p:nvPr/>
        </p:nvSpPr>
        <p:spPr bwMode="auto">
          <a:xfrm>
            <a:off x="7086600" y="4191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21" name="Rectangle 129"/>
          <p:cNvSpPr>
            <a:spLocks noChangeArrowheads="1"/>
          </p:cNvSpPr>
          <p:nvPr/>
        </p:nvSpPr>
        <p:spPr bwMode="auto">
          <a:xfrm>
            <a:off x="63246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3</a:t>
            </a:r>
          </a:p>
        </p:txBody>
      </p:sp>
      <p:sp>
        <p:nvSpPr>
          <p:cNvPr id="85122" name="Rectangle 130"/>
          <p:cNvSpPr>
            <a:spLocks noChangeArrowheads="1"/>
          </p:cNvSpPr>
          <p:nvPr/>
        </p:nvSpPr>
        <p:spPr bwMode="auto">
          <a:xfrm>
            <a:off x="7086600" y="3810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23" name="Rectangle 131"/>
          <p:cNvSpPr>
            <a:spLocks noChangeArrowheads="1"/>
          </p:cNvSpPr>
          <p:nvPr/>
        </p:nvSpPr>
        <p:spPr bwMode="auto">
          <a:xfrm>
            <a:off x="70866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1</a:t>
            </a:r>
          </a:p>
        </p:txBody>
      </p:sp>
      <p:sp>
        <p:nvSpPr>
          <p:cNvPr id="85124" name="Rectangle 132"/>
          <p:cNvSpPr>
            <a:spLocks noChangeArrowheads="1"/>
          </p:cNvSpPr>
          <p:nvPr/>
        </p:nvSpPr>
        <p:spPr bwMode="auto">
          <a:xfrm>
            <a:off x="7086600" y="3429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ym typeface="Symbol" pitchFamily="18" charset="2"/>
              </a:rPr>
              <a:t>5</a:t>
            </a:r>
          </a:p>
        </p:txBody>
      </p:sp>
      <p:sp>
        <p:nvSpPr>
          <p:cNvPr id="85125" name="Rectangle 133"/>
          <p:cNvSpPr>
            <a:spLocks noChangeArrowheads="1"/>
          </p:cNvSpPr>
          <p:nvPr/>
        </p:nvSpPr>
        <p:spPr bwMode="auto">
          <a:xfrm>
            <a:off x="58674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26" name="Rectangle 134"/>
          <p:cNvSpPr>
            <a:spLocks noChangeArrowheads="1"/>
          </p:cNvSpPr>
          <p:nvPr/>
        </p:nvSpPr>
        <p:spPr bwMode="auto">
          <a:xfrm>
            <a:off x="70866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27" name="Rectangle 135"/>
          <p:cNvSpPr>
            <a:spLocks noChangeArrowheads="1"/>
          </p:cNvSpPr>
          <p:nvPr/>
        </p:nvSpPr>
        <p:spPr bwMode="auto">
          <a:xfrm>
            <a:off x="51054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28" name="Rectangle 136"/>
          <p:cNvSpPr>
            <a:spLocks noChangeArrowheads="1"/>
          </p:cNvSpPr>
          <p:nvPr/>
        </p:nvSpPr>
        <p:spPr bwMode="auto">
          <a:xfrm>
            <a:off x="5486400" y="4648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5129" name="Rectangle 137"/>
          <p:cNvSpPr>
            <a:spLocks noChangeArrowheads="1"/>
          </p:cNvSpPr>
          <p:nvPr/>
        </p:nvSpPr>
        <p:spPr bwMode="auto">
          <a:xfrm>
            <a:off x="7086600" y="2971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85130" name="Rectangle 138"/>
          <p:cNvSpPr>
            <a:spLocks noChangeArrowheads="1"/>
          </p:cNvSpPr>
          <p:nvPr/>
        </p:nvSpPr>
        <p:spPr bwMode="auto">
          <a:xfrm>
            <a:off x="5105400" y="2590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grpSp>
        <p:nvGrpSpPr>
          <p:cNvPr id="2" name="Group 139"/>
          <p:cNvGrpSpPr>
            <a:grpSpLocks/>
          </p:cNvGrpSpPr>
          <p:nvPr/>
        </p:nvGrpSpPr>
        <p:grpSpPr bwMode="auto">
          <a:xfrm>
            <a:off x="5105400" y="2590800"/>
            <a:ext cx="2819400" cy="2743200"/>
            <a:chOff x="3744" y="768"/>
            <a:chExt cx="1776" cy="1728"/>
          </a:xfrm>
        </p:grpSpPr>
        <p:sp>
          <p:nvSpPr>
            <p:cNvPr id="85132" name="Rectangle 140"/>
            <p:cNvSpPr>
              <a:spLocks noChangeArrowheads="1"/>
            </p:cNvSpPr>
            <p:nvPr/>
          </p:nvSpPr>
          <p:spPr bwMode="auto">
            <a:xfrm>
              <a:off x="4752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4</a:t>
              </a:r>
            </a:p>
          </p:txBody>
        </p:sp>
        <p:sp>
          <p:nvSpPr>
            <p:cNvPr id="85133" name="Rectangle 141"/>
            <p:cNvSpPr>
              <a:spLocks noChangeArrowheads="1"/>
            </p:cNvSpPr>
            <p:nvPr/>
          </p:nvSpPr>
          <p:spPr bwMode="auto">
            <a:xfrm>
              <a:off x="5280" y="177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5134" name="Rectangle 142"/>
            <p:cNvSpPr>
              <a:spLocks noChangeArrowheads="1"/>
            </p:cNvSpPr>
            <p:nvPr/>
          </p:nvSpPr>
          <p:spPr bwMode="auto">
            <a:xfrm>
              <a:off x="4512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5135" name="Rectangle 143"/>
            <p:cNvSpPr>
              <a:spLocks noChangeArrowheads="1"/>
            </p:cNvSpPr>
            <p:nvPr/>
          </p:nvSpPr>
          <p:spPr bwMode="auto">
            <a:xfrm>
              <a:off x="5280" y="153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5136" name="Rectangle 144"/>
            <p:cNvSpPr>
              <a:spLocks noChangeArrowheads="1"/>
            </p:cNvSpPr>
            <p:nvPr/>
          </p:nvSpPr>
          <p:spPr bwMode="auto">
            <a:xfrm>
              <a:off x="5280" y="76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6</a:t>
              </a:r>
            </a:p>
          </p:txBody>
        </p:sp>
        <p:sp>
          <p:nvSpPr>
            <p:cNvPr id="85137" name="Rectangle 145"/>
            <p:cNvSpPr>
              <a:spLocks noChangeArrowheads="1"/>
            </p:cNvSpPr>
            <p:nvPr/>
          </p:nvSpPr>
          <p:spPr bwMode="auto">
            <a:xfrm>
              <a:off x="4224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2</a:t>
              </a:r>
            </a:p>
          </p:txBody>
        </p:sp>
        <p:sp>
          <p:nvSpPr>
            <p:cNvPr id="85138" name="Rectangle 146"/>
            <p:cNvSpPr>
              <a:spLocks noChangeArrowheads="1"/>
            </p:cNvSpPr>
            <p:nvPr/>
          </p:nvSpPr>
          <p:spPr bwMode="auto">
            <a:xfrm>
              <a:off x="5280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5139" name="Rectangle 147"/>
            <p:cNvSpPr>
              <a:spLocks noChangeArrowheads="1"/>
            </p:cNvSpPr>
            <p:nvPr/>
          </p:nvSpPr>
          <p:spPr bwMode="auto">
            <a:xfrm>
              <a:off x="3744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5140" name="Rectangle 148"/>
            <p:cNvSpPr>
              <a:spLocks noChangeArrowheads="1"/>
            </p:cNvSpPr>
            <p:nvPr/>
          </p:nvSpPr>
          <p:spPr bwMode="auto">
            <a:xfrm>
              <a:off x="5280" y="206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5141" name="Rectangle 149"/>
            <p:cNvSpPr>
              <a:spLocks noChangeArrowheads="1"/>
            </p:cNvSpPr>
            <p:nvPr/>
          </p:nvSpPr>
          <p:spPr bwMode="auto">
            <a:xfrm>
              <a:off x="4992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85142" name="Rectangle 150"/>
            <p:cNvSpPr>
              <a:spLocks noChangeArrowheads="1"/>
            </p:cNvSpPr>
            <p:nvPr/>
          </p:nvSpPr>
          <p:spPr bwMode="auto">
            <a:xfrm>
              <a:off x="5280" y="1008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5143" name="Rectangle 151"/>
            <p:cNvSpPr>
              <a:spLocks noChangeArrowheads="1"/>
            </p:cNvSpPr>
            <p:nvPr/>
          </p:nvSpPr>
          <p:spPr bwMode="auto">
            <a:xfrm>
              <a:off x="5280" y="1296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85144" name="Rectangle 152"/>
            <p:cNvSpPr>
              <a:spLocks noChangeArrowheads="1"/>
            </p:cNvSpPr>
            <p:nvPr/>
          </p:nvSpPr>
          <p:spPr bwMode="auto">
            <a:xfrm>
              <a:off x="3984" y="2304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ym typeface="Symbol" pitchFamily="18" charset="2"/>
                </a:rPr>
                <a:t>0</a:t>
              </a:r>
            </a:p>
          </p:txBody>
        </p:sp>
      </p:grpSp>
      <p:sp>
        <p:nvSpPr>
          <p:cNvPr id="85145" name="Rectangle 153"/>
          <p:cNvSpPr>
            <a:spLocks noChangeArrowheads="1"/>
          </p:cNvSpPr>
          <p:nvPr/>
        </p:nvSpPr>
        <p:spPr bwMode="auto">
          <a:xfrm>
            <a:off x="4191000" y="49530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i</a:t>
            </a:r>
            <a:r>
              <a:rPr lang="en-US">
                <a:sym typeface="Wingdings" pitchFamily="2" charset="2"/>
              </a:rPr>
              <a:t></a:t>
            </a:r>
            <a:endParaRPr lang="en-US"/>
          </a:p>
        </p:txBody>
      </p:sp>
      <p:sp>
        <p:nvSpPr>
          <p:cNvPr id="85150" name="AutoShape 158"/>
          <p:cNvSpPr>
            <a:spLocks noChangeArrowheads="1"/>
          </p:cNvSpPr>
          <p:nvPr/>
        </p:nvSpPr>
        <p:spPr bwMode="auto">
          <a:xfrm>
            <a:off x="6553200" y="152400"/>
            <a:ext cx="2057400" cy="1143000"/>
          </a:xfrm>
          <a:prstGeom prst="wedgeEllipseCallout">
            <a:avLst>
              <a:gd name="adj1" fmla="val -43750"/>
              <a:gd name="adj2" fmla="val 9527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400" b="1">
                <a:solidFill>
                  <a:srgbClr val="FF0000"/>
                </a:solidFill>
                <a:latin typeface="VNI-Times" pitchFamily="2" charset="0"/>
              </a:rPr>
              <a:t>Ta duøng P</a:t>
            </a:r>
            <a:r>
              <a:rPr lang="en-US" sz="2400" b="1" baseline="-25000">
                <a:solidFill>
                  <a:srgbClr val="FF0000"/>
                </a:solidFill>
                <a:latin typeface="VNI-Times" pitchFamily="2" charset="0"/>
              </a:rPr>
              <a:t>6</a:t>
            </a:r>
            <a:r>
              <a:rPr lang="en-US" sz="2400" b="1">
                <a:solidFill>
                  <a:srgbClr val="FF0000"/>
                </a:solidFill>
                <a:latin typeface="VNI-Times" pitchFamily="2" charset="0"/>
              </a:rPr>
              <a:t> ñeå ñoïc</a:t>
            </a:r>
          </a:p>
        </p:txBody>
      </p:sp>
      <p:sp>
        <p:nvSpPr>
          <p:cNvPr id="85152" name="Rectangle 160"/>
          <p:cNvSpPr>
            <a:spLocks noChangeArrowheads="1"/>
          </p:cNvSpPr>
          <p:nvPr/>
        </p:nvSpPr>
        <p:spPr bwMode="auto">
          <a:xfrm>
            <a:off x="1066800" y="2362200"/>
            <a:ext cx="914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/>
              <a:t>P</a:t>
            </a:r>
            <a:r>
              <a:rPr lang="en-US" sz="2400" baseline="-25000"/>
              <a:t>05</a:t>
            </a:r>
            <a:r>
              <a:rPr lang="en-US" sz="2400"/>
              <a:t>=1</a:t>
            </a:r>
          </a:p>
        </p:txBody>
      </p:sp>
      <p:sp>
        <p:nvSpPr>
          <p:cNvPr id="85153" name="Line 161"/>
          <p:cNvSpPr>
            <a:spLocks noChangeShapeType="1"/>
          </p:cNvSpPr>
          <p:nvPr/>
        </p:nvSpPr>
        <p:spPr bwMode="auto">
          <a:xfrm>
            <a:off x="1905000" y="2590800"/>
            <a:ext cx="541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5154" name="Rectangle 162"/>
          <p:cNvSpPr>
            <a:spLocks noChangeArrowheads="1"/>
          </p:cNvSpPr>
          <p:nvPr/>
        </p:nvSpPr>
        <p:spPr bwMode="auto">
          <a:xfrm>
            <a:off x="1066800" y="3048000"/>
            <a:ext cx="914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/>
              <a:t>P</a:t>
            </a:r>
            <a:r>
              <a:rPr lang="en-US" sz="2400" baseline="-25000"/>
              <a:t>15</a:t>
            </a:r>
            <a:r>
              <a:rPr lang="en-US" sz="2400"/>
              <a:t>=2</a:t>
            </a:r>
          </a:p>
        </p:txBody>
      </p:sp>
      <p:sp>
        <p:nvSpPr>
          <p:cNvPr id="85155" name="Line 163"/>
          <p:cNvSpPr>
            <a:spLocks noChangeShapeType="1"/>
          </p:cNvSpPr>
          <p:nvPr/>
        </p:nvSpPr>
        <p:spPr bwMode="auto">
          <a:xfrm>
            <a:off x="1905000" y="3276600"/>
            <a:ext cx="533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5156" name="Rectangle 164"/>
          <p:cNvSpPr>
            <a:spLocks noChangeArrowheads="1"/>
          </p:cNvSpPr>
          <p:nvPr/>
        </p:nvSpPr>
        <p:spPr bwMode="auto">
          <a:xfrm>
            <a:off x="1066800" y="3581400"/>
            <a:ext cx="914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/>
              <a:t>P</a:t>
            </a:r>
            <a:r>
              <a:rPr lang="en-US" sz="2400" baseline="-25000"/>
              <a:t>25</a:t>
            </a:r>
            <a:r>
              <a:rPr lang="en-US" sz="2400"/>
              <a:t>=5</a:t>
            </a:r>
          </a:p>
        </p:txBody>
      </p:sp>
      <p:sp>
        <p:nvSpPr>
          <p:cNvPr id="85158" name="Line 166"/>
          <p:cNvSpPr>
            <a:spLocks noChangeShapeType="1"/>
          </p:cNvSpPr>
          <p:nvPr/>
        </p:nvSpPr>
        <p:spPr bwMode="auto">
          <a:xfrm flipH="1">
            <a:off x="1447800" y="26670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5159" name="Line 167"/>
          <p:cNvSpPr>
            <a:spLocks noChangeShapeType="1"/>
          </p:cNvSpPr>
          <p:nvPr/>
        </p:nvSpPr>
        <p:spPr bwMode="auto">
          <a:xfrm flipH="1">
            <a:off x="1447800" y="3352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5160" name="Rectangle 168"/>
          <p:cNvSpPr>
            <a:spLocks noChangeArrowheads="1"/>
          </p:cNvSpPr>
          <p:nvPr/>
        </p:nvSpPr>
        <p:spPr bwMode="auto">
          <a:xfrm>
            <a:off x="152400" y="4267200"/>
            <a:ext cx="350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latin typeface="VNI-Times" pitchFamily="2" charset="0"/>
              </a:rPr>
              <a:t>Vì 5=5 neân döøng laïi.Tôùi ñaây ta </a:t>
            </a:r>
          </a:p>
          <a:p>
            <a:pPr algn="ctr"/>
            <a:r>
              <a:rPr lang="en-US" sz="2000">
                <a:latin typeface="VNI-Times" pitchFamily="2" charset="0"/>
              </a:rPr>
              <a:t>ñöôïc ñöôøng ñi ngaén nhaát töø </a:t>
            </a:r>
          </a:p>
          <a:p>
            <a:pPr algn="ctr"/>
            <a:r>
              <a:rPr lang="en-US" sz="2000">
                <a:latin typeface="VNI-Times" pitchFamily="2" charset="0"/>
              </a:rPr>
              <a:t>0</a:t>
            </a:r>
            <a:r>
              <a:rPr lang="en-US" sz="2000">
                <a:latin typeface="VNI-Times" pitchFamily="2" charset="0"/>
                <a:sym typeface="Wingdings" pitchFamily="2" charset="2"/>
              </a:rPr>
              <a:t> 5 laø:</a:t>
            </a:r>
            <a:r>
              <a:rPr lang="en-US" sz="2000" b="1">
                <a:solidFill>
                  <a:srgbClr val="FF0000"/>
                </a:solidFill>
                <a:latin typeface="VNI-Times" pitchFamily="2" charset="0"/>
                <a:sym typeface="Wingdings" pitchFamily="2" charset="2"/>
              </a:rPr>
              <a:t> 0125</a:t>
            </a:r>
            <a:endParaRPr lang="en-US" sz="2000" b="1">
              <a:solidFill>
                <a:srgbClr val="FF0000"/>
              </a:solidFill>
              <a:latin typeface="VNI-Times" pitchFamily="2" charset="0"/>
            </a:endParaRPr>
          </a:p>
        </p:txBody>
      </p:sp>
      <p:sp>
        <p:nvSpPr>
          <p:cNvPr id="85161" name="Line 169"/>
          <p:cNvSpPr>
            <a:spLocks noChangeShapeType="1"/>
          </p:cNvSpPr>
          <p:nvPr/>
        </p:nvSpPr>
        <p:spPr bwMode="auto">
          <a:xfrm flipH="1">
            <a:off x="685800" y="39624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5162" name="Line 170"/>
          <p:cNvSpPr>
            <a:spLocks noChangeShapeType="1"/>
          </p:cNvSpPr>
          <p:nvPr/>
        </p:nvSpPr>
        <p:spPr bwMode="auto">
          <a:xfrm flipH="1">
            <a:off x="914400" y="3886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5163" name="Rectangle 171"/>
          <p:cNvSpPr>
            <a:spLocks noChangeArrowheads="1"/>
          </p:cNvSpPr>
          <p:nvPr/>
        </p:nvSpPr>
        <p:spPr bwMode="auto">
          <a:xfrm>
            <a:off x="3200400" y="5638800"/>
            <a:ext cx="3200400" cy="533400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Dot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>
                <a:solidFill>
                  <a:srgbClr val="0000FF"/>
                </a:solidFill>
                <a:latin typeface="VNI-Times" pitchFamily="2" charset="0"/>
              </a:rPr>
              <a:t>KEÁT THUÙC</a:t>
            </a:r>
          </a:p>
        </p:txBody>
      </p:sp>
      <p:sp>
        <p:nvSpPr>
          <p:cNvPr id="85164" name="Line 172"/>
          <p:cNvSpPr>
            <a:spLocks noChangeShapeType="1"/>
          </p:cNvSpPr>
          <p:nvPr/>
        </p:nvSpPr>
        <p:spPr bwMode="auto">
          <a:xfrm flipV="1">
            <a:off x="1981200" y="3657600"/>
            <a:ext cx="5257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8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8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8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8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8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8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8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8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8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85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8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8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8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8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8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8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8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85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9" dur="2000"/>
                                        <p:tgtEl>
                                          <p:spTgt spid="8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2" dur="2000"/>
                                        <p:tgtEl>
                                          <p:spTgt spid="85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85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8" dur="2000"/>
                                        <p:tgtEl>
                                          <p:spTgt spid="85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1" dur="2000"/>
                                        <p:tgtEl>
                                          <p:spTgt spid="85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4" dur="2000"/>
                                        <p:tgtEl>
                                          <p:spTgt spid="8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7" dur="2000"/>
                                        <p:tgtEl>
                                          <p:spTgt spid="8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0" dur="2000"/>
                                        <p:tgtEl>
                                          <p:spTgt spid="8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3" dur="2000"/>
                                        <p:tgtEl>
                                          <p:spTgt spid="8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6" dur="2000"/>
                                        <p:tgtEl>
                                          <p:spTgt spid="8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9" dur="2000"/>
                                        <p:tgtEl>
                                          <p:spTgt spid="8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2" dur="2000"/>
                                        <p:tgtEl>
                                          <p:spTgt spid="8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5" dur="2000"/>
                                        <p:tgtEl>
                                          <p:spTgt spid="8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8" dur="2000"/>
                                        <p:tgtEl>
                                          <p:spTgt spid="8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1" dur="2000"/>
                                        <p:tgtEl>
                                          <p:spTgt spid="8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4" dur="2000"/>
                                        <p:tgtEl>
                                          <p:spTgt spid="8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7" dur="2000"/>
                                        <p:tgtEl>
                                          <p:spTgt spid="8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0" dur="2000"/>
                                        <p:tgtEl>
                                          <p:spTgt spid="8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3" dur="2000"/>
                                        <p:tgtEl>
                                          <p:spTgt spid="85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6" dur="2000"/>
                                        <p:tgtEl>
                                          <p:spTgt spid="85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9" dur="2000"/>
                                        <p:tgtEl>
                                          <p:spTgt spid="85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2" dur="2000"/>
                                        <p:tgtEl>
                                          <p:spTgt spid="85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5" dur="2000"/>
                                        <p:tgtEl>
                                          <p:spTgt spid="85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8" dur="2000"/>
                                        <p:tgtEl>
                                          <p:spTgt spid="8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1" dur="2000"/>
                                        <p:tgtEl>
                                          <p:spTgt spid="8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4" dur="2000"/>
                                        <p:tgtEl>
                                          <p:spTgt spid="8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7" dur="2000"/>
                                        <p:tgtEl>
                                          <p:spTgt spid="8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0" dur="2000"/>
                                        <p:tgtEl>
                                          <p:spTgt spid="8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3" dur="2000"/>
                                        <p:tgtEl>
                                          <p:spTgt spid="8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6" dur="2000"/>
                                        <p:tgtEl>
                                          <p:spTgt spid="8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9" dur="2000"/>
                                        <p:tgtEl>
                                          <p:spTgt spid="8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2" dur="2000"/>
                                        <p:tgtEl>
                                          <p:spTgt spid="8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5" dur="2000"/>
                                        <p:tgtEl>
                                          <p:spTgt spid="8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3" dur="500"/>
                                        <p:tgtEl>
                                          <p:spTgt spid="85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7" dur="500"/>
                                        <p:tgtEl>
                                          <p:spTgt spid="85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2" dur="500"/>
                                        <p:tgtEl>
                                          <p:spTgt spid="8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6" dur="500"/>
                                        <p:tgtEl>
                                          <p:spTgt spid="8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0" dur="500"/>
                                        <p:tgtEl>
                                          <p:spTgt spid="8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5" dur="500"/>
                                        <p:tgtEl>
                                          <p:spTgt spid="8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9" dur="500"/>
                                        <p:tgtEl>
                                          <p:spTgt spid="8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000"/>
                            </p:stCondLst>
                            <p:childTnLst>
                              <p:par>
                                <p:cTn id="20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3" dur="500"/>
                                        <p:tgtEl>
                                          <p:spTgt spid="8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8" dur="500"/>
                                        <p:tgtEl>
                                          <p:spTgt spid="8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500"/>
                            </p:stCondLst>
                            <p:childTnLst>
                              <p:par>
                                <p:cTn id="21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2" dur="500"/>
                                        <p:tgtEl>
                                          <p:spTgt spid="8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1000"/>
                            </p:stCondLst>
                            <p:childTnLst>
                              <p:par>
                                <p:cTn id="2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6" dur="500"/>
                                        <p:tgtEl>
                                          <p:spTgt spid="8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8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8" grpId="0" animBg="1"/>
      <p:bldP spid="85150" grpId="0" animBg="1"/>
      <p:bldP spid="85152" grpId="0"/>
      <p:bldP spid="85153" grpId="0" animBg="1"/>
      <p:bldP spid="85154" grpId="0"/>
      <p:bldP spid="85155" grpId="0" animBg="1"/>
      <p:bldP spid="85156" grpId="0"/>
      <p:bldP spid="85158" grpId="0" animBg="1"/>
      <p:bldP spid="85159" grpId="0" animBg="1"/>
      <p:bldP spid="85160" grpId="0"/>
      <p:bldP spid="85161" grpId="0" animBg="1"/>
      <p:bldP spid="85162" grpId="0" animBg="1"/>
      <p:bldP spid="85163" grpId="0" animBg="1"/>
      <p:bldP spid="85164" grpId="0" animBg="1"/>
    </p:bldLst>
  </p:timing>
</p:sld>
</file>

<file path=ppt/theme/theme1.xml><?xml version="1.0" encoding="utf-8"?>
<a:theme xmlns:a="http://schemas.openxmlformats.org/drawingml/2006/main" name="cdb2004101gl-ltdt">
  <a:themeElements>
    <a:clrScheme name="sample 3">
      <a:dk1>
        <a:srgbClr val="335338"/>
      </a:dk1>
      <a:lt1>
        <a:srgbClr val="D7E4BE"/>
      </a:lt1>
      <a:dk2>
        <a:srgbClr val="000066"/>
      </a:dk2>
      <a:lt2>
        <a:srgbClr val="B2B2B2"/>
      </a:lt2>
      <a:accent1>
        <a:srgbClr val="2F86B1"/>
      </a:accent1>
      <a:accent2>
        <a:srgbClr val="D2761A"/>
      </a:accent2>
      <a:accent3>
        <a:srgbClr val="E8EFDB"/>
      </a:accent3>
      <a:accent4>
        <a:srgbClr val="2A462E"/>
      </a:accent4>
      <a:accent5>
        <a:srgbClr val="ADC3D5"/>
      </a:accent5>
      <a:accent6>
        <a:srgbClr val="BE6A16"/>
      </a:accent6>
      <a:hlink>
        <a:srgbClr val="368463"/>
      </a:hlink>
      <a:folHlink>
        <a:srgbClr val="481EC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A3E86"/>
        </a:dk1>
        <a:lt1>
          <a:srgbClr val="C1CFDD"/>
        </a:lt1>
        <a:dk2>
          <a:srgbClr val="000000"/>
        </a:dk2>
        <a:lt2>
          <a:srgbClr val="B2B2B2"/>
        </a:lt2>
        <a:accent1>
          <a:srgbClr val="4AAAC0"/>
        </a:accent1>
        <a:accent2>
          <a:srgbClr val="6600FF"/>
        </a:accent2>
        <a:accent3>
          <a:srgbClr val="DDE4EB"/>
        </a:accent3>
        <a:accent4>
          <a:srgbClr val="143472"/>
        </a:accent4>
        <a:accent5>
          <a:srgbClr val="B1D2DC"/>
        </a:accent5>
        <a:accent6>
          <a:srgbClr val="5C00E7"/>
        </a:accent6>
        <a:hlink>
          <a:srgbClr val="0066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B166E"/>
        </a:dk1>
        <a:lt1>
          <a:srgbClr val="AADBFC"/>
        </a:lt1>
        <a:dk2>
          <a:srgbClr val="003366"/>
        </a:dk2>
        <a:lt2>
          <a:srgbClr val="B2B2B2"/>
        </a:lt2>
        <a:accent1>
          <a:srgbClr val="19B17B"/>
        </a:accent1>
        <a:accent2>
          <a:srgbClr val="E57B1B"/>
        </a:accent2>
        <a:accent3>
          <a:srgbClr val="D2EAFD"/>
        </a:accent3>
        <a:accent4>
          <a:srgbClr val="23115D"/>
        </a:accent4>
        <a:accent5>
          <a:srgbClr val="ABD5BF"/>
        </a:accent5>
        <a:accent6>
          <a:srgbClr val="CF6F17"/>
        </a:accent6>
        <a:hlink>
          <a:srgbClr val="0066CC"/>
        </a:hlink>
        <a:folHlink>
          <a:srgbClr val="8C71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335338"/>
        </a:dk1>
        <a:lt1>
          <a:srgbClr val="D7E4BE"/>
        </a:lt1>
        <a:dk2>
          <a:srgbClr val="000066"/>
        </a:dk2>
        <a:lt2>
          <a:srgbClr val="B2B2B2"/>
        </a:lt2>
        <a:accent1>
          <a:srgbClr val="2F86B1"/>
        </a:accent1>
        <a:accent2>
          <a:srgbClr val="D2761A"/>
        </a:accent2>
        <a:accent3>
          <a:srgbClr val="E8EFDB"/>
        </a:accent3>
        <a:accent4>
          <a:srgbClr val="2A462E"/>
        </a:accent4>
        <a:accent5>
          <a:srgbClr val="ADC3D5"/>
        </a:accent5>
        <a:accent6>
          <a:srgbClr val="BE6A16"/>
        </a:accent6>
        <a:hlink>
          <a:srgbClr val="368463"/>
        </a:hlink>
        <a:folHlink>
          <a:srgbClr val="481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cdb2004101gl-ltdt</Template>
  <TotalTime>110</TotalTime>
  <Words>8605</Words>
  <Application>Microsoft Office PowerPoint</Application>
  <PresentationFormat>On-screen Show (4:3)</PresentationFormat>
  <Paragraphs>4788</Paragraphs>
  <Slides>81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81</vt:i4>
      </vt:variant>
    </vt:vector>
  </HeadingPairs>
  <TitlesOfParts>
    <vt:vector size="94" baseType="lpstr">
      <vt:lpstr>Arial</vt:lpstr>
      <vt:lpstr>Calibri</vt:lpstr>
      <vt:lpstr>Mathematica1</vt:lpstr>
      <vt:lpstr>Symbol</vt:lpstr>
      <vt:lpstr>Times New Roman</vt:lpstr>
      <vt:lpstr>Verdana</vt:lpstr>
      <vt:lpstr>VNI-Times</vt:lpstr>
      <vt:lpstr>Wingdings</vt:lpstr>
      <vt:lpstr>Wingdings 2</vt:lpstr>
      <vt:lpstr>cdb2004101gl-ltdt</vt:lpstr>
      <vt:lpstr>Office Theme</vt:lpstr>
      <vt:lpstr>SmartDraw</vt:lpstr>
      <vt:lpstr>Equation</vt:lpstr>
      <vt:lpstr>Bài toán  đường đi ngắn nhất</vt:lpstr>
      <vt:lpstr>Contents</vt:lpstr>
      <vt:lpstr>Ma trận khoảng cách</vt:lpstr>
      <vt:lpstr>Ví dụ</vt:lpstr>
      <vt:lpstr>Ví dụ 2</vt:lpstr>
      <vt:lpstr>Bài toán đường đi ngắn nhất </vt:lpstr>
      <vt:lpstr>Ví dụ</vt:lpstr>
      <vt:lpstr>Các bài toán</vt:lpstr>
      <vt:lpstr>Cách giải quyết</vt:lpstr>
      <vt:lpstr>Nguyên lý</vt:lpstr>
      <vt:lpstr>Dijkstra</vt:lpstr>
      <vt:lpstr>Dijkstra</vt:lpstr>
      <vt:lpstr>Dijkstra</vt:lpstr>
      <vt:lpstr>PowerPoint Presentation</vt:lpstr>
      <vt:lpstr>Ví dụ</vt:lpstr>
      <vt:lpstr>Ví dụ</vt:lpstr>
      <vt:lpstr>Ví dụ</vt:lpstr>
      <vt:lpstr>Ví dụ</vt:lpstr>
      <vt:lpstr>Ví dụ</vt:lpstr>
      <vt:lpstr>Ví dụ</vt:lpstr>
      <vt:lpstr>Ví dụ</vt:lpstr>
      <vt:lpstr>Ví dụ 2</vt:lpstr>
      <vt:lpstr>Ví dụ 2</vt:lpstr>
      <vt:lpstr>Ví dụ 2</vt:lpstr>
      <vt:lpstr>Ví dụ 3</vt:lpstr>
      <vt:lpstr>Ví dụ 4</vt:lpstr>
      <vt:lpstr>Dijkstra</vt:lpstr>
      <vt:lpstr>Dijkstra</vt:lpstr>
      <vt:lpstr>Dijkstra</vt:lpstr>
      <vt:lpstr>Dijkstra</vt:lpstr>
      <vt:lpstr>Dijkstra</vt:lpstr>
      <vt:lpstr>Dijkstra</vt:lpstr>
      <vt:lpstr>Dijkstra</vt:lpstr>
      <vt:lpstr>Cài đặt</vt:lpstr>
      <vt:lpstr>PowerPoint Presentation</vt:lpstr>
      <vt:lpstr>PowerPoint Presentation</vt:lpstr>
      <vt:lpstr>PowerPoint Presentation</vt:lpstr>
      <vt:lpstr>PowerPoint Presentation</vt:lpstr>
      <vt:lpstr>Ford - Bellman</vt:lpstr>
      <vt:lpstr>Ford - Bellman</vt:lpstr>
      <vt:lpstr>Ford – Bellman </vt:lpstr>
      <vt:lpstr>Ford – Bellman </vt:lpstr>
      <vt:lpstr>Ford – Bellman </vt:lpstr>
      <vt:lpstr>Ví dụ</vt:lpstr>
      <vt:lpstr>Ví dụ</vt:lpstr>
      <vt:lpstr>Ví dụ</vt:lpstr>
      <vt:lpstr>Ví dụ</vt:lpstr>
      <vt:lpstr>Ví dụ</vt:lpstr>
      <vt:lpstr>Ví dụ</vt:lpstr>
      <vt:lpstr>Cài đặt</vt:lpstr>
      <vt:lpstr>PowerPoint Presentation</vt:lpstr>
      <vt:lpstr>PowerPoint Presentation</vt:lpstr>
      <vt:lpstr>PowerPoint Presentation</vt:lpstr>
      <vt:lpstr>Floy</vt:lpstr>
      <vt:lpstr>Floy</vt:lpstr>
      <vt:lpstr>Floy</vt:lpstr>
      <vt:lpstr>VÍ DUÏ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VÍ DUÏ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CAÙCH ÑOÏC ÑÖÔØNG ÑI</vt:lpstr>
      <vt:lpstr>PowerPoint Presentation</vt:lpstr>
    </vt:vector>
  </TitlesOfParts>
  <Company>Phuoc Binh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toán  đường đi ngắn nhất</dc:title>
  <dc:creator>Pham Thi Vuong</dc:creator>
  <cp:lastModifiedBy>asus</cp:lastModifiedBy>
  <cp:revision>9</cp:revision>
  <dcterms:created xsi:type="dcterms:W3CDTF">2009-04-10T22:47:47Z</dcterms:created>
  <dcterms:modified xsi:type="dcterms:W3CDTF">2020-12-14T15:41:27Z</dcterms:modified>
</cp:coreProperties>
</file>